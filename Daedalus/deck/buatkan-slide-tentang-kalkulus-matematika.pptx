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NewSlide0"/>
    <p:sldId id="277" r:id="rIdNewSlide1"/>
    <p:sldId id="278" r:id="rIdNewSlide2"/>
    <p:sldId id="279" r:id="rIdNewSlide3"/>
    <p:sldId id="280" r:id="rIdNewSlide4"/>
    <p:sldId id="281" r:id="rIdNewSlide5"/>
    <p:sldId id="282" r:id="rIdNewSlide6"/>
    <p:sldId id="283" r:id="rIdNewSlide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2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441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97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2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NewSlide0" Type="http://schemas.openxmlformats.org/officeDocument/2006/relationships/slide" Target="slides/slide1.xml"/><Relationship Id="rIdNewSlide1" Type="http://schemas.openxmlformats.org/officeDocument/2006/relationships/slide" Target="slides/slide2.xml"/><Relationship Id="rIdNewSlide2" Type="http://schemas.openxmlformats.org/officeDocument/2006/relationships/slide" Target="slides/slide6.xml"/><Relationship Id="rIdNewSlide3" Type="http://schemas.openxmlformats.org/officeDocument/2006/relationships/slide" Target="slides/slide11.xml"/><Relationship Id="rIdNewSlide4" Type="http://schemas.openxmlformats.org/officeDocument/2006/relationships/slide" Target="slides/slide13.xml"/><Relationship Id="rIdNewSlide5" Type="http://schemas.openxmlformats.org/officeDocument/2006/relationships/slide" Target="slides/slide16.xml"/><Relationship Id="rIdNewSlide6" Type="http://schemas.openxmlformats.org/officeDocument/2006/relationships/slide" Target="slides/slide17.xml"/><Relationship Id="rIdNewSlide7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202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B6D7D6F-C65F-4647-945D-7BD12B547917}"/>
              </a:ext>
            </a:extLst>
          </p:cNvPr>
          <p:cNvGrpSpPr/>
          <p:nvPr userDrawn="1"/>
        </p:nvGrpSpPr>
        <p:grpSpPr>
          <a:xfrm>
            <a:off x="0" y="0"/>
            <a:ext cx="12192000" cy="7131504"/>
            <a:chOff x="0" y="0"/>
            <a:chExt cx="12192000" cy="713150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CE16F69-B3F5-47C8-83B3-B1056591D92F}"/>
                </a:ext>
              </a:extLst>
            </p:cNvPr>
            <p:cNvCxnSpPr/>
            <p:nvPr/>
          </p:nvCxnSpPr>
          <p:spPr>
            <a:xfrm>
              <a:off x="69532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A06652F-F37B-45A9-9B32-7846AF3FFE31}"/>
                </a:ext>
              </a:extLst>
            </p:cNvPr>
            <p:cNvCxnSpPr/>
            <p:nvPr/>
          </p:nvCxnSpPr>
          <p:spPr>
            <a:xfrm>
              <a:off x="1526198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22D2A88-61B9-49C6-BE25-EA8FC8C9AAAC}"/>
                </a:ext>
              </a:extLst>
            </p:cNvPr>
            <p:cNvCxnSpPr/>
            <p:nvPr/>
          </p:nvCxnSpPr>
          <p:spPr>
            <a:xfrm>
              <a:off x="2357071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BED6124-6BE7-4522-B038-035AB9F2E5D4}"/>
                </a:ext>
              </a:extLst>
            </p:cNvPr>
            <p:cNvCxnSpPr/>
            <p:nvPr/>
          </p:nvCxnSpPr>
          <p:spPr>
            <a:xfrm>
              <a:off x="3187944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2D03EF1-DAB1-4DFE-9D08-839E8C5208DF}"/>
                </a:ext>
              </a:extLst>
            </p:cNvPr>
            <p:cNvCxnSpPr/>
            <p:nvPr/>
          </p:nvCxnSpPr>
          <p:spPr>
            <a:xfrm>
              <a:off x="4018817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2C09836-46ED-4C87-9C4B-9ED590D54CC4}"/>
                </a:ext>
              </a:extLst>
            </p:cNvPr>
            <p:cNvCxnSpPr/>
            <p:nvPr/>
          </p:nvCxnSpPr>
          <p:spPr>
            <a:xfrm>
              <a:off x="4849690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5F585CB-FDCF-426D-B64E-F6D245438966}"/>
                </a:ext>
              </a:extLst>
            </p:cNvPr>
            <p:cNvCxnSpPr/>
            <p:nvPr/>
          </p:nvCxnSpPr>
          <p:spPr>
            <a:xfrm>
              <a:off x="5680563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3BC2F32-18D6-4844-A99E-9E76A67765D9}"/>
                </a:ext>
              </a:extLst>
            </p:cNvPr>
            <p:cNvCxnSpPr/>
            <p:nvPr/>
          </p:nvCxnSpPr>
          <p:spPr>
            <a:xfrm>
              <a:off x="6511436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207DB5B-0D10-4AC6-AC76-B6826287563D}"/>
                </a:ext>
              </a:extLst>
            </p:cNvPr>
            <p:cNvCxnSpPr/>
            <p:nvPr/>
          </p:nvCxnSpPr>
          <p:spPr>
            <a:xfrm>
              <a:off x="7342309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B39B92B-A50E-4844-A62C-FC45C49D67B0}"/>
                </a:ext>
              </a:extLst>
            </p:cNvPr>
            <p:cNvCxnSpPr/>
            <p:nvPr/>
          </p:nvCxnSpPr>
          <p:spPr>
            <a:xfrm>
              <a:off x="8173182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8D58805-A763-45F4-8439-368CF978059E}"/>
                </a:ext>
              </a:extLst>
            </p:cNvPr>
            <p:cNvCxnSpPr/>
            <p:nvPr/>
          </p:nvCxnSpPr>
          <p:spPr>
            <a:xfrm>
              <a:off x="900405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D697463-2496-4DBE-BE95-421D9217DA19}"/>
                </a:ext>
              </a:extLst>
            </p:cNvPr>
            <p:cNvCxnSpPr/>
            <p:nvPr/>
          </p:nvCxnSpPr>
          <p:spPr>
            <a:xfrm>
              <a:off x="9834928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1040FC-EBC2-4F7E-8A9E-1163BF493138}"/>
                </a:ext>
              </a:extLst>
            </p:cNvPr>
            <p:cNvCxnSpPr/>
            <p:nvPr/>
          </p:nvCxnSpPr>
          <p:spPr>
            <a:xfrm>
              <a:off x="10665801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68C9203-F5D0-4740-8EBF-A5D7AC868DE6}"/>
                </a:ext>
              </a:extLst>
            </p:cNvPr>
            <p:cNvCxnSpPr/>
            <p:nvPr/>
          </p:nvCxnSpPr>
          <p:spPr>
            <a:xfrm>
              <a:off x="1149667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185113-BB05-4463-995C-3A9118544D7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49275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214B6CB-80F0-4BC0-85F5-9AE00C5CA17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372054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42ABC1C-2E15-42F1-A208-8408342B335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194833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14D4159-D257-46CB-808A-611BBE29EF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017612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848C33-D76C-42DC-B994-EE0F15D2750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840391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BF25D45-056E-494C-8F83-BD3A4F07E5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63170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719409-0554-4F9D-B604-4E8961CBC18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485949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1659382-B153-4DB0-9C0F-A3392CDD029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08725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5C0B229-197A-4374-9A1E-81BFD7BBC49C}"/>
                </a:ext>
              </a:extLst>
            </p:cNvPr>
            <p:cNvSpPr/>
            <p:nvPr/>
          </p:nvSpPr>
          <p:spPr>
            <a:xfrm>
              <a:off x="3187943" y="137204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3C1F76-C089-4F9B-BD4D-D67613988F82}"/>
                </a:ext>
              </a:extLst>
            </p:cNvPr>
            <p:cNvSpPr/>
            <p:nvPr/>
          </p:nvSpPr>
          <p:spPr>
            <a:xfrm>
              <a:off x="1526202" y="3017611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6F913F0-8C86-45C4-84F3-744AFFE79275}"/>
                </a:ext>
              </a:extLst>
            </p:cNvPr>
            <p:cNvSpPr/>
            <p:nvPr/>
          </p:nvSpPr>
          <p:spPr>
            <a:xfrm>
              <a:off x="4018821" y="4663167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49F9918-DFB9-4836-957C-3A3483212AB7}"/>
                </a:ext>
              </a:extLst>
            </p:cNvPr>
            <p:cNvSpPr/>
            <p:nvPr/>
          </p:nvSpPr>
          <p:spPr>
            <a:xfrm>
              <a:off x="6511440" y="2194832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C905C7B-305E-4910-BFBA-6EACC796E4CF}"/>
                </a:ext>
              </a:extLst>
            </p:cNvPr>
            <p:cNvSpPr/>
            <p:nvPr/>
          </p:nvSpPr>
          <p:spPr>
            <a:xfrm>
              <a:off x="9004059" y="0"/>
              <a:ext cx="830869" cy="549272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21CD60-BC13-4C49-BC4C-355A052DFCB3}"/>
                </a:ext>
              </a:extLst>
            </p:cNvPr>
            <p:cNvSpPr/>
            <p:nvPr/>
          </p:nvSpPr>
          <p:spPr>
            <a:xfrm>
              <a:off x="8173188" y="384038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A0E42AD-03B7-4D52-A2E6-39D31F7C128E}"/>
                </a:ext>
              </a:extLst>
            </p:cNvPr>
            <p:cNvSpPr/>
            <p:nvPr/>
          </p:nvSpPr>
          <p:spPr>
            <a:xfrm>
              <a:off x="695332" y="5485946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711B639-6133-4A22-B109-1F7262C05091}"/>
                </a:ext>
              </a:extLst>
            </p:cNvPr>
            <p:cNvSpPr/>
            <p:nvPr/>
          </p:nvSpPr>
          <p:spPr>
            <a:xfrm>
              <a:off x="10665806" y="137204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1FE3AE-99DD-4D73-92AD-70DDCE9E7235}"/>
                </a:ext>
              </a:extLst>
            </p:cNvPr>
            <p:cNvSpPr/>
            <p:nvPr/>
          </p:nvSpPr>
          <p:spPr>
            <a:xfrm>
              <a:off x="10665806" y="4663167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63E16BF-FF69-44EC-88EC-8FB02069743F}"/>
                </a:ext>
              </a:extLst>
            </p:cNvPr>
            <p:cNvSpPr/>
            <p:nvPr/>
          </p:nvSpPr>
          <p:spPr>
            <a:xfrm>
              <a:off x="7342304" y="6308725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3526867-5525-485E-9FD0-B40C77C82333}"/>
                </a:ext>
              </a:extLst>
            </p:cNvPr>
            <p:cNvSpPr/>
            <p:nvPr/>
          </p:nvSpPr>
          <p:spPr>
            <a:xfrm>
              <a:off x="695331" y="0"/>
              <a:ext cx="830869" cy="549275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2952434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70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AB9A3E-7B3A-46AA-85E6-18E1C99D22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5316091" cy="6858000"/>
          </a:xfrm>
          <a:custGeom>
            <a:avLst/>
            <a:gdLst>
              <a:gd name="connsiteX0" fmla="*/ 0 w 5316091"/>
              <a:gd name="connsiteY0" fmla="*/ 0 h 6858000"/>
              <a:gd name="connsiteX1" fmla="*/ 4780220 w 5316091"/>
              <a:gd name="connsiteY1" fmla="*/ 0 h 6858000"/>
              <a:gd name="connsiteX2" fmla="*/ 4780220 w 5316091"/>
              <a:gd name="connsiteY2" fmla="*/ 1787155 h 6858000"/>
              <a:gd name="connsiteX3" fmla="*/ 4723463 w 5316091"/>
              <a:gd name="connsiteY3" fmla="*/ 1924201 h 6858000"/>
              <a:gd name="connsiteX4" fmla="*/ 4442057 w 5316091"/>
              <a:gd name="connsiteY4" fmla="*/ 2603580 h 6858000"/>
              <a:gd name="connsiteX5" fmla="*/ 4723463 w 5316091"/>
              <a:gd name="connsiteY5" fmla="*/ 3282960 h 6858000"/>
              <a:gd name="connsiteX6" fmla="*/ 5217776 w 5316091"/>
              <a:gd name="connsiteY6" fmla="*/ 3777246 h 6858000"/>
              <a:gd name="connsiteX7" fmla="*/ 5217776 w 5316091"/>
              <a:gd name="connsiteY7" fmla="*/ 4251968 h 6858000"/>
              <a:gd name="connsiteX8" fmla="*/ 4980394 w 5316091"/>
              <a:gd name="connsiteY8" fmla="*/ 4350330 h 6858000"/>
              <a:gd name="connsiteX9" fmla="*/ 4743009 w 5316091"/>
              <a:gd name="connsiteY9" fmla="*/ 4251968 h 6858000"/>
              <a:gd name="connsiteX10" fmla="*/ 4035075 w 5316091"/>
              <a:gd name="connsiteY10" fmla="*/ 3544019 h 6858000"/>
              <a:gd name="connsiteX11" fmla="*/ 3508171 w 5316091"/>
              <a:gd name="connsiteY11" fmla="*/ 3325765 h 6858000"/>
              <a:gd name="connsiteX12" fmla="*/ 2981221 w 5316091"/>
              <a:gd name="connsiteY12" fmla="*/ 3544019 h 6858000"/>
              <a:gd name="connsiteX13" fmla="*/ 2981221 w 5316091"/>
              <a:gd name="connsiteY13" fmla="*/ 4597844 h 6858000"/>
              <a:gd name="connsiteX14" fmla="*/ 4266539 w 5316091"/>
              <a:gd name="connsiteY14" fmla="*/ 5883120 h 6858000"/>
              <a:gd name="connsiteX15" fmla="*/ 4554718 w 5316091"/>
              <a:gd name="connsiteY15" fmla="*/ 6578862 h 6858000"/>
              <a:gd name="connsiteX16" fmla="*/ 4554718 w 5316091"/>
              <a:gd name="connsiteY16" fmla="*/ 6858000 h 6858000"/>
              <a:gd name="connsiteX17" fmla="*/ 0 w 5316091"/>
              <a:gd name="connsiteY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316091" h="6858000">
                <a:moveTo>
                  <a:pt x="0" y="0"/>
                </a:moveTo>
                <a:lnTo>
                  <a:pt x="4780220" y="0"/>
                </a:lnTo>
                <a:lnTo>
                  <a:pt x="4780220" y="1787155"/>
                </a:lnTo>
                <a:cubicBezTo>
                  <a:pt x="4780220" y="1838555"/>
                  <a:pt x="4759822" y="1887850"/>
                  <a:pt x="4723463" y="1924201"/>
                </a:cubicBezTo>
                <a:cubicBezTo>
                  <a:pt x="4543285" y="2104383"/>
                  <a:pt x="4442057" y="2348764"/>
                  <a:pt x="4442057" y="2603580"/>
                </a:cubicBezTo>
                <a:cubicBezTo>
                  <a:pt x="4442057" y="2858398"/>
                  <a:pt x="4543285" y="3102778"/>
                  <a:pt x="4723463" y="3282960"/>
                </a:cubicBezTo>
                <a:lnTo>
                  <a:pt x="5217776" y="3777246"/>
                </a:lnTo>
                <a:cubicBezTo>
                  <a:pt x="5348863" y="3908335"/>
                  <a:pt x="5348863" y="4120881"/>
                  <a:pt x="5217776" y="4251968"/>
                </a:cubicBezTo>
                <a:cubicBezTo>
                  <a:pt x="5154788" y="4314913"/>
                  <a:pt x="5069429" y="4350330"/>
                  <a:pt x="4980394" y="4350330"/>
                </a:cubicBezTo>
                <a:cubicBezTo>
                  <a:pt x="4891358" y="4350330"/>
                  <a:pt x="4805999" y="4314956"/>
                  <a:pt x="4743009" y="4251968"/>
                </a:cubicBezTo>
                <a:lnTo>
                  <a:pt x="4035075" y="3544019"/>
                </a:lnTo>
                <a:cubicBezTo>
                  <a:pt x="3895335" y="3404274"/>
                  <a:pt x="3705788" y="3325765"/>
                  <a:pt x="3508171" y="3325765"/>
                </a:cubicBezTo>
                <a:cubicBezTo>
                  <a:pt x="3310509" y="3325765"/>
                  <a:pt x="3121004" y="3404279"/>
                  <a:pt x="2981221" y="3544019"/>
                </a:cubicBezTo>
                <a:cubicBezTo>
                  <a:pt x="2690263" y="3835034"/>
                  <a:pt x="2690263" y="4306842"/>
                  <a:pt x="2981221" y="4597844"/>
                </a:cubicBezTo>
                <a:lnTo>
                  <a:pt x="4266539" y="5883120"/>
                </a:lnTo>
                <a:cubicBezTo>
                  <a:pt x="4451022" y="6067648"/>
                  <a:pt x="4554718" y="6317899"/>
                  <a:pt x="4554718" y="6578862"/>
                </a:cubicBezTo>
                <a:lnTo>
                  <a:pt x="455471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867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172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8B33C01-148F-4C2E-9209-241080FA3B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2192000" cy="6330860"/>
          </a:xfrm>
          <a:custGeom>
            <a:avLst/>
            <a:gdLst>
              <a:gd name="connsiteX0" fmla="*/ 12192000 w 12192000"/>
              <a:gd name="connsiteY0" fmla="*/ 5760719 h 6330860"/>
              <a:gd name="connsiteX1" fmla="*/ 12192000 w 12192000"/>
              <a:gd name="connsiteY1" fmla="*/ 6330860 h 6330860"/>
              <a:gd name="connsiteX2" fmla="*/ 12191155 w 12192000"/>
              <a:gd name="connsiteY2" fmla="*/ 6330567 h 6330860"/>
              <a:gd name="connsiteX3" fmla="*/ 0 w 12192000"/>
              <a:gd name="connsiteY3" fmla="*/ 0 h 6330860"/>
              <a:gd name="connsiteX4" fmla="*/ 12192000 w 12192000"/>
              <a:gd name="connsiteY4" fmla="*/ 0 h 6330860"/>
              <a:gd name="connsiteX5" fmla="*/ 12192000 w 12192000"/>
              <a:gd name="connsiteY5" fmla="*/ 5760719 h 6330860"/>
              <a:gd name="connsiteX6" fmla="*/ 9803992 w 12192000"/>
              <a:gd name="connsiteY6" fmla="*/ 5446979 h 6330860"/>
              <a:gd name="connsiteX7" fmla="*/ 9802368 w 12192000"/>
              <a:gd name="connsiteY7" fmla="*/ 5446979 h 6330860"/>
              <a:gd name="connsiteX8" fmla="*/ 9800741 w 12192000"/>
              <a:gd name="connsiteY8" fmla="*/ 5446979 h 6330860"/>
              <a:gd name="connsiteX9" fmla="*/ 9529267 w 12192000"/>
              <a:gd name="connsiteY9" fmla="*/ 5247030 h 6330860"/>
              <a:gd name="connsiteX10" fmla="*/ 9675571 w 12192000"/>
              <a:gd name="connsiteY10" fmla="*/ 5025948 h 6330860"/>
              <a:gd name="connsiteX11" fmla="*/ 9677196 w 12192000"/>
              <a:gd name="connsiteY11" fmla="*/ 5024323 h 6330860"/>
              <a:gd name="connsiteX12" fmla="*/ 9678822 w 12192000"/>
              <a:gd name="connsiteY12" fmla="*/ 5022697 h 6330860"/>
              <a:gd name="connsiteX13" fmla="*/ 10294924 w 12192000"/>
              <a:gd name="connsiteY13" fmla="*/ 4409847 h 6330860"/>
              <a:gd name="connsiteX14" fmla="*/ 10213644 w 12192000"/>
              <a:gd name="connsiteY14" fmla="*/ 4122114 h 6330860"/>
              <a:gd name="connsiteX15" fmla="*/ 8586419 w 12192000"/>
              <a:gd name="connsiteY15" fmla="*/ 3393846 h 6330860"/>
              <a:gd name="connsiteX16" fmla="*/ 8586419 w 12192000"/>
              <a:gd name="connsiteY16" fmla="*/ 3395472 h 6330860"/>
              <a:gd name="connsiteX17" fmla="*/ 8536024 w 12192000"/>
              <a:gd name="connsiteY17" fmla="*/ 3382467 h 6330860"/>
              <a:gd name="connsiteX18" fmla="*/ 8487256 w 12192000"/>
              <a:gd name="connsiteY18" fmla="*/ 3369463 h 6330860"/>
              <a:gd name="connsiteX19" fmla="*/ 6273189 w 12192000"/>
              <a:gd name="connsiteY19" fmla="*/ 2945180 h 6330860"/>
              <a:gd name="connsiteX20" fmla="*/ 6268314 w 12192000"/>
              <a:gd name="connsiteY20" fmla="*/ 2943555 h 6330860"/>
              <a:gd name="connsiteX21" fmla="*/ 5670094 w 12192000"/>
              <a:gd name="connsiteY21" fmla="*/ 2842768 h 6330860"/>
              <a:gd name="connsiteX22" fmla="*/ 5668467 w 12192000"/>
              <a:gd name="connsiteY22" fmla="*/ 2842768 h 6330860"/>
              <a:gd name="connsiteX23" fmla="*/ 5665216 w 12192000"/>
              <a:gd name="connsiteY23" fmla="*/ 2842768 h 6330860"/>
              <a:gd name="connsiteX24" fmla="*/ 5663590 w 12192000"/>
              <a:gd name="connsiteY24" fmla="*/ 2842768 h 6330860"/>
              <a:gd name="connsiteX25" fmla="*/ 5120641 w 12192000"/>
              <a:gd name="connsiteY25" fmla="*/ 2603804 h 6330860"/>
              <a:gd name="connsiteX26" fmla="*/ 5244185 w 12192000"/>
              <a:gd name="connsiteY26" fmla="*/ 2307945 h 6330860"/>
              <a:gd name="connsiteX27" fmla="*/ 5494528 w 12192000"/>
              <a:gd name="connsiteY27" fmla="*/ 1722729 h 6330860"/>
              <a:gd name="connsiteX28" fmla="*/ 4257446 w 12192000"/>
              <a:gd name="connsiteY28" fmla="*/ 937565 h 6330860"/>
              <a:gd name="connsiteX29" fmla="*/ 2235199 w 12192000"/>
              <a:gd name="connsiteY29" fmla="*/ 501904 h 6330860"/>
              <a:gd name="connsiteX30" fmla="*/ 1624 w 12192000"/>
              <a:gd name="connsiteY30" fmla="*/ 176784 h 6330860"/>
              <a:gd name="connsiteX31" fmla="*/ 1624 w 12192000"/>
              <a:gd name="connsiteY31" fmla="*/ 719734 h 6330860"/>
              <a:gd name="connsiteX32" fmla="*/ 0 w 12192000"/>
              <a:gd name="connsiteY32" fmla="*/ 719734 h 6330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192000" h="6330860">
                <a:moveTo>
                  <a:pt x="12192000" y="5760719"/>
                </a:moveTo>
                <a:lnTo>
                  <a:pt x="12192000" y="6330860"/>
                </a:lnTo>
                <a:lnTo>
                  <a:pt x="12191155" y="6330567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760719"/>
                </a:lnTo>
                <a:cubicBezTo>
                  <a:pt x="11070336" y="5627420"/>
                  <a:pt x="9815372" y="5448604"/>
                  <a:pt x="9803992" y="5446979"/>
                </a:cubicBezTo>
                <a:lnTo>
                  <a:pt x="9802368" y="5446979"/>
                </a:lnTo>
                <a:lnTo>
                  <a:pt x="9800741" y="5446979"/>
                </a:lnTo>
                <a:cubicBezTo>
                  <a:pt x="9774732" y="5440477"/>
                  <a:pt x="9552025" y="5380329"/>
                  <a:pt x="9529267" y="5247030"/>
                </a:cubicBezTo>
                <a:cubicBezTo>
                  <a:pt x="9516262" y="5173879"/>
                  <a:pt x="9566655" y="5099101"/>
                  <a:pt x="9675571" y="5025948"/>
                </a:cubicBezTo>
                <a:lnTo>
                  <a:pt x="9677196" y="5024323"/>
                </a:lnTo>
                <a:lnTo>
                  <a:pt x="9678822" y="5022697"/>
                </a:lnTo>
                <a:cubicBezTo>
                  <a:pt x="9685324" y="5019446"/>
                  <a:pt x="10226648" y="4738218"/>
                  <a:pt x="10294924" y="4409847"/>
                </a:cubicBezTo>
                <a:cubicBezTo>
                  <a:pt x="10316057" y="4307433"/>
                  <a:pt x="10288421" y="4213148"/>
                  <a:pt x="10213644" y="4122114"/>
                </a:cubicBezTo>
                <a:cubicBezTo>
                  <a:pt x="9872268" y="3710839"/>
                  <a:pt x="8825381" y="3449116"/>
                  <a:pt x="8586419" y="3393846"/>
                </a:cubicBezTo>
                <a:lnTo>
                  <a:pt x="8586419" y="3395472"/>
                </a:lnTo>
                <a:lnTo>
                  <a:pt x="8536024" y="3382467"/>
                </a:lnTo>
                <a:cubicBezTo>
                  <a:pt x="8536024" y="3382467"/>
                  <a:pt x="8497010" y="3372714"/>
                  <a:pt x="8487256" y="3369463"/>
                </a:cubicBezTo>
                <a:cubicBezTo>
                  <a:pt x="7833765" y="3205276"/>
                  <a:pt x="7040473" y="3073603"/>
                  <a:pt x="6273189" y="2945180"/>
                </a:cubicBezTo>
                <a:lnTo>
                  <a:pt x="6268314" y="2943555"/>
                </a:lnTo>
                <a:cubicBezTo>
                  <a:pt x="6058610" y="2909417"/>
                  <a:pt x="5861914" y="2875280"/>
                  <a:pt x="5670094" y="2842768"/>
                </a:cubicBezTo>
                <a:lnTo>
                  <a:pt x="5668467" y="2842768"/>
                </a:lnTo>
                <a:lnTo>
                  <a:pt x="5665216" y="2842768"/>
                </a:lnTo>
                <a:cubicBezTo>
                  <a:pt x="5665216" y="2842768"/>
                  <a:pt x="5663590" y="2842768"/>
                  <a:pt x="5663590" y="2842768"/>
                </a:cubicBezTo>
                <a:cubicBezTo>
                  <a:pt x="5639206" y="2839517"/>
                  <a:pt x="5252312" y="2772866"/>
                  <a:pt x="5120641" y="2603804"/>
                </a:cubicBezTo>
                <a:cubicBezTo>
                  <a:pt x="5027980" y="2483510"/>
                  <a:pt x="5136897" y="2394103"/>
                  <a:pt x="5244185" y="2307945"/>
                </a:cubicBezTo>
                <a:cubicBezTo>
                  <a:pt x="5392114" y="2186026"/>
                  <a:pt x="5577433" y="2034844"/>
                  <a:pt x="5494528" y="1722729"/>
                </a:cubicBezTo>
                <a:cubicBezTo>
                  <a:pt x="5366105" y="1313078"/>
                  <a:pt x="4823154" y="1103376"/>
                  <a:pt x="4257446" y="937565"/>
                </a:cubicBezTo>
                <a:cubicBezTo>
                  <a:pt x="3760012" y="791261"/>
                  <a:pt x="3078886" y="644957"/>
                  <a:pt x="2235199" y="501904"/>
                </a:cubicBezTo>
                <a:cubicBezTo>
                  <a:pt x="1417523" y="363727"/>
                  <a:pt x="559206" y="245059"/>
                  <a:pt x="1624" y="176784"/>
                </a:cubicBezTo>
                <a:lnTo>
                  <a:pt x="1624" y="719734"/>
                </a:lnTo>
                <a:lnTo>
                  <a:pt x="0" y="71973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463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B1B9817-699D-471D-90D7-51B36D848430}"/>
              </a:ext>
            </a:extLst>
          </p:cNvPr>
          <p:cNvGrpSpPr/>
          <p:nvPr userDrawn="1"/>
        </p:nvGrpSpPr>
        <p:grpSpPr>
          <a:xfrm>
            <a:off x="0" y="0"/>
            <a:ext cx="12192000" cy="7131504"/>
            <a:chOff x="0" y="0"/>
            <a:chExt cx="12192000" cy="713150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018508B-E5E9-4385-983E-74E80852D989}"/>
                </a:ext>
              </a:extLst>
            </p:cNvPr>
            <p:cNvCxnSpPr/>
            <p:nvPr/>
          </p:nvCxnSpPr>
          <p:spPr>
            <a:xfrm>
              <a:off x="69532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CA79AD0-C2E9-4BDA-ACE7-D7C1B1090C11}"/>
                </a:ext>
              </a:extLst>
            </p:cNvPr>
            <p:cNvCxnSpPr/>
            <p:nvPr/>
          </p:nvCxnSpPr>
          <p:spPr>
            <a:xfrm>
              <a:off x="1526198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BB9B20E-977B-48F4-B053-05897E78D096}"/>
                </a:ext>
              </a:extLst>
            </p:cNvPr>
            <p:cNvCxnSpPr/>
            <p:nvPr/>
          </p:nvCxnSpPr>
          <p:spPr>
            <a:xfrm>
              <a:off x="2357071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2A4C62E-5F67-480E-9FDE-5CDC63D57451}"/>
                </a:ext>
              </a:extLst>
            </p:cNvPr>
            <p:cNvCxnSpPr/>
            <p:nvPr/>
          </p:nvCxnSpPr>
          <p:spPr>
            <a:xfrm>
              <a:off x="3187944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156B2CA-101B-47D4-8070-5C2CD352D4D9}"/>
                </a:ext>
              </a:extLst>
            </p:cNvPr>
            <p:cNvCxnSpPr/>
            <p:nvPr/>
          </p:nvCxnSpPr>
          <p:spPr>
            <a:xfrm>
              <a:off x="4018817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85A888-F07D-41B5-84C5-B86B4CE25536}"/>
                </a:ext>
              </a:extLst>
            </p:cNvPr>
            <p:cNvCxnSpPr/>
            <p:nvPr/>
          </p:nvCxnSpPr>
          <p:spPr>
            <a:xfrm>
              <a:off x="4849690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5D668D-C8A9-406B-A494-111F3C2159B2}"/>
                </a:ext>
              </a:extLst>
            </p:cNvPr>
            <p:cNvCxnSpPr/>
            <p:nvPr/>
          </p:nvCxnSpPr>
          <p:spPr>
            <a:xfrm>
              <a:off x="5680563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8D97CF7-E2DD-4FBB-AF94-178D9AA81966}"/>
                </a:ext>
              </a:extLst>
            </p:cNvPr>
            <p:cNvCxnSpPr/>
            <p:nvPr/>
          </p:nvCxnSpPr>
          <p:spPr>
            <a:xfrm>
              <a:off x="6511436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5EA108A-43CD-4CE7-8210-6394DB8C9A42}"/>
                </a:ext>
              </a:extLst>
            </p:cNvPr>
            <p:cNvCxnSpPr/>
            <p:nvPr/>
          </p:nvCxnSpPr>
          <p:spPr>
            <a:xfrm>
              <a:off x="7342309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26B227-27C4-425F-93C5-35EA27ECA0DF}"/>
                </a:ext>
              </a:extLst>
            </p:cNvPr>
            <p:cNvCxnSpPr/>
            <p:nvPr/>
          </p:nvCxnSpPr>
          <p:spPr>
            <a:xfrm>
              <a:off x="8173182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5722300-4DF9-47F5-A64C-94B752FB707B}"/>
                </a:ext>
              </a:extLst>
            </p:cNvPr>
            <p:cNvCxnSpPr/>
            <p:nvPr/>
          </p:nvCxnSpPr>
          <p:spPr>
            <a:xfrm>
              <a:off x="900405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72CC80E-5E53-4BFE-AFC6-2A1581BF24B1}"/>
                </a:ext>
              </a:extLst>
            </p:cNvPr>
            <p:cNvCxnSpPr/>
            <p:nvPr/>
          </p:nvCxnSpPr>
          <p:spPr>
            <a:xfrm>
              <a:off x="9834928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BC12585-36CB-4D94-AB64-9B1FF2A1E448}"/>
                </a:ext>
              </a:extLst>
            </p:cNvPr>
            <p:cNvCxnSpPr/>
            <p:nvPr/>
          </p:nvCxnSpPr>
          <p:spPr>
            <a:xfrm>
              <a:off x="10665801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E80FC89-B42F-4489-A782-5E0FE4F617A8}"/>
                </a:ext>
              </a:extLst>
            </p:cNvPr>
            <p:cNvCxnSpPr/>
            <p:nvPr/>
          </p:nvCxnSpPr>
          <p:spPr>
            <a:xfrm>
              <a:off x="1149667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B48797-64C8-476D-A922-2D0EFABB9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49275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53E0AD7-B588-4187-9EE7-D37E34B6D96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372054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BC0139-02A4-46D9-8E29-B9CA26EF773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194833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3DBCEBA-24A2-4CD3-8641-0E64CB24BA7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017612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8E40C8E-B50F-4661-9F4D-BA4F075B05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840391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910AD7-1F82-47C9-AF10-7171D8EE5A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63170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832C34F-A69F-4A2D-904F-8B7BC5745DA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485949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3818C08-04D9-4439-B5F6-FEFF68C34DF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08725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9080B8E-368C-4704-A815-688BE2956DE5}"/>
                </a:ext>
              </a:extLst>
            </p:cNvPr>
            <p:cNvSpPr/>
            <p:nvPr/>
          </p:nvSpPr>
          <p:spPr>
            <a:xfrm>
              <a:off x="3187943" y="137204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499C2A5-9802-45EA-B45C-7D9D3E50097F}"/>
                </a:ext>
              </a:extLst>
            </p:cNvPr>
            <p:cNvSpPr/>
            <p:nvPr/>
          </p:nvSpPr>
          <p:spPr>
            <a:xfrm>
              <a:off x="1526202" y="3017611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48EC4BA-3FE2-4005-B7C0-3CE977137EEC}"/>
                </a:ext>
              </a:extLst>
            </p:cNvPr>
            <p:cNvSpPr/>
            <p:nvPr/>
          </p:nvSpPr>
          <p:spPr>
            <a:xfrm>
              <a:off x="4018821" y="4663167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AC102A-BE8D-420A-BEB4-8088FD648395}"/>
                </a:ext>
              </a:extLst>
            </p:cNvPr>
            <p:cNvSpPr/>
            <p:nvPr/>
          </p:nvSpPr>
          <p:spPr>
            <a:xfrm>
              <a:off x="6511440" y="2194832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5C972A0-C66C-4AEE-BDEB-759D339E593B}"/>
                </a:ext>
              </a:extLst>
            </p:cNvPr>
            <p:cNvSpPr/>
            <p:nvPr/>
          </p:nvSpPr>
          <p:spPr>
            <a:xfrm>
              <a:off x="9004059" y="0"/>
              <a:ext cx="830869" cy="549272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58948F2-1C70-4A07-A11E-87EACAA9B067}"/>
                </a:ext>
              </a:extLst>
            </p:cNvPr>
            <p:cNvSpPr/>
            <p:nvPr/>
          </p:nvSpPr>
          <p:spPr>
            <a:xfrm>
              <a:off x="8173188" y="384038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19B5862-D7E9-49BB-990A-5F913602071C}"/>
                </a:ext>
              </a:extLst>
            </p:cNvPr>
            <p:cNvSpPr/>
            <p:nvPr/>
          </p:nvSpPr>
          <p:spPr>
            <a:xfrm>
              <a:off x="695332" y="5485946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5A5A673-62ED-43EC-A9C7-CA4228EF4832}"/>
                </a:ext>
              </a:extLst>
            </p:cNvPr>
            <p:cNvSpPr/>
            <p:nvPr/>
          </p:nvSpPr>
          <p:spPr>
            <a:xfrm>
              <a:off x="10665806" y="137204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E0F6A17-C6F9-4070-B1AC-A4C62CC2534F}"/>
                </a:ext>
              </a:extLst>
            </p:cNvPr>
            <p:cNvSpPr/>
            <p:nvPr/>
          </p:nvSpPr>
          <p:spPr>
            <a:xfrm>
              <a:off x="10665806" y="4663167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8E40FF7-4A00-4A32-913C-6FBAA0E22497}"/>
                </a:ext>
              </a:extLst>
            </p:cNvPr>
            <p:cNvSpPr/>
            <p:nvPr/>
          </p:nvSpPr>
          <p:spPr>
            <a:xfrm>
              <a:off x="7342304" y="6308725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397D86D-1A65-4FF9-9457-86A21FB75500}"/>
                </a:ext>
              </a:extLst>
            </p:cNvPr>
            <p:cNvSpPr/>
            <p:nvPr/>
          </p:nvSpPr>
          <p:spPr>
            <a:xfrm>
              <a:off x="695331" y="0"/>
              <a:ext cx="830869" cy="549275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C02992F5-303C-4802-8B56-90F932EB97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82724" y="1089025"/>
            <a:ext cx="3632214" cy="1538059"/>
          </a:xfrm>
          <a:custGeom>
            <a:avLst/>
            <a:gdLst>
              <a:gd name="connsiteX0" fmla="*/ 138871 w 3632214"/>
              <a:gd name="connsiteY0" fmla="*/ 0 h 1538059"/>
              <a:gd name="connsiteX1" fmla="*/ 3493343 w 3632214"/>
              <a:gd name="connsiteY1" fmla="*/ 0 h 1538059"/>
              <a:gd name="connsiteX2" fmla="*/ 3632214 w 3632214"/>
              <a:gd name="connsiteY2" fmla="*/ 138871 h 1538059"/>
              <a:gd name="connsiteX3" fmla="*/ 3632214 w 3632214"/>
              <a:gd name="connsiteY3" fmla="*/ 1399188 h 1538059"/>
              <a:gd name="connsiteX4" fmla="*/ 3493343 w 3632214"/>
              <a:gd name="connsiteY4" fmla="*/ 1538059 h 1538059"/>
              <a:gd name="connsiteX5" fmla="*/ 138871 w 3632214"/>
              <a:gd name="connsiteY5" fmla="*/ 1538059 h 1538059"/>
              <a:gd name="connsiteX6" fmla="*/ 0 w 3632214"/>
              <a:gd name="connsiteY6" fmla="*/ 1399188 h 1538059"/>
              <a:gd name="connsiteX7" fmla="*/ 0 w 3632214"/>
              <a:gd name="connsiteY7" fmla="*/ 138871 h 1538059"/>
              <a:gd name="connsiteX8" fmla="*/ 138871 w 3632214"/>
              <a:gd name="connsiteY8" fmla="*/ 0 h 1538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32214" h="1538059">
                <a:moveTo>
                  <a:pt x="138871" y="0"/>
                </a:moveTo>
                <a:lnTo>
                  <a:pt x="3493343" y="0"/>
                </a:lnTo>
                <a:cubicBezTo>
                  <a:pt x="3570039" y="0"/>
                  <a:pt x="3632214" y="62175"/>
                  <a:pt x="3632214" y="138871"/>
                </a:cubicBezTo>
                <a:lnTo>
                  <a:pt x="3632214" y="1399188"/>
                </a:lnTo>
                <a:cubicBezTo>
                  <a:pt x="3632214" y="1475884"/>
                  <a:pt x="3570039" y="1538059"/>
                  <a:pt x="3493343" y="1538059"/>
                </a:cubicBezTo>
                <a:lnTo>
                  <a:pt x="138871" y="1538059"/>
                </a:lnTo>
                <a:cubicBezTo>
                  <a:pt x="62175" y="1538059"/>
                  <a:pt x="0" y="1475884"/>
                  <a:pt x="0" y="1399188"/>
                </a:cubicBezTo>
                <a:lnTo>
                  <a:pt x="0" y="138871"/>
                </a:lnTo>
                <a:cubicBezTo>
                  <a:pt x="0" y="62175"/>
                  <a:pt x="62175" y="0"/>
                  <a:pt x="13887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123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FE6150E-D021-46D6-BEF9-5951ACA908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721618" cy="6858000"/>
          </a:xfrm>
          <a:custGeom>
            <a:avLst/>
            <a:gdLst>
              <a:gd name="connsiteX0" fmla="*/ 0 w 5721618"/>
              <a:gd name="connsiteY0" fmla="*/ 0 h 6858000"/>
              <a:gd name="connsiteX1" fmla="*/ 5721618 w 5721618"/>
              <a:gd name="connsiteY1" fmla="*/ 0 h 6858000"/>
              <a:gd name="connsiteX2" fmla="*/ 5721618 w 5721618"/>
              <a:gd name="connsiteY2" fmla="*/ 40150 h 6858000"/>
              <a:gd name="connsiteX3" fmla="*/ 5721618 w 5721618"/>
              <a:gd name="connsiteY3" fmla="*/ 1004108 h 6858000"/>
              <a:gd name="connsiteX4" fmla="*/ 5479321 w 5721618"/>
              <a:gd name="connsiteY4" fmla="*/ 1245809 h 6858000"/>
              <a:gd name="connsiteX5" fmla="*/ 4596165 w 5721618"/>
              <a:gd name="connsiteY5" fmla="*/ 1245809 h 6858000"/>
              <a:gd name="connsiteX6" fmla="*/ 3953551 w 5721618"/>
              <a:gd name="connsiteY6" fmla="*/ 1885091 h 6858000"/>
              <a:gd name="connsiteX7" fmla="*/ 3953551 w 5721618"/>
              <a:gd name="connsiteY7" fmla="*/ 2988509 h 6858000"/>
              <a:gd name="connsiteX8" fmla="*/ 4596165 w 5721618"/>
              <a:gd name="connsiteY8" fmla="*/ 3627791 h 6858000"/>
              <a:gd name="connsiteX9" fmla="*/ 5479321 w 5721618"/>
              <a:gd name="connsiteY9" fmla="*/ 3627791 h 6858000"/>
              <a:gd name="connsiteX10" fmla="*/ 5721618 w 5721618"/>
              <a:gd name="connsiteY10" fmla="*/ 3869492 h 6858000"/>
              <a:gd name="connsiteX11" fmla="*/ 5721618 w 5721618"/>
              <a:gd name="connsiteY11" fmla="*/ 4972910 h 6858000"/>
              <a:gd name="connsiteX12" fmla="*/ 5479321 w 5721618"/>
              <a:gd name="connsiteY12" fmla="*/ 5214611 h 6858000"/>
              <a:gd name="connsiteX13" fmla="*/ 4596165 w 5721618"/>
              <a:gd name="connsiteY13" fmla="*/ 5214611 h 6858000"/>
              <a:gd name="connsiteX14" fmla="*/ 3953551 w 5721618"/>
              <a:gd name="connsiteY14" fmla="*/ 5853892 h 6858000"/>
              <a:gd name="connsiteX15" fmla="*/ 3953551 w 5721618"/>
              <a:gd name="connsiteY15" fmla="*/ 6761638 h 6858000"/>
              <a:gd name="connsiteX16" fmla="*/ 3953551 w 5721618"/>
              <a:gd name="connsiteY16" fmla="*/ 6858000 h 6858000"/>
              <a:gd name="connsiteX17" fmla="*/ 0 w 5721618"/>
              <a:gd name="connsiteY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721618" h="6858000">
                <a:moveTo>
                  <a:pt x="0" y="0"/>
                </a:moveTo>
                <a:lnTo>
                  <a:pt x="5721618" y="0"/>
                </a:lnTo>
                <a:lnTo>
                  <a:pt x="5721618" y="40150"/>
                </a:lnTo>
                <a:cubicBezTo>
                  <a:pt x="5721618" y="177858"/>
                  <a:pt x="5721618" y="453275"/>
                  <a:pt x="5721618" y="1004108"/>
                </a:cubicBezTo>
                <a:cubicBezTo>
                  <a:pt x="5721618" y="1137219"/>
                  <a:pt x="5612760" y="1245809"/>
                  <a:pt x="5479321" y="1245809"/>
                </a:cubicBezTo>
                <a:cubicBezTo>
                  <a:pt x="5479321" y="1245809"/>
                  <a:pt x="5479321" y="1245809"/>
                  <a:pt x="4596165" y="1245809"/>
                </a:cubicBezTo>
                <a:cubicBezTo>
                  <a:pt x="4241499" y="1245809"/>
                  <a:pt x="3953551" y="1533048"/>
                  <a:pt x="3953551" y="1885091"/>
                </a:cubicBezTo>
                <a:cubicBezTo>
                  <a:pt x="3953551" y="1885091"/>
                  <a:pt x="3953551" y="1885091"/>
                  <a:pt x="3953551" y="2988509"/>
                </a:cubicBezTo>
                <a:cubicBezTo>
                  <a:pt x="3953551" y="3340552"/>
                  <a:pt x="4241499" y="3627791"/>
                  <a:pt x="4596165" y="3627791"/>
                </a:cubicBezTo>
                <a:cubicBezTo>
                  <a:pt x="4596165" y="3627791"/>
                  <a:pt x="4596165" y="3627791"/>
                  <a:pt x="5479321" y="3627791"/>
                </a:cubicBezTo>
                <a:cubicBezTo>
                  <a:pt x="5612760" y="3627791"/>
                  <a:pt x="5721618" y="3736381"/>
                  <a:pt x="5721618" y="3869492"/>
                </a:cubicBezTo>
                <a:cubicBezTo>
                  <a:pt x="5721618" y="3869492"/>
                  <a:pt x="5721618" y="3869492"/>
                  <a:pt x="5721618" y="4972910"/>
                </a:cubicBezTo>
                <a:cubicBezTo>
                  <a:pt x="5721618" y="5106020"/>
                  <a:pt x="5612760" y="5214611"/>
                  <a:pt x="5479321" y="5214611"/>
                </a:cubicBezTo>
                <a:cubicBezTo>
                  <a:pt x="5479321" y="5214611"/>
                  <a:pt x="5479321" y="5214611"/>
                  <a:pt x="4596165" y="5214611"/>
                </a:cubicBezTo>
                <a:cubicBezTo>
                  <a:pt x="4241499" y="5214611"/>
                  <a:pt x="3953551" y="5501850"/>
                  <a:pt x="3953551" y="5853892"/>
                </a:cubicBezTo>
                <a:cubicBezTo>
                  <a:pt x="3953551" y="5853892"/>
                  <a:pt x="3953551" y="5853892"/>
                  <a:pt x="3953551" y="6761638"/>
                </a:cubicBezTo>
                <a:lnTo>
                  <a:pt x="39535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085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5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655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FC096D1-DDD2-42D4-9568-7B8B13A67C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5325" y="3833813"/>
            <a:ext cx="1966913" cy="2474912"/>
          </a:xfrm>
          <a:custGeom>
            <a:avLst/>
            <a:gdLst>
              <a:gd name="connsiteX0" fmla="*/ 180366 w 1966913"/>
              <a:gd name="connsiteY0" fmla="*/ 0 h 2474912"/>
              <a:gd name="connsiteX1" fmla="*/ 1786547 w 1966913"/>
              <a:gd name="connsiteY1" fmla="*/ 0 h 2474912"/>
              <a:gd name="connsiteX2" fmla="*/ 1966913 w 1966913"/>
              <a:gd name="connsiteY2" fmla="*/ 180366 h 2474912"/>
              <a:gd name="connsiteX3" fmla="*/ 1966913 w 1966913"/>
              <a:gd name="connsiteY3" fmla="*/ 2294546 h 2474912"/>
              <a:gd name="connsiteX4" fmla="*/ 1786547 w 1966913"/>
              <a:gd name="connsiteY4" fmla="*/ 2474912 h 2474912"/>
              <a:gd name="connsiteX5" fmla="*/ 180366 w 1966913"/>
              <a:gd name="connsiteY5" fmla="*/ 2474912 h 2474912"/>
              <a:gd name="connsiteX6" fmla="*/ 0 w 1966913"/>
              <a:gd name="connsiteY6" fmla="*/ 2294546 h 2474912"/>
              <a:gd name="connsiteX7" fmla="*/ 0 w 1966913"/>
              <a:gd name="connsiteY7" fmla="*/ 180366 h 2474912"/>
              <a:gd name="connsiteX8" fmla="*/ 180366 w 1966913"/>
              <a:gd name="connsiteY8" fmla="*/ 0 h 2474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6913" h="2474912">
                <a:moveTo>
                  <a:pt x="180366" y="0"/>
                </a:moveTo>
                <a:lnTo>
                  <a:pt x="1786547" y="0"/>
                </a:lnTo>
                <a:cubicBezTo>
                  <a:pt x="1886160" y="0"/>
                  <a:pt x="1966913" y="80753"/>
                  <a:pt x="1966913" y="180366"/>
                </a:cubicBezTo>
                <a:lnTo>
                  <a:pt x="1966913" y="2294546"/>
                </a:lnTo>
                <a:cubicBezTo>
                  <a:pt x="1966913" y="2394159"/>
                  <a:pt x="1886160" y="2474912"/>
                  <a:pt x="1786547" y="2474912"/>
                </a:cubicBezTo>
                <a:lnTo>
                  <a:pt x="180366" y="2474912"/>
                </a:lnTo>
                <a:cubicBezTo>
                  <a:pt x="80753" y="2474912"/>
                  <a:pt x="0" y="2394159"/>
                  <a:pt x="0" y="2294546"/>
                </a:cubicBezTo>
                <a:lnTo>
                  <a:pt x="0" y="180366"/>
                </a:lnTo>
                <a:cubicBezTo>
                  <a:pt x="0" y="80753"/>
                  <a:pt x="80753" y="0"/>
                  <a:pt x="18036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72065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2CCABA0-1359-4B47-A86D-D8933931B930}"/>
              </a:ext>
            </a:extLst>
          </p:cNvPr>
          <p:cNvGrpSpPr/>
          <p:nvPr userDrawn="1"/>
        </p:nvGrpSpPr>
        <p:grpSpPr>
          <a:xfrm>
            <a:off x="0" y="0"/>
            <a:ext cx="12192000" cy="7131504"/>
            <a:chOff x="0" y="0"/>
            <a:chExt cx="12192000" cy="713150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828364C-9492-4595-9F92-D2E959F2EF3D}"/>
                </a:ext>
              </a:extLst>
            </p:cNvPr>
            <p:cNvCxnSpPr/>
            <p:nvPr/>
          </p:nvCxnSpPr>
          <p:spPr>
            <a:xfrm>
              <a:off x="69532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A1F889E-2573-4609-B170-B215FF6921EF}"/>
                </a:ext>
              </a:extLst>
            </p:cNvPr>
            <p:cNvCxnSpPr/>
            <p:nvPr/>
          </p:nvCxnSpPr>
          <p:spPr>
            <a:xfrm>
              <a:off x="1526198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7787F9-B9A0-4360-BAC0-55134025DCC9}"/>
                </a:ext>
              </a:extLst>
            </p:cNvPr>
            <p:cNvCxnSpPr/>
            <p:nvPr/>
          </p:nvCxnSpPr>
          <p:spPr>
            <a:xfrm>
              <a:off x="2357071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D04AE13-2CB6-4592-93D9-AE02EA8D7FE3}"/>
                </a:ext>
              </a:extLst>
            </p:cNvPr>
            <p:cNvCxnSpPr/>
            <p:nvPr/>
          </p:nvCxnSpPr>
          <p:spPr>
            <a:xfrm>
              <a:off x="3187944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108D5ED-9FA8-4658-B7FC-47AE83087CEE}"/>
                </a:ext>
              </a:extLst>
            </p:cNvPr>
            <p:cNvCxnSpPr/>
            <p:nvPr/>
          </p:nvCxnSpPr>
          <p:spPr>
            <a:xfrm>
              <a:off x="4018817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8ACBF47-22A1-4108-A5C3-62F49998C985}"/>
                </a:ext>
              </a:extLst>
            </p:cNvPr>
            <p:cNvCxnSpPr/>
            <p:nvPr/>
          </p:nvCxnSpPr>
          <p:spPr>
            <a:xfrm>
              <a:off x="4849690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DA448B1-D8A0-4E4B-AEEA-0D2944F65C44}"/>
                </a:ext>
              </a:extLst>
            </p:cNvPr>
            <p:cNvCxnSpPr/>
            <p:nvPr/>
          </p:nvCxnSpPr>
          <p:spPr>
            <a:xfrm>
              <a:off x="5680563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8488A3B-CD03-4E9F-9149-066D0636C215}"/>
                </a:ext>
              </a:extLst>
            </p:cNvPr>
            <p:cNvCxnSpPr/>
            <p:nvPr/>
          </p:nvCxnSpPr>
          <p:spPr>
            <a:xfrm>
              <a:off x="6511436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B9F78FE-6C5B-40D2-9CD3-27032DFFB016}"/>
                </a:ext>
              </a:extLst>
            </p:cNvPr>
            <p:cNvCxnSpPr/>
            <p:nvPr/>
          </p:nvCxnSpPr>
          <p:spPr>
            <a:xfrm>
              <a:off x="7342309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BE0AE5-E98B-4C65-93C8-EE034F9AAA76}"/>
                </a:ext>
              </a:extLst>
            </p:cNvPr>
            <p:cNvCxnSpPr/>
            <p:nvPr/>
          </p:nvCxnSpPr>
          <p:spPr>
            <a:xfrm>
              <a:off x="8173182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BC762F9-E0FA-4CFC-9ACA-3407F4ED8DD6}"/>
                </a:ext>
              </a:extLst>
            </p:cNvPr>
            <p:cNvCxnSpPr/>
            <p:nvPr/>
          </p:nvCxnSpPr>
          <p:spPr>
            <a:xfrm>
              <a:off x="900405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49A370-97E6-48DC-834B-42AC12473309}"/>
                </a:ext>
              </a:extLst>
            </p:cNvPr>
            <p:cNvCxnSpPr/>
            <p:nvPr/>
          </p:nvCxnSpPr>
          <p:spPr>
            <a:xfrm>
              <a:off x="9834928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6E6A846-DD31-4BC1-A077-D47E1793D6A0}"/>
                </a:ext>
              </a:extLst>
            </p:cNvPr>
            <p:cNvCxnSpPr/>
            <p:nvPr/>
          </p:nvCxnSpPr>
          <p:spPr>
            <a:xfrm>
              <a:off x="10665801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E0BA879-67A9-491C-A4F0-842E955C62B7}"/>
                </a:ext>
              </a:extLst>
            </p:cNvPr>
            <p:cNvCxnSpPr/>
            <p:nvPr/>
          </p:nvCxnSpPr>
          <p:spPr>
            <a:xfrm>
              <a:off x="1149667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D1BC61E-1814-4362-88AD-06A07E3E35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49275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C4BC091-18B5-49E5-BB49-AC2A6763653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372054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E707DDC-FE84-4DB4-B234-26393A1060E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194833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13C05F0-8BAF-4577-9301-1A529E5B9A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017612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3383A7A-D207-484E-A72F-B24B12606B4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840391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6A79072-B9FA-490B-B555-448D5FBE448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63170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00E57F6-24E9-44C7-9562-CDEEE32B078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485949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5614852-DA19-401A-9D88-AF3912265D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08725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C041A9-E332-4774-9114-9A1DAFE5B47F}"/>
                </a:ext>
              </a:extLst>
            </p:cNvPr>
            <p:cNvSpPr/>
            <p:nvPr/>
          </p:nvSpPr>
          <p:spPr>
            <a:xfrm>
              <a:off x="3187943" y="137204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EA6464-EAC7-41A8-8FC2-3F64B7BDADFA}"/>
                </a:ext>
              </a:extLst>
            </p:cNvPr>
            <p:cNvSpPr/>
            <p:nvPr/>
          </p:nvSpPr>
          <p:spPr>
            <a:xfrm>
              <a:off x="1526202" y="3017611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3E7DEF-7CBE-459A-BF19-141E154C6A94}"/>
                </a:ext>
              </a:extLst>
            </p:cNvPr>
            <p:cNvSpPr/>
            <p:nvPr/>
          </p:nvSpPr>
          <p:spPr>
            <a:xfrm>
              <a:off x="4018821" y="4663167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C6D66D-7A42-4036-9F10-87F880104CBB}"/>
                </a:ext>
              </a:extLst>
            </p:cNvPr>
            <p:cNvSpPr/>
            <p:nvPr/>
          </p:nvSpPr>
          <p:spPr>
            <a:xfrm>
              <a:off x="6511440" y="2194832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84005F8-3771-496C-B946-E5A522DDED56}"/>
                </a:ext>
              </a:extLst>
            </p:cNvPr>
            <p:cNvSpPr/>
            <p:nvPr/>
          </p:nvSpPr>
          <p:spPr>
            <a:xfrm>
              <a:off x="9004059" y="0"/>
              <a:ext cx="830869" cy="549272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E5A0996-13B8-4136-AABB-09DE63370E61}"/>
                </a:ext>
              </a:extLst>
            </p:cNvPr>
            <p:cNvSpPr/>
            <p:nvPr/>
          </p:nvSpPr>
          <p:spPr>
            <a:xfrm>
              <a:off x="8173188" y="384038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2E98F82-FEA2-49F3-9ADC-D3421FBDA8FB}"/>
                </a:ext>
              </a:extLst>
            </p:cNvPr>
            <p:cNvSpPr/>
            <p:nvPr/>
          </p:nvSpPr>
          <p:spPr>
            <a:xfrm>
              <a:off x="695332" y="5485946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AB5D2E4-DEE7-4F5D-9081-A93386384A22}"/>
                </a:ext>
              </a:extLst>
            </p:cNvPr>
            <p:cNvSpPr/>
            <p:nvPr/>
          </p:nvSpPr>
          <p:spPr>
            <a:xfrm>
              <a:off x="10665806" y="137204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FB969DD-17D9-41EF-A005-7F0DFCF833DF}"/>
                </a:ext>
              </a:extLst>
            </p:cNvPr>
            <p:cNvSpPr/>
            <p:nvPr/>
          </p:nvSpPr>
          <p:spPr>
            <a:xfrm>
              <a:off x="10665806" y="4663167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814978C-A9DC-464C-A7CC-5635347A9634}"/>
                </a:ext>
              </a:extLst>
            </p:cNvPr>
            <p:cNvSpPr/>
            <p:nvPr/>
          </p:nvSpPr>
          <p:spPr>
            <a:xfrm>
              <a:off x="7342304" y="6308725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DF11BD3-9E0E-434B-83D8-BA3EE093FD1F}"/>
                </a:ext>
              </a:extLst>
            </p:cNvPr>
            <p:cNvSpPr/>
            <p:nvPr/>
          </p:nvSpPr>
          <p:spPr>
            <a:xfrm>
              <a:off x="695331" y="0"/>
              <a:ext cx="830869" cy="549275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6660C1F4-21DB-4D6C-823A-89EF6B4FD0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00233" y="3920112"/>
            <a:ext cx="3485726" cy="1523489"/>
          </a:xfrm>
          <a:prstGeom prst="roundRect">
            <a:avLst>
              <a:gd name="adj" fmla="val 8914"/>
            </a:avLst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2075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541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9466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D30A46B-1A60-4965-B04C-BABE6A1BB8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07509"/>
            <a:ext cx="12192000" cy="4950491"/>
          </a:xfrm>
          <a:custGeom>
            <a:avLst/>
            <a:gdLst>
              <a:gd name="connsiteX0" fmla="*/ 10238398 w 12192000"/>
              <a:gd name="connsiteY0" fmla="*/ 490 h 4950491"/>
              <a:gd name="connsiteX1" fmla="*/ 10695550 w 12192000"/>
              <a:gd name="connsiteY1" fmla="*/ 90913 h 4950491"/>
              <a:gd name="connsiteX2" fmla="*/ 11242827 w 12192000"/>
              <a:gd name="connsiteY2" fmla="*/ 397086 h 4950491"/>
              <a:gd name="connsiteX3" fmla="*/ 11713527 w 12192000"/>
              <a:gd name="connsiteY3" fmla="*/ 677266 h 4950491"/>
              <a:gd name="connsiteX4" fmla="*/ 12183894 w 12192000"/>
              <a:gd name="connsiteY4" fmla="*/ 847115 h 4950491"/>
              <a:gd name="connsiteX5" fmla="*/ 12192000 w 12192000"/>
              <a:gd name="connsiteY5" fmla="*/ 848500 h 4950491"/>
              <a:gd name="connsiteX6" fmla="*/ 12192000 w 12192000"/>
              <a:gd name="connsiteY6" fmla="*/ 4950491 h 4950491"/>
              <a:gd name="connsiteX7" fmla="*/ 0 w 12192000"/>
              <a:gd name="connsiteY7" fmla="*/ 4950491 h 4950491"/>
              <a:gd name="connsiteX8" fmla="*/ 0 w 12192000"/>
              <a:gd name="connsiteY8" fmla="*/ 4638301 h 4950491"/>
              <a:gd name="connsiteX9" fmla="*/ 95720 w 12192000"/>
              <a:gd name="connsiteY9" fmla="*/ 4583427 h 4950491"/>
              <a:gd name="connsiteX10" fmla="*/ 780589 w 12192000"/>
              <a:gd name="connsiteY10" fmla="*/ 3679922 h 4950491"/>
              <a:gd name="connsiteX11" fmla="*/ 860054 w 12192000"/>
              <a:gd name="connsiteY11" fmla="*/ 3493301 h 4950491"/>
              <a:gd name="connsiteX12" fmla="*/ 1160343 w 12192000"/>
              <a:gd name="connsiteY12" fmla="*/ 2909944 h 4950491"/>
              <a:gd name="connsiteX13" fmla="*/ 1424036 w 12192000"/>
              <a:gd name="connsiteY13" fmla="*/ 2670206 h 4950491"/>
              <a:gd name="connsiteX14" fmla="*/ 1469887 w 12192000"/>
              <a:gd name="connsiteY14" fmla="*/ 2645807 h 4950491"/>
              <a:gd name="connsiteX15" fmla="*/ 2617871 w 12192000"/>
              <a:gd name="connsiteY15" fmla="*/ 2645807 h 4950491"/>
              <a:gd name="connsiteX16" fmla="*/ 2693946 w 12192000"/>
              <a:gd name="connsiteY16" fmla="*/ 2693279 h 4950491"/>
              <a:gd name="connsiteX17" fmla="*/ 3331847 w 12192000"/>
              <a:gd name="connsiteY17" fmla="*/ 3325340 h 4950491"/>
              <a:gd name="connsiteX18" fmla="*/ 3340392 w 12192000"/>
              <a:gd name="connsiteY18" fmla="*/ 3335410 h 4950491"/>
              <a:gd name="connsiteX19" fmla="*/ 4434544 w 12192000"/>
              <a:gd name="connsiteY19" fmla="*/ 4298857 h 4950491"/>
              <a:gd name="connsiteX20" fmla="*/ 5404126 w 12192000"/>
              <a:gd name="connsiteY20" fmla="*/ 4425413 h 4950491"/>
              <a:gd name="connsiteX21" fmla="*/ 6083047 w 12192000"/>
              <a:gd name="connsiteY21" fmla="*/ 4035569 h 4950491"/>
              <a:gd name="connsiteX22" fmla="*/ 6378059 w 12192000"/>
              <a:gd name="connsiteY22" fmla="*/ 3481122 h 4950491"/>
              <a:gd name="connsiteX23" fmla="*/ 6611290 w 12192000"/>
              <a:gd name="connsiteY23" fmla="*/ 3085737 h 4950491"/>
              <a:gd name="connsiteX24" fmla="*/ 7131817 w 12192000"/>
              <a:gd name="connsiteY24" fmla="*/ 3132747 h 4950491"/>
              <a:gd name="connsiteX25" fmla="*/ 8086671 w 12192000"/>
              <a:gd name="connsiteY25" fmla="*/ 3169011 h 4950491"/>
              <a:gd name="connsiteX26" fmla="*/ 8795080 w 12192000"/>
              <a:gd name="connsiteY26" fmla="*/ 2136843 h 4950491"/>
              <a:gd name="connsiteX27" fmla="*/ 8814519 w 12192000"/>
              <a:gd name="connsiteY27" fmla="*/ 1621927 h 4950491"/>
              <a:gd name="connsiteX28" fmla="*/ 8828395 w 12192000"/>
              <a:gd name="connsiteY28" fmla="*/ 1202477 h 4950491"/>
              <a:gd name="connsiteX29" fmla="*/ 9490708 w 12192000"/>
              <a:gd name="connsiteY29" fmla="*/ 191100 h 4950491"/>
              <a:gd name="connsiteX30" fmla="*/ 10238398 w 12192000"/>
              <a:gd name="connsiteY30" fmla="*/ 490 h 495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4950491">
                <a:moveTo>
                  <a:pt x="10238398" y="490"/>
                </a:moveTo>
                <a:cubicBezTo>
                  <a:pt x="10394983" y="4594"/>
                  <a:pt x="10550529" y="34472"/>
                  <a:pt x="10695550" y="90913"/>
                </a:cubicBezTo>
                <a:cubicBezTo>
                  <a:pt x="10879862" y="162669"/>
                  <a:pt x="11056126" y="276620"/>
                  <a:pt x="11242827" y="397086"/>
                </a:cubicBezTo>
                <a:cubicBezTo>
                  <a:pt x="11391300" y="493194"/>
                  <a:pt x="11544936" y="592272"/>
                  <a:pt x="11713527" y="677266"/>
                </a:cubicBezTo>
                <a:cubicBezTo>
                  <a:pt x="11871127" y="756720"/>
                  <a:pt x="12029283" y="813322"/>
                  <a:pt x="12183894" y="847115"/>
                </a:cubicBezTo>
                <a:lnTo>
                  <a:pt x="12192000" y="848500"/>
                </a:lnTo>
                <a:lnTo>
                  <a:pt x="12192000" y="4950491"/>
                </a:lnTo>
                <a:lnTo>
                  <a:pt x="0" y="4950491"/>
                </a:lnTo>
                <a:lnTo>
                  <a:pt x="0" y="4638301"/>
                </a:lnTo>
                <a:lnTo>
                  <a:pt x="95720" y="4583427"/>
                </a:lnTo>
                <a:cubicBezTo>
                  <a:pt x="452458" y="4352762"/>
                  <a:pt x="648981" y="3979312"/>
                  <a:pt x="780589" y="3679922"/>
                </a:cubicBezTo>
                <a:cubicBezTo>
                  <a:pt x="808137" y="3617374"/>
                  <a:pt x="834578" y="3554246"/>
                  <a:pt x="860054" y="3493301"/>
                </a:cubicBezTo>
                <a:cubicBezTo>
                  <a:pt x="950551" y="3276639"/>
                  <a:pt x="1036250" y="3072071"/>
                  <a:pt x="1160343" y="2909944"/>
                </a:cubicBezTo>
                <a:cubicBezTo>
                  <a:pt x="1232814" y="2815288"/>
                  <a:pt x="1322861" y="2734804"/>
                  <a:pt x="1424036" y="2670206"/>
                </a:cubicBezTo>
                <a:lnTo>
                  <a:pt x="1469887" y="2645807"/>
                </a:lnTo>
                <a:lnTo>
                  <a:pt x="2617871" y="2645807"/>
                </a:lnTo>
                <a:lnTo>
                  <a:pt x="2693946" y="2693279"/>
                </a:lnTo>
                <a:cubicBezTo>
                  <a:pt x="2917864" y="2847881"/>
                  <a:pt x="3118469" y="3073472"/>
                  <a:pt x="3331847" y="3325340"/>
                </a:cubicBezTo>
                <a:lnTo>
                  <a:pt x="3340392" y="3335410"/>
                </a:lnTo>
                <a:cubicBezTo>
                  <a:pt x="3634813" y="3683226"/>
                  <a:pt x="3968571" y="4077280"/>
                  <a:pt x="4434544" y="4298857"/>
                </a:cubicBezTo>
                <a:cubicBezTo>
                  <a:pt x="4719818" y="4434628"/>
                  <a:pt x="5074934" y="4489997"/>
                  <a:pt x="5404126" y="4425413"/>
                </a:cubicBezTo>
                <a:cubicBezTo>
                  <a:pt x="5661230" y="4374972"/>
                  <a:pt x="5902778" y="4251325"/>
                  <a:pt x="6083047" y="4035569"/>
                </a:cubicBezTo>
                <a:cubicBezTo>
                  <a:pt x="6228181" y="3861949"/>
                  <a:pt x="6307742" y="3659578"/>
                  <a:pt x="6378059" y="3481122"/>
                </a:cubicBezTo>
                <a:cubicBezTo>
                  <a:pt x="6449997" y="3298765"/>
                  <a:pt x="6511846" y="3141086"/>
                  <a:pt x="6611290" y="3085737"/>
                </a:cubicBezTo>
                <a:cubicBezTo>
                  <a:pt x="6723293" y="3023345"/>
                  <a:pt x="6912625" y="3074006"/>
                  <a:pt x="7131817" y="3132747"/>
                </a:cubicBezTo>
                <a:cubicBezTo>
                  <a:pt x="7420563" y="3210096"/>
                  <a:pt x="7747932" y="3297587"/>
                  <a:pt x="8086671" y="3169011"/>
                </a:cubicBezTo>
                <a:cubicBezTo>
                  <a:pt x="8466698" y="3024567"/>
                  <a:pt x="8731471" y="2638723"/>
                  <a:pt x="8795080" y="2136843"/>
                </a:cubicBezTo>
                <a:cubicBezTo>
                  <a:pt x="8817612" y="1958403"/>
                  <a:pt x="8816096" y="1787273"/>
                  <a:pt x="8814519" y="1621927"/>
                </a:cubicBezTo>
                <a:cubicBezTo>
                  <a:pt x="8813107" y="1473671"/>
                  <a:pt x="8811898" y="1333540"/>
                  <a:pt x="8828395" y="1202477"/>
                </a:cubicBezTo>
                <a:cubicBezTo>
                  <a:pt x="8880446" y="790870"/>
                  <a:pt x="9134149" y="403414"/>
                  <a:pt x="9490708" y="191100"/>
                </a:cubicBezTo>
                <a:cubicBezTo>
                  <a:pt x="9713556" y="58406"/>
                  <a:pt x="9977421" y="-6350"/>
                  <a:pt x="10238398" y="49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8332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281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B3EAA4D-FACD-4969-901D-36836269F70D}"/>
              </a:ext>
            </a:extLst>
          </p:cNvPr>
          <p:cNvGrpSpPr/>
          <p:nvPr userDrawn="1"/>
        </p:nvGrpSpPr>
        <p:grpSpPr>
          <a:xfrm>
            <a:off x="0" y="0"/>
            <a:ext cx="12192000" cy="7131504"/>
            <a:chOff x="0" y="0"/>
            <a:chExt cx="12192000" cy="713150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9091B6B-5BC8-46B4-82E3-35B9F658CB15}"/>
                </a:ext>
              </a:extLst>
            </p:cNvPr>
            <p:cNvCxnSpPr/>
            <p:nvPr/>
          </p:nvCxnSpPr>
          <p:spPr>
            <a:xfrm>
              <a:off x="69532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F341CBD-32C1-4ABB-955D-BCFC7DB57FAF}"/>
                </a:ext>
              </a:extLst>
            </p:cNvPr>
            <p:cNvCxnSpPr/>
            <p:nvPr/>
          </p:nvCxnSpPr>
          <p:spPr>
            <a:xfrm>
              <a:off x="1526198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8B968BF-0393-463D-933C-2738B76C8DCA}"/>
                </a:ext>
              </a:extLst>
            </p:cNvPr>
            <p:cNvCxnSpPr/>
            <p:nvPr/>
          </p:nvCxnSpPr>
          <p:spPr>
            <a:xfrm>
              <a:off x="2357071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3BA8F98-B2A6-45D9-A5A1-1C6A98190242}"/>
                </a:ext>
              </a:extLst>
            </p:cNvPr>
            <p:cNvCxnSpPr/>
            <p:nvPr/>
          </p:nvCxnSpPr>
          <p:spPr>
            <a:xfrm>
              <a:off x="3187944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8747946-1E96-4D37-AC14-87040986E15D}"/>
                </a:ext>
              </a:extLst>
            </p:cNvPr>
            <p:cNvCxnSpPr/>
            <p:nvPr/>
          </p:nvCxnSpPr>
          <p:spPr>
            <a:xfrm>
              <a:off x="4018817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AB7E605-FEE2-4DFA-9397-E848BC9BD471}"/>
                </a:ext>
              </a:extLst>
            </p:cNvPr>
            <p:cNvCxnSpPr/>
            <p:nvPr/>
          </p:nvCxnSpPr>
          <p:spPr>
            <a:xfrm>
              <a:off x="4849690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44C3F3E-D007-4210-B6CE-DB02D2115E50}"/>
                </a:ext>
              </a:extLst>
            </p:cNvPr>
            <p:cNvCxnSpPr/>
            <p:nvPr/>
          </p:nvCxnSpPr>
          <p:spPr>
            <a:xfrm>
              <a:off x="5680563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EC2D8F4-1015-41A4-B21F-C60B1D385418}"/>
                </a:ext>
              </a:extLst>
            </p:cNvPr>
            <p:cNvCxnSpPr/>
            <p:nvPr/>
          </p:nvCxnSpPr>
          <p:spPr>
            <a:xfrm>
              <a:off x="6511436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2052586-F232-4376-BB57-93CEAB4CDB06}"/>
                </a:ext>
              </a:extLst>
            </p:cNvPr>
            <p:cNvCxnSpPr/>
            <p:nvPr/>
          </p:nvCxnSpPr>
          <p:spPr>
            <a:xfrm>
              <a:off x="7342309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4E8EEB1-7411-4E53-93AE-57A37AA865AB}"/>
                </a:ext>
              </a:extLst>
            </p:cNvPr>
            <p:cNvCxnSpPr/>
            <p:nvPr/>
          </p:nvCxnSpPr>
          <p:spPr>
            <a:xfrm>
              <a:off x="8173182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00F7077-AC40-41EF-9434-D205FE746172}"/>
                </a:ext>
              </a:extLst>
            </p:cNvPr>
            <p:cNvCxnSpPr/>
            <p:nvPr/>
          </p:nvCxnSpPr>
          <p:spPr>
            <a:xfrm>
              <a:off x="900405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9CECB2D-980C-4BC9-B2F3-684AFAB63F46}"/>
                </a:ext>
              </a:extLst>
            </p:cNvPr>
            <p:cNvCxnSpPr/>
            <p:nvPr/>
          </p:nvCxnSpPr>
          <p:spPr>
            <a:xfrm>
              <a:off x="9834928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663B67-57C7-48F4-BC80-53E8B14E3960}"/>
                </a:ext>
              </a:extLst>
            </p:cNvPr>
            <p:cNvCxnSpPr/>
            <p:nvPr/>
          </p:nvCxnSpPr>
          <p:spPr>
            <a:xfrm>
              <a:off x="10665801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FE41857-AFC9-4FF6-A883-E7E91AF4321A}"/>
                </a:ext>
              </a:extLst>
            </p:cNvPr>
            <p:cNvCxnSpPr/>
            <p:nvPr/>
          </p:nvCxnSpPr>
          <p:spPr>
            <a:xfrm>
              <a:off x="1149667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B001049-8F5C-4172-8AB7-FD353F27052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49275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CEA8078-33BD-4F4C-8E32-C204030BB42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372054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E309322-5AE9-4DDB-8684-C2A92702942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194833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1506225-52C2-4BA5-9E26-1CAA6ECACAE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017612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2790EC-80F7-431B-843C-A746CD770DB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840391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EFC31F3-9B43-446B-B707-12A56E9A11E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63170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CF111-5867-4DC4-BB81-B008E49C25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485949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8D4A05A-5B24-4481-8989-1504715861D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08725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30E3D62-85B1-4517-A456-9A5866FA661E}"/>
                </a:ext>
              </a:extLst>
            </p:cNvPr>
            <p:cNvSpPr/>
            <p:nvPr/>
          </p:nvSpPr>
          <p:spPr>
            <a:xfrm>
              <a:off x="3187943" y="137204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9312F32-A574-4113-9907-FCD138B6F8E2}"/>
                </a:ext>
              </a:extLst>
            </p:cNvPr>
            <p:cNvSpPr/>
            <p:nvPr/>
          </p:nvSpPr>
          <p:spPr>
            <a:xfrm>
              <a:off x="1526202" y="3017611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F706B55-DD68-4C50-A641-502E1A6DB5DA}"/>
                </a:ext>
              </a:extLst>
            </p:cNvPr>
            <p:cNvSpPr/>
            <p:nvPr/>
          </p:nvSpPr>
          <p:spPr>
            <a:xfrm>
              <a:off x="4018821" y="4663167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79DBE51-C0FD-4DB0-A1DE-D22C648FC398}"/>
                </a:ext>
              </a:extLst>
            </p:cNvPr>
            <p:cNvSpPr/>
            <p:nvPr/>
          </p:nvSpPr>
          <p:spPr>
            <a:xfrm>
              <a:off x="6511440" y="2194832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3DBFC6C-6271-4100-91D9-F43702F0B76E}"/>
                </a:ext>
              </a:extLst>
            </p:cNvPr>
            <p:cNvSpPr/>
            <p:nvPr/>
          </p:nvSpPr>
          <p:spPr>
            <a:xfrm>
              <a:off x="9004059" y="0"/>
              <a:ext cx="830869" cy="549272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2CC35E6-7D9E-4B1F-BC94-C5408435021E}"/>
                </a:ext>
              </a:extLst>
            </p:cNvPr>
            <p:cNvSpPr/>
            <p:nvPr/>
          </p:nvSpPr>
          <p:spPr>
            <a:xfrm>
              <a:off x="8173188" y="384038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BEA7DC6-EB69-4AEB-9D3B-AC8DD14092D7}"/>
                </a:ext>
              </a:extLst>
            </p:cNvPr>
            <p:cNvSpPr/>
            <p:nvPr/>
          </p:nvSpPr>
          <p:spPr>
            <a:xfrm>
              <a:off x="695332" y="5485946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86E3D02-3E76-4E9A-9A7B-CAAB44AF1061}"/>
                </a:ext>
              </a:extLst>
            </p:cNvPr>
            <p:cNvSpPr/>
            <p:nvPr/>
          </p:nvSpPr>
          <p:spPr>
            <a:xfrm>
              <a:off x="10665806" y="137204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71EAAB0-69E9-4F57-800D-F4512A4E1C52}"/>
                </a:ext>
              </a:extLst>
            </p:cNvPr>
            <p:cNvSpPr/>
            <p:nvPr/>
          </p:nvSpPr>
          <p:spPr>
            <a:xfrm>
              <a:off x="10665806" y="4663167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37BCDB8-2779-4530-A607-39C834010202}"/>
                </a:ext>
              </a:extLst>
            </p:cNvPr>
            <p:cNvSpPr/>
            <p:nvPr/>
          </p:nvSpPr>
          <p:spPr>
            <a:xfrm>
              <a:off x="7342304" y="6308725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1ED0F5F-01B1-466C-8E94-968B166DC7DB}"/>
                </a:ext>
              </a:extLst>
            </p:cNvPr>
            <p:cNvSpPr/>
            <p:nvPr/>
          </p:nvSpPr>
          <p:spPr>
            <a:xfrm>
              <a:off x="695331" y="0"/>
              <a:ext cx="830869" cy="549275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1241ACFB-B5B7-4669-8A4B-BEED2E757C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17761" y="3226961"/>
            <a:ext cx="5956479" cy="1805596"/>
          </a:xfrm>
          <a:custGeom>
            <a:avLst/>
            <a:gdLst>
              <a:gd name="connsiteX0" fmla="*/ 155823 w 5956479"/>
              <a:gd name="connsiteY0" fmla="*/ 0 h 1805596"/>
              <a:gd name="connsiteX1" fmla="*/ 5800656 w 5956479"/>
              <a:gd name="connsiteY1" fmla="*/ 0 h 1805596"/>
              <a:gd name="connsiteX2" fmla="*/ 5956479 w 5956479"/>
              <a:gd name="connsiteY2" fmla="*/ 155823 h 1805596"/>
              <a:gd name="connsiteX3" fmla="*/ 5956479 w 5956479"/>
              <a:gd name="connsiteY3" fmla="*/ 1649773 h 1805596"/>
              <a:gd name="connsiteX4" fmla="*/ 5800656 w 5956479"/>
              <a:gd name="connsiteY4" fmla="*/ 1805596 h 1805596"/>
              <a:gd name="connsiteX5" fmla="*/ 155823 w 5956479"/>
              <a:gd name="connsiteY5" fmla="*/ 1805596 h 1805596"/>
              <a:gd name="connsiteX6" fmla="*/ 0 w 5956479"/>
              <a:gd name="connsiteY6" fmla="*/ 1649773 h 1805596"/>
              <a:gd name="connsiteX7" fmla="*/ 0 w 5956479"/>
              <a:gd name="connsiteY7" fmla="*/ 155823 h 1805596"/>
              <a:gd name="connsiteX8" fmla="*/ 155823 w 5956479"/>
              <a:gd name="connsiteY8" fmla="*/ 0 h 1805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6479" h="1805596">
                <a:moveTo>
                  <a:pt x="155823" y="0"/>
                </a:moveTo>
                <a:lnTo>
                  <a:pt x="5800656" y="0"/>
                </a:lnTo>
                <a:cubicBezTo>
                  <a:pt x="5886715" y="0"/>
                  <a:pt x="5956479" y="69764"/>
                  <a:pt x="5956479" y="155823"/>
                </a:cubicBezTo>
                <a:lnTo>
                  <a:pt x="5956479" y="1649773"/>
                </a:lnTo>
                <a:cubicBezTo>
                  <a:pt x="5956479" y="1735832"/>
                  <a:pt x="5886715" y="1805596"/>
                  <a:pt x="5800656" y="1805596"/>
                </a:cubicBezTo>
                <a:lnTo>
                  <a:pt x="155823" y="1805596"/>
                </a:lnTo>
                <a:cubicBezTo>
                  <a:pt x="69764" y="1805596"/>
                  <a:pt x="0" y="1735832"/>
                  <a:pt x="0" y="1649773"/>
                </a:cubicBezTo>
                <a:lnTo>
                  <a:pt x="0" y="155823"/>
                </a:lnTo>
                <a:cubicBezTo>
                  <a:pt x="0" y="69764"/>
                  <a:pt x="69764" y="0"/>
                  <a:pt x="15582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4698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8164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7892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C46268E-B9E8-4C68-9945-C12CC58690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03461" y="0"/>
            <a:ext cx="6488540" cy="6858000"/>
          </a:xfrm>
          <a:custGeom>
            <a:avLst/>
            <a:gdLst>
              <a:gd name="connsiteX0" fmla="*/ 3020111 w 6488540"/>
              <a:gd name="connsiteY0" fmla="*/ 0 h 6858000"/>
              <a:gd name="connsiteX1" fmla="*/ 6488540 w 6488540"/>
              <a:gd name="connsiteY1" fmla="*/ 0 h 6858000"/>
              <a:gd name="connsiteX2" fmla="*/ 6488539 w 6488540"/>
              <a:gd name="connsiteY2" fmla="*/ 6858000 h 6858000"/>
              <a:gd name="connsiteX3" fmla="*/ 0 w 6488540"/>
              <a:gd name="connsiteY3" fmla="*/ 6858000 h 6858000"/>
              <a:gd name="connsiteX4" fmla="*/ 0 w 6488540"/>
              <a:gd name="connsiteY4" fmla="*/ 5449597 h 6858000"/>
              <a:gd name="connsiteX5" fmla="*/ 625918 w 6488540"/>
              <a:gd name="connsiteY5" fmla="*/ 3938502 h 6858000"/>
              <a:gd name="connsiteX6" fmla="*/ 2224694 w 6488540"/>
              <a:gd name="connsiteY6" fmla="*/ 2339673 h 6858000"/>
              <a:gd name="connsiteX7" fmla="*/ 3020111 w 6488540"/>
              <a:gd name="connsiteY7" fmla="*/ 41940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8540" h="6858000">
                <a:moveTo>
                  <a:pt x="3020111" y="0"/>
                </a:moveTo>
                <a:lnTo>
                  <a:pt x="6488540" y="0"/>
                </a:lnTo>
                <a:lnTo>
                  <a:pt x="6488539" y="6858000"/>
                </a:lnTo>
                <a:lnTo>
                  <a:pt x="0" y="6858000"/>
                </a:lnTo>
                <a:lnTo>
                  <a:pt x="0" y="5449597"/>
                </a:lnTo>
                <a:cubicBezTo>
                  <a:pt x="0" y="4882820"/>
                  <a:pt x="225150" y="4339270"/>
                  <a:pt x="625918" y="3938502"/>
                </a:cubicBezTo>
                <a:lnTo>
                  <a:pt x="2224694" y="2339673"/>
                </a:lnTo>
                <a:cubicBezTo>
                  <a:pt x="2733992" y="1830375"/>
                  <a:pt x="3020112" y="1139608"/>
                  <a:pt x="3020111" y="41940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83081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B37D1F6-BDCA-49D6-8DB8-8066D0888EA0}"/>
              </a:ext>
            </a:extLst>
          </p:cNvPr>
          <p:cNvGrpSpPr/>
          <p:nvPr userDrawn="1"/>
        </p:nvGrpSpPr>
        <p:grpSpPr>
          <a:xfrm>
            <a:off x="0" y="0"/>
            <a:ext cx="12192000" cy="7131504"/>
            <a:chOff x="0" y="0"/>
            <a:chExt cx="12192000" cy="713150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F907B59-07FF-4E4E-8799-028128A85BA0}"/>
                </a:ext>
              </a:extLst>
            </p:cNvPr>
            <p:cNvCxnSpPr/>
            <p:nvPr/>
          </p:nvCxnSpPr>
          <p:spPr>
            <a:xfrm>
              <a:off x="69532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EDCBFD0-2B24-4CA7-875B-A3E0DB345F5B}"/>
                </a:ext>
              </a:extLst>
            </p:cNvPr>
            <p:cNvCxnSpPr/>
            <p:nvPr/>
          </p:nvCxnSpPr>
          <p:spPr>
            <a:xfrm>
              <a:off x="1526198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4C83465-7C69-407D-9292-268BB1D2EB7F}"/>
                </a:ext>
              </a:extLst>
            </p:cNvPr>
            <p:cNvCxnSpPr/>
            <p:nvPr/>
          </p:nvCxnSpPr>
          <p:spPr>
            <a:xfrm>
              <a:off x="2357071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9983B1-D1A2-4346-BD16-9063532B1922}"/>
                </a:ext>
              </a:extLst>
            </p:cNvPr>
            <p:cNvCxnSpPr/>
            <p:nvPr/>
          </p:nvCxnSpPr>
          <p:spPr>
            <a:xfrm>
              <a:off x="3187944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3D96582-5955-4658-A230-57A4D0976631}"/>
                </a:ext>
              </a:extLst>
            </p:cNvPr>
            <p:cNvCxnSpPr/>
            <p:nvPr/>
          </p:nvCxnSpPr>
          <p:spPr>
            <a:xfrm>
              <a:off x="4018817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25ED45-AD6D-4D03-86EE-8AA5E45E7E28}"/>
                </a:ext>
              </a:extLst>
            </p:cNvPr>
            <p:cNvCxnSpPr/>
            <p:nvPr/>
          </p:nvCxnSpPr>
          <p:spPr>
            <a:xfrm>
              <a:off x="4849690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795FAFF-99C4-4DAE-B5D2-CDB0A3CBD6F1}"/>
                </a:ext>
              </a:extLst>
            </p:cNvPr>
            <p:cNvCxnSpPr/>
            <p:nvPr/>
          </p:nvCxnSpPr>
          <p:spPr>
            <a:xfrm>
              <a:off x="5680563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A9CC06D-1690-465F-A09A-020B9E92799C}"/>
                </a:ext>
              </a:extLst>
            </p:cNvPr>
            <p:cNvCxnSpPr/>
            <p:nvPr/>
          </p:nvCxnSpPr>
          <p:spPr>
            <a:xfrm>
              <a:off x="6511436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53BAD4-8F39-4D62-A1AD-F75FDAB2D33E}"/>
                </a:ext>
              </a:extLst>
            </p:cNvPr>
            <p:cNvCxnSpPr/>
            <p:nvPr/>
          </p:nvCxnSpPr>
          <p:spPr>
            <a:xfrm>
              <a:off x="7342309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BAE5BD4-8656-4C22-AA0A-3D886107864D}"/>
                </a:ext>
              </a:extLst>
            </p:cNvPr>
            <p:cNvCxnSpPr/>
            <p:nvPr/>
          </p:nvCxnSpPr>
          <p:spPr>
            <a:xfrm>
              <a:off x="8173182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829F162-3695-4FBC-9268-D7AD1EB6BD63}"/>
                </a:ext>
              </a:extLst>
            </p:cNvPr>
            <p:cNvCxnSpPr/>
            <p:nvPr/>
          </p:nvCxnSpPr>
          <p:spPr>
            <a:xfrm>
              <a:off x="900405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A8AEB8C-B7E8-4D13-85BA-1BEED8F10BB5}"/>
                </a:ext>
              </a:extLst>
            </p:cNvPr>
            <p:cNvCxnSpPr/>
            <p:nvPr/>
          </p:nvCxnSpPr>
          <p:spPr>
            <a:xfrm>
              <a:off x="9834928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486AF56-9A25-4416-9CFF-B261E4A9F25F}"/>
                </a:ext>
              </a:extLst>
            </p:cNvPr>
            <p:cNvCxnSpPr/>
            <p:nvPr/>
          </p:nvCxnSpPr>
          <p:spPr>
            <a:xfrm>
              <a:off x="10665801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FC3B7C6-93A7-4A9C-8ECD-42159DF4B971}"/>
                </a:ext>
              </a:extLst>
            </p:cNvPr>
            <p:cNvCxnSpPr/>
            <p:nvPr/>
          </p:nvCxnSpPr>
          <p:spPr>
            <a:xfrm>
              <a:off x="11496675" y="0"/>
              <a:ext cx="0" cy="685800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9BA3289-59F8-4440-A3AF-A714DA0E721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49275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44E247-A1CE-4913-B413-30603773515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372054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32C165-2ECF-4AA9-AEE9-C3723060FC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194833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109B0F7-2D03-4331-B64E-7FF1B67CE8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017612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650751F-F6E6-4763-A445-88F4584CE7F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840391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B2D09E6-DF0D-450B-9CFD-97543C05FA3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63170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398F699-F9BD-4157-9AA1-0017C85CB02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485949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C6411DB-BE63-4B11-B539-C4F32501F8E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08725"/>
              <a:ext cx="1219200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51457F-64CB-4859-A7CF-CE47606BFDBA}"/>
                </a:ext>
              </a:extLst>
            </p:cNvPr>
            <p:cNvSpPr/>
            <p:nvPr/>
          </p:nvSpPr>
          <p:spPr>
            <a:xfrm>
              <a:off x="3187943" y="137204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DA17184-C449-4A72-955D-1BB940817630}"/>
                </a:ext>
              </a:extLst>
            </p:cNvPr>
            <p:cNvSpPr/>
            <p:nvPr/>
          </p:nvSpPr>
          <p:spPr>
            <a:xfrm>
              <a:off x="1526202" y="3017611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8C52B75-D945-413F-965A-EB54104F6D62}"/>
                </a:ext>
              </a:extLst>
            </p:cNvPr>
            <p:cNvSpPr/>
            <p:nvPr/>
          </p:nvSpPr>
          <p:spPr>
            <a:xfrm>
              <a:off x="4018821" y="4663167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5D4C3B2-1131-48FB-A8CB-2196115DD387}"/>
                </a:ext>
              </a:extLst>
            </p:cNvPr>
            <p:cNvSpPr/>
            <p:nvPr/>
          </p:nvSpPr>
          <p:spPr>
            <a:xfrm>
              <a:off x="6511440" y="2194832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CFF0E11-FD5E-4182-86C6-10E4015B7C04}"/>
                </a:ext>
              </a:extLst>
            </p:cNvPr>
            <p:cNvSpPr/>
            <p:nvPr/>
          </p:nvSpPr>
          <p:spPr>
            <a:xfrm>
              <a:off x="9004059" y="0"/>
              <a:ext cx="830869" cy="549272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A5063AB-13BD-45AA-B43B-D9ABE57F0F82}"/>
                </a:ext>
              </a:extLst>
            </p:cNvPr>
            <p:cNvSpPr/>
            <p:nvPr/>
          </p:nvSpPr>
          <p:spPr>
            <a:xfrm>
              <a:off x="8173188" y="384038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29A251-822D-4942-823E-60486947C28C}"/>
                </a:ext>
              </a:extLst>
            </p:cNvPr>
            <p:cNvSpPr/>
            <p:nvPr/>
          </p:nvSpPr>
          <p:spPr>
            <a:xfrm>
              <a:off x="695332" y="5485946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FC94955-7EAA-41EF-A04C-FC1E37174694}"/>
                </a:ext>
              </a:extLst>
            </p:cNvPr>
            <p:cNvSpPr/>
            <p:nvPr/>
          </p:nvSpPr>
          <p:spPr>
            <a:xfrm>
              <a:off x="10665806" y="1372049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B9927AB-7301-4974-9F48-10CEAA77C5BE}"/>
                </a:ext>
              </a:extLst>
            </p:cNvPr>
            <p:cNvSpPr/>
            <p:nvPr/>
          </p:nvSpPr>
          <p:spPr>
            <a:xfrm>
              <a:off x="10665806" y="4663167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D3235A5-38F5-486B-B194-0FA51D56328F}"/>
                </a:ext>
              </a:extLst>
            </p:cNvPr>
            <p:cNvSpPr/>
            <p:nvPr/>
          </p:nvSpPr>
          <p:spPr>
            <a:xfrm>
              <a:off x="7342304" y="6308725"/>
              <a:ext cx="830869" cy="822779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931EE85-3491-4E2E-BD14-A6B07B675940}"/>
                </a:ext>
              </a:extLst>
            </p:cNvPr>
            <p:cNvSpPr/>
            <p:nvPr/>
          </p:nvSpPr>
          <p:spPr>
            <a:xfrm>
              <a:off x="695331" y="0"/>
              <a:ext cx="830869" cy="549275"/>
            </a:xfrm>
            <a:prstGeom prst="rect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322310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DC5DDA3-DA4B-4D03-9434-2D0075C5D37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CD27D6F-8010-45CD-B048-249D01328DB3}"/>
                </a:ext>
              </a:extLst>
            </p:cNvPr>
            <p:cNvCxnSpPr/>
            <p:nvPr/>
          </p:nvCxnSpPr>
          <p:spPr>
            <a:xfrm>
              <a:off x="695325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1AFE6D5-5BCC-4624-8763-8E2B5A3C6D0F}"/>
                </a:ext>
              </a:extLst>
            </p:cNvPr>
            <p:cNvCxnSpPr/>
            <p:nvPr/>
          </p:nvCxnSpPr>
          <p:spPr>
            <a:xfrm>
              <a:off x="152619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6596F51-BF88-4722-9E1B-F93A5509A5DA}"/>
                </a:ext>
              </a:extLst>
            </p:cNvPr>
            <p:cNvCxnSpPr/>
            <p:nvPr/>
          </p:nvCxnSpPr>
          <p:spPr>
            <a:xfrm>
              <a:off x="2357071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E62DA24-CAF3-45C3-8FE2-95D7C98B381D}"/>
                </a:ext>
              </a:extLst>
            </p:cNvPr>
            <p:cNvCxnSpPr/>
            <p:nvPr/>
          </p:nvCxnSpPr>
          <p:spPr>
            <a:xfrm>
              <a:off x="31879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AFBA3D-D4C7-4D72-9418-1D332DF52010}"/>
                </a:ext>
              </a:extLst>
            </p:cNvPr>
            <p:cNvCxnSpPr/>
            <p:nvPr/>
          </p:nvCxnSpPr>
          <p:spPr>
            <a:xfrm>
              <a:off x="4018817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B9CE5A9-560D-42E2-B4C2-A917D16A3A08}"/>
                </a:ext>
              </a:extLst>
            </p:cNvPr>
            <p:cNvCxnSpPr/>
            <p:nvPr/>
          </p:nvCxnSpPr>
          <p:spPr>
            <a:xfrm>
              <a:off x="484969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9ACD80A-A96B-477B-BC94-E592DC007D1C}"/>
                </a:ext>
              </a:extLst>
            </p:cNvPr>
            <p:cNvCxnSpPr/>
            <p:nvPr/>
          </p:nvCxnSpPr>
          <p:spPr>
            <a:xfrm>
              <a:off x="5680563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E06F7F-E4CB-4351-BC1A-3241E4415A21}"/>
                </a:ext>
              </a:extLst>
            </p:cNvPr>
            <p:cNvCxnSpPr/>
            <p:nvPr/>
          </p:nvCxnSpPr>
          <p:spPr>
            <a:xfrm>
              <a:off x="65114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D4771A7-0C1D-4F88-8460-AFECB0517256}"/>
                </a:ext>
              </a:extLst>
            </p:cNvPr>
            <p:cNvCxnSpPr/>
            <p:nvPr/>
          </p:nvCxnSpPr>
          <p:spPr>
            <a:xfrm>
              <a:off x="7342309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1859A97-D4FA-4238-BC3A-246A5849D5C3}"/>
                </a:ext>
              </a:extLst>
            </p:cNvPr>
            <p:cNvCxnSpPr/>
            <p:nvPr/>
          </p:nvCxnSpPr>
          <p:spPr>
            <a:xfrm>
              <a:off x="817318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9A7367-4508-4220-A109-03DF09654B17}"/>
                </a:ext>
              </a:extLst>
            </p:cNvPr>
            <p:cNvCxnSpPr/>
            <p:nvPr/>
          </p:nvCxnSpPr>
          <p:spPr>
            <a:xfrm>
              <a:off x="9004055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70C16EF-48EE-4E2B-A9DB-78B8BD61C412}"/>
                </a:ext>
              </a:extLst>
            </p:cNvPr>
            <p:cNvCxnSpPr/>
            <p:nvPr/>
          </p:nvCxnSpPr>
          <p:spPr>
            <a:xfrm>
              <a:off x="983492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78D2F7D-AB25-44A6-ADAF-3BF3A1C5F5C4}"/>
                </a:ext>
              </a:extLst>
            </p:cNvPr>
            <p:cNvCxnSpPr/>
            <p:nvPr/>
          </p:nvCxnSpPr>
          <p:spPr>
            <a:xfrm>
              <a:off x="10665801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278254A-2D29-4EDB-BEC6-6B457F28F9BD}"/>
                </a:ext>
              </a:extLst>
            </p:cNvPr>
            <p:cNvCxnSpPr/>
            <p:nvPr/>
          </p:nvCxnSpPr>
          <p:spPr>
            <a:xfrm>
              <a:off x="11496675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8D55FA1-B5DB-46A9-A6DE-FC1141724A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49275"/>
              <a:ext cx="121920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C5E4C1C-1CF0-4ACF-9251-9D9954C83C8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372054"/>
              <a:ext cx="121920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9128722-C1B6-4AA0-8F63-9D08ACDC1D1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194833"/>
              <a:ext cx="121920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A463EE3-B980-403C-96A8-7DBF9A9B41B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017612"/>
              <a:ext cx="121920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777F13A-1D58-4D87-A514-EB5192648F3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840391"/>
              <a:ext cx="121920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EE1A67-CAFB-4A74-A423-FB463FF90B2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63170"/>
              <a:ext cx="121920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53F7170-1523-4633-BB79-953D6D3BD7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485949"/>
              <a:ext cx="121920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2AAD93-CF54-4AE1-85CC-B3E48E7A56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08725"/>
              <a:ext cx="121920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B5C810-7B3B-40BA-93A3-B1BCB8451F34}"/>
              </a:ext>
            </a:extLst>
          </p:cNvPr>
          <p:cNvGrpSpPr/>
          <p:nvPr userDrawn="1"/>
        </p:nvGrpSpPr>
        <p:grpSpPr>
          <a:xfrm>
            <a:off x="695331" y="0"/>
            <a:ext cx="10801344" cy="7131504"/>
            <a:chOff x="695331" y="0"/>
            <a:chExt cx="10801344" cy="7131504"/>
          </a:xfrm>
          <a:solidFill>
            <a:schemeClr val="accent1">
              <a:alpha val="2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94DA2E-B04E-46A7-98CD-9DAA3F427B39}"/>
                </a:ext>
              </a:extLst>
            </p:cNvPr>
            <p:cNvSpPr/>
            <p:nvPr/>
          </p:nvSpPr>
          <p:spPr>
            <a:xfrm>
              <a:off x="3187943" y="1372049"/>
              <a:ext cx="830869" cy="8227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40048F2-0FD8-47AD-B4A1-4E4155E196FE}"/>
                </a:ext>
              </a:extLst>
            </p:cNvPr>
            <p:cNvSpPr/>
            <p:nvPr/>
          </p:nvSpPr>
          <p:spPr>
            <a:xfrm>
              <a:off x="1526202" y="3017611"/>
              <a:ext cx="830869" cy="8227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C8D6F36-CD19-411B-9CCB-868B55612F29}"/>
                </a:ext>
              </a:extLst>
            </p:cNvPr>
            <p:cNvSpPr/>
            <p:nvPr/>
          </p:nvSpPr>
          <p:spPr>
            <a:xfrm>
              <a:off x="4018821" y="4663167"/>
              <a:ext cx="830869" cy="8227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F25DA1-F057-4920-B527-5EAC62074536}"/>
                </a:ext>
              </a:extLst>
            </p:cNvPr>
            <p:cNvSpPr/>
            <p:nvPr/>
          </p:nvSpPr>
          <p:spPr>
            <a:xfrm>
              <a:off x="6511440" y="2194832"/>
              <a:ext cx="830869" cy="8227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2600FE1-81F6-4198-9F44-1DBEEDF88455}"/>
                </a:ext>
              </a:extLst>
            </p:cNvPr>
            <p:cNvSpPr/>
            <p:nvPr/>
          </p:nvSpPr>
          <p:spPr>
            <a:xfrm>
              <a:off x="9004059" y="0"/>
              <a:ext cx="830869" cy="5492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B20492-9676-42B0-8083-9CE855DB028E}"/>
                </a:ext>
              </a:extLst>
            </p:cNvPr>
            <p:cNvSpPr/>
            <p:nvPr/>
          </p:nvSpPr>
          <p:spPr>
            <a:xfrm>
              <a:off x="8173188" y="3840389"/>
              <a:ext cx="830869" cy="8227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773BB77-08EF-4E2C-9AD0-8C6BAAA4BD7A}"/>
                </a:ext>
              </a:extLst>
            </p:cNvPr>
            <p:cNvSpPr/>
            <p:nvPr/>
          </p:nvSpPr>
          <p:spPr>
            <a:xfrm>
              <a:off x="695332" y="5485946"/>
              <a:ext cx="830869" cy="8227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7DBEE39-EA31-4DD3-9CD7-9100AFF664E4}"/>
                </a:ext>
              </a:extLst>
            </p:cNvPr>
            <p:cNvSpPr/>
            <p:nvPr/>
          </p:nvSpPr>
          <p:spPr>
            <a:xfrm>
              <a:off x="10665806" y="1372049"/>
              <a:ext cx="830869" cy="8227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7DFD8AB-163D-4B44-BC1D-98769151D637}"/>
                </a:ext>
              </a:extLst>
            </p:cNvPr>
            <p:cNvSpPr/>
            <p:nvPr/>
          </p:nvSpPr>
          <p:spPr>
            <a:xfrm>
              <a:off x="10665806" y="4663167"/>
              <a:ext cx="830869" cy="8227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F1EC283-02A6-4737-BDAE-C97D5DAF029D}"/>
                </a:ext>
              </a:extLst>
            </p:cNvPr>
            <p:cNvSpPr/>
            <p:nvPr/>
          </p:nvSpPr>
          <p:spPr>
            <a:xfrm>
              <a:off x="7342304" y="6308725"/>
              <a:ext cx="830869" cy="8227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3E8B8CB-0C25-4756-9B08-59C0BE75A612}"/>
                </a:ext>
              </a:extLst>
            </p:cNvPr>
            <p:cNvSpPr/>
            <p:nvPr/>
          </p:nvSpPr>
          <p:spPr>
            <a:xfrm>
              <a:off x="695331" y="0"/>
              <a:ext cx="830869" cy="5492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7B5D1AE7-2EFB-4E5D-9C1F-C8FC7891CA76}"/>
              </a:ext>
            </a:extLst>
          </p:cNvPr>
          <p:cNvSpPr txBox="1"/>
          <p:nvPr userDrawn="1"/>
        </p:nvSpPr>
        <p:spPr>
          <a:xfrm>
            <a:off x="2213006" y="328206"/>
            <a:ext cx="19136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Well-designed Roadmap</a:t>
            </a:r>
            <a:endParaRPr lang="en-ID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31ACB1-C57D-43C7-9AAA-BC616FFA443F}"/>
              </a:ext>
            </a:extLst>
          </p:cNvPr>
          <p:cNvSpPr txBox="1"/>
          <p:nvPr userDrawn="1"/>
        </p:nvSpPr>
        <p:spPr>
          <a:xfrm>
            <a:off x="592536" y="320511"/>
            <a:ext cx="17728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Elms Sans SemiBold" pitchFamily="2" charset="0"/>
              </a:rPr>
              <a:t>Roadmaps Infographic</a:t>
            </a:r>
            <a:endParaRPr lang="en-ID" sz="1100" b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Elms Sans SemiBold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C8A0E3D-0363-4C0C-959F-383995C770C5}"/>
              </a:ext>
            </a:extLst>
          </p:cNvPr>
          <p:cNvCxnSpPr>
            <a:cxnSpLocks/>
          </p:cNvCxnSpPr>
          <p:nvPr userDrawn="1"/>
        </p:nvCxnSpPr>
        <p:spPr>
          <a:xfrm>
            <a:off x="2215389" y="354280"/>
            <a:ext cx="0" cy="19407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D3442C8-A0A9-49F9-B57C-6922F4333267}"/>
              </a:ext>
            </a:extLst>
          </p:cNvPr>
          <p:cNvGrpSpPr/>
          <p:nvPr userDrawn="1"/>
        </p:nvGrpSpPr>
        <p:grpSpPr>
          <a:xfrm>
            <a:off x="11229974" y="430409"/>
            <a:ext cx="255985" cy="104563"/>
            <a:chOff x="10891441" y="232966"/>
            <a:chExt cx="539750" cy="17621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00349E3-2F35-4406-8CCB-75B5DA515688}"/>
                </a:ext>
              </a:extLst>
            </p:cNvPr>
            <p:cNvCxnSpPr/>
            <p:nvPr/>
          </p:nvCxnSpPr>
          <p:spPr>
            <a:xfrm>
              <a:off x="10891441" y="232966"/>
              <a:ext cx="539750" cy="0"/>
            </a:xfrm>
            <a:prstGeom prst="line">
              <a:avLst/>
            </a:prstGeom>
            <a:ln w="254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7D4F8A1-C627-4A1B-B50F-CB6EB2FA91C2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321073"/>
              <a:ext cx="369490" cy="0"/>
            </a:xfrm>
            <a:prstGeom prst="line">
              <a:avLst/>
            </a:prstGeom>
            <a:ln w="254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D92E05F-F922-4E5D-9762-EACF407DBFF8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409180"/>
              <a:ext cx="196850" cy="0"/>
            </a:xfrm>
            <a:prstGeom prst="line">
              <a:avLst/>
            </a:prstGeom>
            <a:ln w="254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911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pos="7242" userDrawn="1">
          <p15:clr>
            <a:srgbClr val="F26B43"/>
          </p15:clr>
        </p15:guide>
        <p15:guide id="6" pos="438" userDrawn="1">
          <p15:clr>
            <a:srgbClr val="F26B43"/>
          </p15:clr>
        </p15:guide>
        <p15:guide id="7" orient="horz" pos="68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aphic 45">
            <a:extLst>
              <a:ext uri="{FF2B5EF4-FFF2-40B4-BE49-F238E27FC236}">
                <a16:creationId xmlns:a16="http://schemas.microsoft.com/office/drawing/2014/main" id="{70934685-7DB9-4800-85C1-394F4A4E3E28}"/>
              </a:ext>
            </a:extLst>
          </p:cNvPr>
          <p:cNvGrpSpPr/>
          <p:nvPr/>
        </p:nvGrpSpPr>
        <p:grpSpPr>
          <a:xfrm>
            <a:off x="8251402" y="2273550"/>
            <a:ext cx="404883" cy="536723"/>
            <a:chOff x="1869848" y="-91796"/>
            <a:chExt cx="1515808" cy="2009394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E037824-4330-44EE-8D75-35AD48292A5B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7FA0F3-6916-40EC-A726-E6D7407426EE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AA5FF56-1351-4FB7-934D-5A5B1032A4E6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F401E40-026D-43E7-A8DA-45728EB81719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8DF73C4-A330-477F-9ADC-670995E8A846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45" name="Graphic 69">
            <a:extLst>
              <a:ext uri="{FF2B5EF4-FFF2-40B4-BE49-F238E27FC236}">
                <a16:creationId xmlns:a16="http://schemas.microsoft.com/office/drawing/2014/main" id="{83CF5B82-F99A-4D0E-9859-B16C275DCA3B}"/>
              </a:ext>
            </a:extLst>
          </p:cNvPr>
          <p:cNvGrpSpPr/>
          <p:nvPr/>
        </p:nvGrpSpPr>
        <p:grpSpPr>
          <a:xfrm>
            <a:off x="8700799" y="2198108"/>
            <a:ext cx="415966" cy="602757"/>
            <a:chOff x="5320703" y="3652300"/>
            <a:chExt cx="1355534" cy="1964239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14B9D23-68EB-40D8-BFF5-D2DE0DB9C026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CCCCF99-C850-4D5A-A614-4A7FAA43DE99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23C27EF-DF71-4747-8E4B-A1F996412AF3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C9EE3C5-65B6-4BB2-B1ED-69D2AB7D699E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838BFEE-93A9-4144-B691-DC620F0786CA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5" name="Graphic 45">
            <a:extLst>
              <a:ext uri="{FF2B5EF4-FFF2-40B4-BE49-F238E27FC236}">
                <a16:creationId xmlns:a16="http://schemas.microsoft.com/office/drawing/2014/main" id="{4AAAC371-1A2D-4D09-8F63-0503B6329883}"/>
              </a:ext>
            </a:extLst>
          </p:cNvPr>
          <p:cNvGrpSpPr/>
          <p:nvPr/>
        </p:nvGrpSpPr>
        <p:grpSpPr>
          <a:xfrm>
            <a:off x="2498672" y="4641291"/>
            <a:ext cx="404883" cy="536723"/>
            <a:chOff x="1869848" y="-91796"/>
            <a:chExt cx="1515808" cy="200939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F5D8930-DC75-4F02-8586-EC7E2604BB14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4FEA8ED-9739-4196-866E-BB7C3242989C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64BA62C-10FB-4CDD-9E9B-440EE655B7D6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7A5A152-B529-4582-91C7-8E9E12EA553F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95C145A-D861-4CDD-BBFF-03D4A900D8AF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3" name="Freeform: Shape 38">
            <a:extLst>
              <a:ext uri="{FF2B5EF4-FFF2-40B4-BE49-F238E27FC236}">
                <a16:creationId xmlns:a16="http://schemas.microsoft.com/office/drawing/2014/main" id="{D124D81F-FEDA-4919-AB75-525FA9FEBC3F}"/>
              </a:ext>
            </a:extLst>
          </p:cNvPr>
          <p:cNvSpPr/>
          <p:nvPr/>
        </p:nvSpPr>
        <p:spPr>
          <a:xfrm flipH="1">
            <a:off x="-1267437" y="2174733"/>
            <a:ext cx="14726875" cy="3470767"/>
          </a:xfrm>
          <a:custGeom>
            <a:avLst/>
            <a:gdLst>
              <a:gd name="connsiteX0" fmla="*/ 2008 w 3503738"/>
              <a:gd name="connsiteY0" fmla="*/ 501641 h 825746"/>
              <a:gd name="connsiteX1" fmla="*/ 2008 w 3503738"/>
              <a:gd name="connsiteY1" fmla="*/ 388412 h 825746"/>
              <a:gd name="connsiteX2" fmla="*/ 482121 w 3503738"/>
              <a:gd name="connsiteY2" fmla="*/ 388412 h 825746"/>
              <a:gd name="connsiteX3" fmla="*/ 758553 w 3503738"/>
              <a:gd name="connsiteY3" fmla="*/ 276514 h 825746"/>
              <a:gd name="connsiteX4" fmla="*/ 772218 w 3503738"/>
              <a:gd name="connsiteY4" fmla="*/ 263282 h 825746"/>
              <a:gd name="connsiteX5" fmla="*/ 1058601 w 3503738"/>
              <a:gd name="connsiteY5" fmla="*/ 147356 h 825746"/>
              <a:gd name="connsiteX6" fmla="*/ 1370944 w 3503738"/>
              <a:gd name="connsiteY6" fmla="*/ 147356 h 825746"/>
              <a:gd name="connsiteX7" fmla="*/ 1732007 w 3503738"/>
              <a:gd name="connsiteY7" fmla="*/ 296913 h 825746"/>
              <a:gd name="connsiteX8" fmla="*/ 2031153 w 3503738"/>
              <a:gd name="connsiteY8" fmla="*/ 596062 h 825746"/>
              <a:gd name="connsiteX9" fmla="*/ 2312148 w 3503738"/>
              <a:gd name="connsiteY9" fmla="*/ 712451 h 825746"/>
              <a:gd name="connsiteX10" fmla="*/ 2548576 w 3503738"/>
              <a:gd name="connsiteY10" fmla="*/ 712451 h 825746"/>
              <a:gd name="connsiteX11" fmla="*/ 2829570 w 3503738"/>
              <a:gd name="connsiteY11" fmla="*/ 596062 h 825746"/>
              <a:gd name="connsiteX12" fmla="*/ 3425690 w 3503738"/>
              <a:gd name="connsiteY12" fmla="*/ -61 h 825746"/>
              <a:gd name="connsiteX13" fmla="*/ 3505747 w 3503738"/>
              <a:gd name="connsiteY13" fmla="*/ 80005 h 825746"/>
              <a:gd name="connsiteX14" fmla="*/ 2909627 w 3503738"/>
              <a:gd name="connsiteY14" fmla="*/ 676130 h 825746"/>
              <a:gd name="connsiteX15" fmla="*/ 2548576 w 3503738"/>
              <a:gd name="connsiteY15" fmla="*/ 825685 h 825746"/>
              <a:gd name="connsiteX16" fmla="*/ 2312148 w 3503738"/>
              <a:gd name="connsiteY16" fmla="*/ 825685 h 825746"/>
              <a:gd name="connsiteX17" fmla="*/ 1951096 w 3503738"/>
              <a:gd name="connsiteY17" fmla="*/ 676130 h 825746"/>
              <a:gd name="connsiteX18" fmla="*/ 1651943 w 3503738"/>
              <a:gd name="connsiteY18" fmla="*/ 376977 h 825746"/>
              <a:gd name="connsiteX19" fmla="*/ 1370944 w 3503738"/>
              <a:gd name="connsiteY19" fmla="*/ 260584 h 825746"/>
              <a:gd name="connsiteX20" fmla="*/ 1058601 w 3503738"/>
              <a:gd name="connsiteY20" fmla="*/ 260584 h 825746"/>
              <a:gd name="connsiteX21" fmla="*/ 850982 w 3503738"/>
              <a:gd name="connsiteY21" fmla="*/ 344628 h 825746"/>
              <a:gd name="connsiteX22" fmla="*/ 837316 w 3503738"/>
              <a:gd name="connsiteY22" fmla="*/ 357860 h 825746"/>
              <a:gd name="connsiteX23" fmla="*/ 482121 w 3503738"/>
              <a:gd name="connsiteY23" fmla="*/ 501641 h 825746"/>
              <a:gd name="connsiteX24" fmla="*/ 2008 w 3503738"/>
              <a:gd name="connsiteY24" fmla="*/ 501641 h 825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503738" h="825746">
                <a:moveTo>
                  <a:pt x="2008" y="501641"/>
                </a:moveTo>
                <a:lnTo>
                  <a:pt x="2008" y="388412"/>
                </a:lnTo>
                <a:lnTo>
                  <a:pt x="482121" y="388412"/>
                </a:lnTo>
                <a:cubicBezTo>
                  <a:pt x="585298" y="388412"/>
                  <a:pt x="684428" y="348284"/>
                  <a:pt x="758553" y="276514"/>
                </a:cubicBezTo>
                <a:lnTo>
                  <a:pt x="772218" y="263282"/>
                </a:lnTo>
                <a:cubicBezTo>
                  <a:pt x="849010" y="188928"/>
                  <a:pt x="951710" y="147356"/>
                  <a:pt x="1058601" y="147356"/>
                </a:cubicBezTo>
                <a:lnTo>
                  <a:pt x="1370944" y="147356"/>
                </a:lnTo>
                <a:cubicBezTo>
                  <a:pt x="1506370" y="147356"/>
                  <a:pt x="1636248" y="201152"/>
                  <a:pt x="1732007" y="296913"/>
                </a:cubicBezTo>
                <a:lnTo>
                  <a:pt x="2031153" y="596062"/>
                </a:lnTo>
                <a:cubicBezTo>
                  <a:pt x="2105684" y="670586"/>
                  <a:pt x="2206770" y="712451"/>
                  <a:pt x="2312148" y="712451"/>
                </a:cubicBezTo>
                <a:lnTo>
                  <a:pt x="2548576" y="712451"/>
                </a:lnTo>
                <a:cubicBezTo>
                  <a:pt x="2653971" y="712451"/>
                  <a:pt x="2755040" y="670586"/>
                  <a:pt x="2829570" y="596062"/>
                </a:cubicBezTo>
                <a:lnTo>
                  <a:pt x="3425690" y="-61"/>
                </a:lnTo>
                <a:lnTo>
                  <a:pt x="3505747" y="80005"/>
                </a:lnTo>
                <a:lnTo>
                  <a:pt x="2909627" y="676130"/>
                </a:lnTo>
                <a:cubicBezTo>
                  <a:pt x="2813873" y="771884"/>
                  <a:pt x="2683988" y="825685"/>
                  <a:pt x="2548576" y="825685"/>
                </a:cubicBezTo>
                <a:lnTo>
                  <a:pt x="2312148" y="825685"/>
                </a:lnTo>
                <a:cubicBezTo>
                  <a:pt x="2176736" y="825685"/>
                  <a:pt x="2046850" y="771884"/>
                  <a:pt x="1951096" y="676130"/>
                </a:cubicBezTo>
                <a:lnTo>
                  <a:pt x="1651943" y="376977"/>
                </a:lnTo>
                <a:cubicBezTo>
                  <a:pt x="1577416" y="302452"/>
                  <a:pt x="1476339" y="260584"/>
                  <a:pt x="1370944" y="260584"/>
                </a:cubicBezTo>
                <a:lnTo>
                  <a:pt x="1058601" y="260584"/>
                </a:lnTo>
                <a:cubicBezTo>
                  <a:pt x="981108" y="260585"/>
                  <a:pt x="906653" y="290724"/>
                  <a:pt x="850982" y="344628"/>
                </a:cubicBezTo>
                <a:lnTo>
                  <a:pt x="837316" y="357860"/>
                </a:lnTo>
                <a:cubicBezTo>
                  <a:pt x="742072" y="450079"/>
                  <a:pt x="614695" y="501641"/>
                  <a:pt x="482121" y="501641"/>
                </a:cubicBezTo>
                <a:lnTo>
                  <a:pt x="2008" y="50164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765" cap="flat">
            <a:noFill/>
            <a:prstDash val="solid"/>
            <a:round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" name="Freeform: Shape 40">
            <a:extLst>
              <a:ext uri="{FF2B5EF4-FFF2-40B4-BE49-F238E27FC236}">
                <a16:creationId xmlns:a16="http://schemas.microsoft.com/office/drawing/2014/main" id="{1899E978-5137-4067-93DD-B43C7658A5CF}"/>
              </a:ext>
            </a:extLst>
          </p:cNvPr>
          <p:cNvSpPr/>
          <p:nvPr/>
        </p:nvSpPr>
        <p:spPr>
          <a:xfrm flipH="1">
            <a:off x="-1106762" y="2335463"/>
            <a:ext cx="14566200" cy="3082712"/>
          </a:xfrm>
          <a:custGeom>
            <a:avLst/>
            <a:gdLst>
              <a:gd name="connsiteX0" fmla="*/ 2008 w 3465511"/>
              <a:gd name="connsiteY0" fmla="*/ 409323 h 733422"/>
              <a:gd name="connsiteX1" fmla="*/ 2008 w 3465511"/>
              <a:gd name="connsiteY1" fmla="*/ 404252 h 733422"/>
              <a:gd name="connsiteX2" fmla="*/ 18032 w 3465511"/>
              <a:gd name="connsiteY2" fmla="*/ 404252 h 733422"/>
              <a:gd name="connsiteX3" fmla="*/ 18032 w 3465511"/>
              <a:gd name="connsiteY3" fmla="*/ 409323 h 733422"/>
              <a:gd name="connsiteX4" fmla="*/ 2008 w 3465511"/>
              <a:gd name="connsiteY4" fmla="*/ 409323 h 733422"/>
              <a:gd name="connsiteX5" fmla="*/ 71448 w 3465511"/>
              <a:gd name="connsiteY5" fmla="*/ 409323 h 733422"/>
              <a:gd name="connsiteX6" fmla="*/ 71448 w 3465511"/>
              <a:gd name="connsiteY6" fmla="*/ 404252 h 733422"/>
              <a:gd name="connsiteX7" fmla="*/ 114180 w 3465511"/>
              <a:gd name="connsiteY7" fmla="*/ 404252 h 733422"/>
              <a:gd name="connsiteX8" fmla="*/ 114180 w 3465511"/>
              <a:gd name="connsiteY8" fmla="*/ 409323 h 733422"/>
              <a:gd name="connsiteX9" fmla="*/ 71448 w 3465511"/>
              <a:gd name="connsiteY9" fmla="*/ 409323 h 733422"/>
              <a:gd name="connsiteX10" fmla="*/ 167594 w 3465511"/>
              <a:gd name="connsiteY10" fmla="*/ 409323 h 733422"/>
              <a:gd name="connsiteX11" fmla="*/ 167594 w 3465511"/>
              <a:gd name="connsiteY11" fmla="*/ 404252 h 733422"/>
              <a:gd name="connsiteX12" fmla="*/ 199643 w 3465511"/>
              <a:gd name="connsiteY12" fmla="*/ 404252 h 733422"/>
              <a:gd name="connsiteX13" fmla="*/ 199643 w 3465511"/>
              <a:gd name="connsiteY13" fmla="*/ 409323 h 733422"/>
              <a:gd name="connsiteX14" fmla="*/ 167594 w 3465511"/>
              <a:gd name="connsiteY14" fmla="*/ 409323 h 733422"/>
              <a:gd name="connsiteX15" fmla="*/ 253060 w 3465511"/>
              <a:gd name="connsiteY15" fmla="*/ 409323 h 733422"/>
              <a:gd name="connsiteX16" fmla="*/ 253060 w 3465511"/>
              <a:gd name="connsiteY16" fmla="*/ 404252 h 733422"/>
              <a:gd name="connsiteX17" fmla="*/ 285109 w 3465511"/>
              <a:gd name="connsiteY17" fmla="*/ 404252 h 733422"/>
              <a:gd name="connsiteX18" fmla="*/ 285109 w 3465511"/>
              <a:gd name="connsiteY18" fmla="*/ 409323 h 733422"/>
              <a:gd name="connsiteX19" fmla="*/ 253060 w 3465511"/>
              <a:gd name="connsiteY19" fmla="*/ 409323 h 733422"/>
              <a:gd name="connsiteX20" fmla="*/ 338523 w 3465511"/>
              <a:gd name="connsiteY20" fmla="*/ 409323 h 733422"/>
              <a:gd name="connsiteX21" fmla="*/ 338523 w 3465511"/>
              <a:gd name="connsiteY21" fmla="*/ 404252 h 733422"/>
              <a:gd name="connsiteX22" fmla="*/ 381255 w 3465511"/>
              <a:gd name="connsiteY22" fmla="*/ 404252 h 733422"/>
              <a:gd name="connsiteX23" fmla="*/ 381255 w 3465511"/>
              <a:gd name="connsiteY23" fmla="*/ 409323 h 733422"/>
              <a:gd name="connsiteX24" fmla="*/ 338523 w 3465511"/>
              <a:gd name="connsiteY24" fmla="*/ 409323 h 733422"/>
              <a:gd name="connsiteX25" fmla="*/ 434671 w 3465511"/>
              <a:gd name="connsiteY25" fmla="*/ 409323 h 733422"/>
              <a:gd name="connsiteX26" fmla="*/ 434671 w 3465511"/>
              <a:gd name="connsiteY26" fmla="*/ 404252 h 733422"/>
              <a:gd name="connsiteX27" fmla="*/ 466720 w 3465511"/>
              <a:gd name="connsiteY27" fmla="*/ 404252 h 733422"/>
              <a:gd name="connsiteX28" fmla="*/ 466720 w 3465511"/>
              <a:gd name="connsiteY28" fmla="*/ 409323 h 733422"/>
              <a:gd name="connsiteX29" fmla="*/ 434671 w 3465511"/>
              <a:gd name="connsiteY29" fmla="*/ 409323 h 733422"/>
              <a:gd name="connsiteX30" fmla="*/ 520303 w 3465511"/>
              <a:gd name="connsiteY30" fmla="*/ 407723 h 733422"/>
              <a:gd name="connsiteX31" fmla="*/ 519879 w 3465511"/>
              <a:gd name="connsiteY31" fmla="*/ 402672 h 733422"/>
              <a:gd name="connsiteX32" fmla="*/ 551517 w 3465511"/>
              <a:gd name="connsiteY32" fmla="*/ 398888 h 733422"/>
              <a:gd name="connsiteX33" fmla="*/ 552297 w 3465511"/>
              <a:gd name="connsiteY33" fmla="*/ 403899 h 733422"/>
              <a:gd name="connsiteX34" fmla="*/ 520303 w 3465511"/>
              <a:gd name="connsiteY34" fmla="*/ 407723 h 733422"/>
              <a:gd name="connsiteX35" fmla="*/ 604763 w 3465511"/>
              <a:gd name="connsiteY35" fmla="*/ 392542 h 733422"/>
              <a:gd name="connsiteX36" fmla="*/ 603402 w 3465511"/>
              <a:gd name="connsiteY36" fmla="*/ 387658 h 733422"/>
              <a:gd name="connsiteX37" fmla="*/ 643736 w 3465511"/>
              <a:gd name="connsiteY37" fmla="*/ 374334 h 733422"/>
              <a:gd name="connsiteX38" fmla="*/ 645551 w 3465511"/>
              <a:gd name="connsiteY38" fmla="*/ 379068 h 733422"/>
              <a:gd name="connsiteX39" fmla="*/ 604763 w 3465511"/>
              <a:gd name="connsiteY39" fmla="*/ 392542 h 733422"/>
              <a:gd name="connsiteX40" fmla="*/ 694459 w 3465511"/>
              <a:gd name="connsiteY40" fmla="*/ 356938 h 733422"/>
              <a:gd name="connsiteX41" fmla="*/ 692100 w 3465511"/>
              <a:gd name="connsiteY41" fmla="*/ 352450 h 733422"/>
              <a:gd name="connsiteX42" fmla="*/ 719769 w 3465511"/>
              <a:gd name="connsiteY42" fmla="*/ 336645 h 733422"/>
              <a:gd name="connsiteX43" fmla="*/ 722437 w 3465511"/>
              <a:gd name="connsiteY43" fmla="*/ 340957 h 733422"/>
              <a:gd name="connsiteX44" fmla="*/ 694459 w 3465511"/>
              <a:gd name="connsiteY44" fmla="*/ 356938 h 733422"/>
              <a:gd name="connsiteX45" fmla="*/ 766341 w 3465511"/>
              <a:gd name="connsiteY45" fmla="*/ 310064 h 733422"/>
              <a:gd name="connsiteX46" fmla="*/ 763184 w 3465511"/>
              <a:gd name="connsiteY46" fmla="*/ 306095 h 733422"/>
              <a:gd name="connsiteX47" fmla="*/ 787404 w 3465511"/>
              <a:gd name="connsiteY47" fmla="*/ 285390 h 733422"/>
              <a:gd name="connsiteX48" fmla="*/ 790833 w 3465511"/>
              <a:gd name="connsiteY48" fmla="*/ 289126 h 733422"/>
              <a:gd name="connsiteX49" fmla="*/ 766341 w 3465511"/>
              <a:gd name="connsiteY49" fmla="*/ 310064 h 733422"/>
              <a:gd name="connsiteX50" fmla="*/ 829725 w 3465511"/>
              <a:gd name="connsiteY50" fmla="*/ 252659 h 733422"/>
              <a:gd name="connsiteX51" fmla="*/ 826434 w 3465511"/>
              <a:gd name="connsiteY51" fmla="*/ 248803 h 733422"/>
              <a:gd name="connsiteX52" fmla="*/ 860768 w 3465511"/>
              <a:gd name="connsiteY52" fmla="*/ 222896 h 733422"/>
              <a:gd name="connsiteX53" fmla="*/ 863573 w 3465511"/>
              <a:gd name="connsiteY53" fmla="*/ 227120 h 733422"/>
              <a:gd name="connsiteX54" fmla="*/ 829725 w 3465511"/>
              <a:gd name="connsiteY54" fmla="*/ 252659 h 733422"/>
              <a:gd name="connsiteX55" fmla="*/ 909789 w 3465511"/>
              <a:gd name="connsiteY55" fmla="*/ 201212 h 733422"/>
              <a:gd name="connsiteX56" fmla="*/ 907649 w 3465511"/>
              <a:gd name="connsiteY56" fmla="*/ 196614 h 733422"/>
              <a:gd name="connsiteX57" fmla="*/ 937486 w 3465511"/>
              <a:gd name="connsiteY57" fmla="*/ 184328 h 733422"/>
              <a:gd name="connsiteX58" fmla="*/ 939202 w 3465511"/>
              <a:gd name="connsiteY58" fmla="*/ 189099 h 733422"/>
              <a:gd name="connsiteX59" fmla="*/ 909789 w 3465511"/>
              <a:gd name="connsiteY59" fmla="*/ 201212 h 733422"/>
              <a:gd name="connsiteX60" fmla="*/ 990263 w 3465511"/>
              <a:gd name="connsiteY60" fmla="*/ 174950 h 733422"/>
              <a:gd name="connsiteX61" fmla="*/ 989279 w 3465511"/>
              <a:gd name="connsiteY61" fmla="*/ 169976 h 733422"/>
              <a:gd name="connsiteX62" fmla="*/ 1021184 w 3465511"/>
              <a:gd name="connsiteY62" fmla="*/ 165156 h 733422"/>
              <a:gd name="connsiteX63" fmla="*/ 1021715 w 3465511"/>
              <a:gd name="connsiteY63" fmla="*/ 170199 h 733422"/>
              <a:gd name="connsiteX64" fmla="*/ 990263 w 3465511"/>
              <a:gd name="connsiteY64" fmla="*/ 174950 h 733422"/>
              <a:gd name="connsiteX65" fmla="*/ 1074798 w 3465511"/>
              <a:gd name="connsiteY65" fmla="*/ 168266 h 733422"/>
              <a:gd name="connsiteX66" fmla="*/ 1074798 w 3465511"/>
              <a:gd name="connsiteY66" fmla="*/ 163194 h 733422"/>
              <a:gd name="connsiteX67" fmla="*/ 1117530 w 3465511"/>
              <a:gd name="connsiteY67" fmla="*/ 163194 h 733422"/>
              <a:gd name="connsiteX68" fmla="*/ 1117530 w 3465511"/>
              <a:gd name="connsiteY68" fmla="*/ 168266 h 733422"/>
              <a:gd name="connsiteX69" fmla="*/ 1074798 w 3465511"/>
              <a:gd name="connsiteY69" fmla="*/ 168266 h 733422"/>
              <a:gd name="connsiteX70" fmla="*/ 1170944 w 3465511"/>
              <a:gd name="connsiteY70" fmla="*/ 168266 h 733422"/>
              <a:gd name="connsiteX71" fmla="*/ 1170944 w 3465511"/>
              <a:gd name="connsiteY71" fmla="*/ 163194 h 733422"/>
              <a:gd name="connsiteX72" fmla="*/ 1202993 w 3465511"/>
              <a:gd name="connsiteY72" fmla="*/ 163194 h 733422"/>
              <a:gd name="connsiteX73" fmla="*/ 1202993 w 3465511"/>
              <a:gd name="connsiteY73" fmla="*/ 168266 h 733422"/>
              <a:gd name="connsiteX74" fmla="*/ 1170944 w 3465511"/>
              <a:gd name="connsiteY74" fmla="*/ 168266 h 733422"/>
              <a:gd name="connsiteX75" fmla="*/ 1256409 w 3465511"/>
              <a:gd name="connsiteY75" fmla="*/ 168266 h 733422"/>
              <a:gd name="connsiteX76" fmla="*/ 1256409 w 3465511"/>
              <a:gd name="connsiteY76" fmla="*/ 163194 h 733422"/>
              <a:gd name="connsiteX77" fmla="*/ 1288459 w 3465511"/>
              <a:gd name="connsiteY77" fmla="*/ 163194 h 733422"/>
              <a:gd name="connsiteX78" fmla="*/ 1288459 w 3465511"/>
              <a:gd name="connsiteY78" fmla="*/ 168266 h 733422"/>
              <a:gd name="connsiteX79" fmla="*/ 1256409 w 3465511"/>
              <a:gd name="connsiteY79" fmla="*/ 168266 h 733422"/>
              <a:gd name="connsiteX80" fmla="*/ 1341873 w 3465511"/>
              <a:gd name="connsiteY80" fmla="*/ 168266 h 733422"/>
              <a:gd name="connsiteX81" fmla="*/ 1341873 w 3465511"/>
              <a:gd name="connsiteY81" fmla="*/ 163194 h 733422"/>
              <a:gd name="connsiteX82" fmla="*/ 1370944 w 3465511"/>
              <a:gd name="connsiteY82" fmla="*/ 163194 h 733422"/>
              <a:gd name="connsiteX83" fmla="*/ 1384679 w 3465511"/>
              <a:gd name="connsiteY83" fmla="*/ 163401 h 733422"/>
              <a:gd name="connsiteX84" fmla="*/ 1384527 w 3465511"/>
              <a:gd name="connsiteY84" fmla="*/ 168470 h 733422"/>
              <a:gd name="connsiteX85" fmla="*/ 1370944 w 3465511"/>
              <a:gd name="connsiteY85" fmla="*/ 168266 h 733422"/>
              <a:gd name="connsiteX86" fmla="*/ 1341873 w 3465511"/>
              <a:gd name="connsiteY86" fmla="*/ 168266 h 733422"/>
              <a:gd name="connsiteX87" fmla="*/ 1437403 w 3465511"/>
              <a:gd name="connsiteY87" fmla="*/ 173181 h 733422"/>
              <a:gd name="connsiteX88" fmla="*/ 1438150 w 3465511"/>
              <a:gd name="connsiteY88" fmla="*/ 168167 h 733422"/>
              <a:gd name="connsiteX89" fmla="*/ 1469834 w 3465511"/>
              <a:gd name="connsiteY89" fmla="*/ 174032 h 733422"/>
              <a:gd name="connsiteX90" fmla="*/ 1468735 w 3465511"/>
              <a:gd name="connsiteY90" fmla="*/ 178982 h 733422"/>
              <a:gd name="connsiteX91" fmla="*/ 1437403 w 3465511"/>
              <a:gd name="connsiteY91" fmla="*/ 173181 h 733422"/>
              <a:gd name="connsiteX92" fmla="*/ 1519794 w 3465511"/>
              <a:gd name="connsiteY92" fmla="*/ 193508 h 733422"/>
              <a:gd name="connsiteX93" fmla="*/ 1521466 w 3465511"/>
              <a:gd name="connsiteY93" fmla="*/ 188721 h 733422"/>
              <a:gd name="connsiteX94" fmla="*/ 1551492 w 3465511"/>
              <a:gd name="connsiteY94" fmla="*/ 200412 h 733422"/>
              <a:gd name="connsiteX95" fmla="*/ 1549486 w 3465511"/>
              <a:gd name="connsiteY95" fmla="*/ 205070 h 733422"/>
              <a:gd name="connsiteX96" fmla="*/ 1519794 w 3465511"/>
              <a:gd name="connsiteY96" fmla="*/ 193508 h 733422"/>
              <a:gd name="connsiteX97" fmla="*/ 1596927 w 3465511"/>
              <a:gd name="connsiteY97" fmla="*/ 228893 h 733422"/>
              <a:gd name="connsiteX98" fmla="*/ 1599465 w 3465511"/>
              <a:gd name="connsiteY98" fmla="*/ 224503 h 733422"/>
              <a:gd name="connsiteX99" fmla="*/ 1635600 w 3465511"/>
              <a:gd name="connsiteY99" fmla="*/ 247729 h 733422"/>
              <a:gd name="connsiteX100" fmla="*/ 1632660 w 3465511"/>
              <a:gd name="connsiteY100" fmla="*/ 251861 h 733422"/>
              <a:gd name="connsiteX101" fmla="*/ 1596927 w 3465511"/>
              <a:gd name="connsiteY101" fmla="*/ 228893 h 733422"/>
              <a:gd name="connsiteX102" fmla="*/ 1674032 w 3465511"/>
              <a:gd name="connsiteY102" fmla="*/ 285125 h 733422"/>
              <a:gd name="connsiteX103" fmla="*/ 1677436 w 3465511"/>
              <a:gd name="connsiteY103" fmla="*/ 281368 h 733422"/>
              <a:gd name="connsiteX104" fmla="*/ 1693768 w 3465511"/>
              <a:gd name="connsiteY104" fmla="*/ 296913 h 733422"/>
              <a:gd name="connsiteX105" fmla="*/ 1700574 w 3465511"/>
              <a:gd name="connsiteY105" fmla="*/ 303718 h 733422"/>
              <a:gd name="connsiteX106" fmla="*/ 1696988 w 3465511"/>
              <a:gd name="connsiteY106" fmla="*/ 307304 h 733422"/>
              <a:gd name="connsiteX107" fmla="*/ 1690183 w 3465511"/>
              <a:gd name="connsiteY107" fmla="*/ 300497 h 733422"/>
              <a:gd name="connsiteX108" fmla="*/ 1674032 w 3465511"/>
              <a:gd name="connsiteY108" fmla="*/ 285125 h 733422"/>
              <a:gd name="connsiteX109" fmla="*/ 1734758 w 3465511"/>
              <a:gd name="connsiteY109" fmla="*/ 345074 h 733422"/>
              <a:gd name="connsiteX110" fmla="*/ 1738344 w 3465511"/>
              <a:gd name="connsiteY110" fmla="*/ 341488 h 733422"/>
              <a:gd name="connsiteX111" fmla="*/ 1761006 w 3465511"/>
              <a:gd name="connsiteY111" fmla="*/ 364151 h 733422"/>
              <a:gd name="connsiteX112" fmla="*/ 1757421 w 3465511"/>
              <a:gd name="connsiteY112" fmla="*/ 367735 h 733422"/>
              <a:gd name="connsiteX113" fmla="*/ 1734758 w 3465511"/>
              <a:gd name="connsiteY113" fmla="*/ 345074 h 733422"/>
              <a:gd name="connsiteX114" fmla="*/ 1795191 w 3465511"/>
              <a:gd name="connsiteY114" fmla="*/ 405506 h 733422"/>
              <a:gd name="connsiteX115" fmla="*/ 1798776 w 3465511"/>
              <a:gd name="connsiteY115" fmla="*/ 401921 h 733422"/>
              <a:gd name="connsiteX116" fmla="*/ 1828992 w 3465511"/>
              <a:gd name="connsiteY116" fmla="*/ 432138 h 733422"/>
              <a:gd name="connsiteX117" fmla="*/ 1825406 w 3465511"/>
              <a:gd name="connsiteY117" fmla="*/ 435722 h 733422"/>
              <a:gd name="connsiteX118" fmla="*/ 1795191 w 3465511"/>
              <a:gd name="connsiteY118" fmla="*/ 405506 h 733422"/>
              <a:gd name="connsiteX119" fmla="*/ 1863182 w 3465511"/>
              <a:gd name="connsiteY119" fmla="*/ 473492 h 733422"/>
              <a:gd name="connsiteX120" fmla="*/ 1866766 w 3465511"/>
              <a:gd name="connsiteY120" fmla="*/ 469908 h 733422"/>
              <a:gd name="connsiteX121" fmla="*/ 1889420 w 3465511"/>
              <a:gd name="connsiteY121" fmla="*/ 492569 h 733422"/>
              <a:gd name="connsiteX122" fmla="*/ 1885836 w 3465511"/>
              <a:gd name="connsiteY122" fmla="*/ 496155 h 733422"/>
              <a:gd name="connsiteX123" fmla="*/ 1863182 w 3465511"/>
              <a:gd name="connsiteY123" fmla="*/ 473492 h 733422"/>
              <a:gd name="connsiteX124" fmla="*/ 1923604 w 3465511"/>
              <a:gd name="connsiteY124" fmla="*/ 533926 h 733422"/>
              <a:gd name="connsiteX125" fmla="*/ 1927189 w 3465511"/>
              <a:gd name="connsiteY125" fmla="*/ 530339 h 733422"/>
              <a:gd name="connsiteX126" fmla="*/ 1949860 w 3465511"/>
              <a:gd name="connsiteY126" fmla="*/ 553002 h 733422"/>
              <a:gd name="connsiteX127" fmla="*/ 1946276 w 3465511"/>
              <a:gd name="connsiteY127" fmla="*/ 556588 h 733422"/>
              <a:gd name="connsiteX128" fmla="*/ 1923604 w 3465511"/>
              <a:gd name="connsiteY128" fmla="*/ 533926 h 733422"/>
              <a:gd name="connsiteX129" fmla="*/ 1984044 w 3465511"/>
              <a:gd name="connsiteY129" fmla="*/ 594366 h 733422"/>
              <a:gd name="connsiteX130" fmla="*/ 1987629 w 3465511"/>
              <a:gd name="connsiteY130" fmla="*/ 590781 h 733422"/>
              <a:gd name="connsiteX131" fmla="*/ 1992926 w 3465511"/>
              <a:gd name="connsiteY131" fmla="*/ 596061 h 733422"/>
              <a:gd name="connsiteX132" fmla="*/ 2018634 w 3465511"/>
              <a:gd name="connsiteY132" fmla="*/ 619862 h 733422"/>
              <a:gd name="connsiteX133" fmla="*/ 2015350 w 3465511"/>
              <a:gd name="connsiteY133" fmla="*/ 623712 h 733422"/>
              <a:gd name="connsiteX134" fmla="*/ 1989341 w 3465511"/>
              <a:gd name="connsiteY134" fmla="*/ 599645 h 733422"/>
              <a:gd name="connsiteX135" fmla="*/ 1984044 w 3465511"/>
              <a:gd name="connsiteY135" fmla="*/ 594366 h 733422"/>
              <a:gd name="connsiteX136" fmla="*/ 2058115 w 3465511"/>
              <a:gd name="connsiteY136" fmla="*/ 656165 h 733422"/>
              <a:gd name="connsiteX137" fmla="*/ 2060941 w 3465511"/>
              <a:gd name="connsiteY137" fmla="*/ 651945 h 733422"/>
              <a:gd name="connsiteX138" fmla="*/ 2088027 w 3465511"/>
              <a:gd name="connsiteY138" fmla="*/ 668737 h 733422"/>
              <a:gd name="connsiteX139" fmla="*/ 2085502 w 3465511"/>
              <a:gd name="connsiteY139" fmla="*/ 673134 h 733422"/>
              <a:gd name="connsiteX140" fmla="*/ 2058115 w 3465511"/>
              <a:gd name="connsiteY140" fmla="*/ 656165 h 733422"/>
              <a:gd name="connsiteX141" fmla="*/ 2133599 w 3465511"/>
              <a:gd name="connsiteY141" fmla="*/ 697006 h 733422"/>
              <a:gd name="connsiteX142" fmla="*/ 2135577 w 3465511"/>
              <a:gd name="connsiteY142" fmla="*/ 692327 h 733422"/>
              <a:gd name="connsiteX143" fmla="*/ 2165329 w 3465511"/>
              <a:gd name="connsiteY143" fmla="*/ 703751 h 733422"/>
              <a:gd name="connsiteX144" fmla="*/ 2163669 w 3465511"/>
              <a:gd name="connsiteY144" fmla="*/ 708554 h 733422"/>
              <a:gd name="connsiteX145" fmla="*/ 2133599 w 3465511"/>
              <a:gd name="connsiteY145" fmla="*/ 697006 h 733422"/>
              <a:gd name="connsiteX146" fmla="*/ 2215369 w 3465511"/>
              <a:gd name="connsiteY146" fmla="*/ 722997 h 733422"/>
              <a:gd name="connsiteX147" fmla="*/ 2216446 w 3465511"/>
              <a:gd name="connsiteY147" fmla="*/ 718036 h 733422"/>
              <a:gd name="connsiteX148" fmla="*/ 2258329 w 3465511"/>
              <a:gd name="connsiteY148" fmla="*/ 725081 h 733422"/>
              <a:gd name="connsiteX149" fmla="*/ 2257729 w 3465511"/>
              <a:gd name="connsiteY149" fmla="*/ 730113 h 733422"/>
              <a:gd name="connsiteX150" fmla="*/ 2215369 w 3465511"/>
              <a:gd name="connsiteY150" fmla="*/ 722997 h 733422"/>
              <a:gd name="connsiteX151" fmla="*/ 2311318 w 3465511"/>
              <a:gd name="connsiteY151" fmla="*/ 733362 h 733422"/>
              <a:gd name="connsiteX152" fmla="*/ 2311335 w 3465511"/>
              <a:gd name="connsiteY152" fmla="*/ 728294 h 733422"/>
              <a:gd name="connsiteX153" fmla="*/ 2312148 w 3465511"/>
              <a:gd name="connsiteY153" fmla="*/ 728294 h 733422"/>
              <a:gd name="connsiteX154" fmla="*/ 2343365 w 3465511"/>
              <a:gd name="connsiteY154" fmla="*/ 728294 h 733422"/>
              <a:gd name="connsiteX155" fmla="*/ 2343365 w 3465511"/>
              <a:gd name="connsiteY155" fmla="*/ 733362 h 733422"/>
              <a:gd name="connsiteX156" fmla="*/ 2312148 w 3465511"/>
              <a:gd name="connsiteY156" fmla="*/ 733362 h 733422"/>
              <a:gd name="connsiteX157" fmla="*/ 2311318 w 3465511"/>
              <a:gd name="connsiteY157" fmla="*/ 733362 h 733422"/>
              <a:gd name="connsiteX158" fmla="*/ 2396796 w 3465511"/>
              <a:gd name="connsiteY158" fmla="*/ 733362 h 733422"/>
              <a:gd name="connsiteX159" fmla="*/ 2396796 w 3465511"/>
              <a:gd name="connsiteY159" fmla="*/ 728294 h 733422"/>
              <a:gd name="connsiteX160" fmla="*/ 2428843 w 3465511"/>
              <a:gd name="connsiteY160" fmla="*/ 728294 h 733422"/>
              <a:gd name="connsiteX161" fmla="*/ 2428843 w 3465511"/>
              <a:gd name="connsiteY161" fmla="*/ 733362 h 733422"/>
              <a:gd name="connsiteX162" fmla="*/ 2396796 w 3465511"/>
              <a:gd name="connsiteY162" fmla="*/ 733362 h 733422"/>
              <a:gd name="connsiteX163" fmla="*/ 2482256 w 3465511"/>
              <a:gd name="connsiteY163" fmla="*/ 733362 h 733422"/>
              <a:gd name="connsiteX164" fmla="*/ 2482256 w 3465511"/>
              <a:gd name="connsiteY164" fmla="*/ 728294 h 733422"/>
              <a:gd name="connsiteX165" fmla="*/ 2524986 w 3465511"/>
              <a:gd name="connsiteY165" fmla="*/ 728294 h 733422"/>
              <a:gd name="connsiteX166" fmla="*/ 2524986 w 3465511"/>
              <a:gd name="connsiteY166" fmla="*/ 733362 h 733422"/>
              <a:gd name="connsiteX167" fmla="*/ 2482256 w 3465511"/>
              <a:gd name="connsiteY167" fmla="*/ 733362 h 733422"/>
              <a:gd name="connsiteX168" fmla="*/ 2578540 w 3465511"/>
              <a:gd name="connsiteY168" fmla="*/ 732391 h 733422"/>
              <a:gd name="connsiteX169" fmla="*/ 2578204 w 3465511"/>
              <a:gd name="connsiteY169" fmla="*/ 727323 h 733422"/>
              <a:gd name="connsiteX170" fmla="*/ 2609916 w 3465511"/>
              <a:gd name="connsiteY170" fmla="*/ 724110 h 733422"/>
              <a:gd name="connsiteX171" fmla="*/ 2610605 w 3465511"/>
              <a:gd name="connsiteY171" fmla="*/ 729142 h 733422"/>
              <a:gd name="connsiteX172" fmla="*/ 2578540 w 3465511"/>
              <a:gd name="connsiteY172" fmla="*/ 732391 h 733422"/>
              <a:gd name="connsiteX173" fmla="*/ 2663258 w 3465511"/>
              <a:gd name="connsiteY173" fmla="*/ 718724 h 733422"/>
              <a:gd name="connsiteX174" fmla="*/ 2661987 w 3465511"/>
              <a:gd name="connsiteY174" fmla="*/ 713816 h 733422"/>
              <a:gd name="connsiteX175" fmla="*/ 2692534 w 3465511"/>
              <a:gd name="connsiteY175" fmla="*/ 704722 h 733422"/>
              <a:gd name="connsiteX176" fmla="*/ 2694140 w 3465511"/>
              <a:gd name="connsiteY176" fmla="*/ 709543 h 733422"/>
              <a:gd name="connsiteX177" fmla="*/ 2663258 w 3465511"/>
              <a:gd name="connsiteY177" fmla="*/ 718724 h 733422"/>
              <a:gd name="connsiteX178" fmla="*/ 2743933 w 3465511"/>
              <a:gd name="connsiteY178" fmla="*/ 689449 h 733422"/>
              <a:gd name="connsiteX179" fmla="*/ 2741761 w 3465511"/>
              <a:gd name="connsiteY179" fmla="*/ 684876 h 733422"/>
              <a:gd name="connsiteX180" fmla="*/ 2779265 w 3465511"/>
              <a:gd name="connsiteY180" fmla="*/ 664905 h 733422"/>
              <a:gd name="connsiteX181" fmla="*/ 2781843 w 3465511"/>
              <a:gd name="connsiteY181" fmla="*/ 669267 h 733422"/>
              <a:gd name="connsiteX182" fmla="*/ 2743933 w 3465511"/>
              <a:gd name="connsiteY182" fmla="*/ 689449 h 733422"/>
              <a:gd name="connsiteX183" fmla="*/ 2826303 w 3465511"/>
              <a:gd name="connsiteY183" fmla="*/ 639179 h 733422"/>
              <a:gd name="connsiteX184" fmla="*/ 2823213 w 3465511"/>
              <a:gd name="connsiteY184" fmla="*/ 635153 h 733422"/>
              <a:gd name="connsiteX185" fmla="*/ 2847810 w 3465511"/>
              <a:gd name="connsiteY185" fmla="*/ 614883 h 733422"/>
              <a:gd name="connsiteX186" fmla="*/ 2851164 w 3465511"/>
              <a:gd name="connsiteY186" fmla="*/ 618679 h 733422"/>
              <a:gd name="connsiteX187" fmla="*/ 2826303 w 3465511"/>
              <a:gd name="connsiteY187" fmla="*/ 639179 h 733422"/>
              <a:gd name="connsiteX188" fmla="*/ 2889639 w 3465511"/>
              <a:gd name="connsiteY188" fmla="*/ 581405 h 733422"/>
              <a:gd name="connsiteX189" fmla="*/ 2886037 w 3465511"/>
              <a:gd name="connsiteY189" fmla="*/ 577821 h 733422"/>
              <a:gd name="connsiteX190" fmla="*/ 2908709 w 3465511"/>
              <a:gd name="connsiteY190" fmla="*/ 555162 h 733422"/>
              <a:gd name="connsiteX191" fmla="*/ 2912293 w 3465511"/>
              <a:gd name="connsiteY191" fmla="*/ 558748 h 733422"/>
              <a:gd name="connsiteX192" fmla="*/ 2889639 w 3465511"/>
              <a:gd name="connsiteY192" fmla="*/ 581405 h 733422"/>
              <a:gd name="connsiteX193" fmla="*/ 2950062 w 3465511"/>
              <a:gd name="connsiteY193" fmla="*/ 520978 h 733422"/>
              <a:gd name="connsiteX194" fmla="*/ 2946477 w 3465511"/>
              <a:gd name="connsiteY194" fmla="*/ 517393 h 733422"/>
              <a:gd name="connsiteX195" fmla="*/ 2976689 w 3465511"/>
              <a:gd name="connsiteY195" fmla="*/ 487175 h 733422"/>
              <a:gd name="connsiteX196" fmla="*/ 2980273 w 3465511"/>
              <a:gd name="connsiteY196" fmla="*/ 490761 h 733422"/>
              <a:gd name="connsiteX197" fmla="*/ 2950062 w 3465511"/>
              <a:gd name="connsiteY197" fmla="*/ 520978 h 733422"/>
              <a:gd name="connsiteX198" fmla="*/ 3018059 w 3465511"/>
              <a:gd name="connsiteY198" fmla="*/ 452991 h 733422"/>
              <a:gd name="connsiteX199" fmla="*/ 3014457 w 3465511"/>
              <a:gd name="connsiteY199" fmla="*/ 449405 h 733422"/>
              <a:gd name="connsiteX200" fmla="*/ 3037129 w 3465511"/>
              <a:gd name="connsiteY200" fmla="*/ 426744 h 733422"/>
              <a:gd name="connsiteX201" fmla="*/ 3040713 w 3465511"/>
              <a:gd name="connsiteY201" fmla="*/ 430330 h 733422"/>
              <a:gd name="connsiteX202" fmla="*/ 3018059 w 3465511"/>
              <a:gd name="connsiteY202" fmla="*/ 452991 h 733422"/>
              <a:gd name="connsiteX203" fmla="*/ 3078481 w 3465511"/>
              <a:gd name="connsiteY203" fmla="*/ 392558 h 733422"/>
              <a:gd name="connsiteX204" fmla="*/ 3074897 w 3465511"/>
              <a:gd name="connsiteY204" fmla="*/ 388972 h 733422"/>
              <a:gd name="connsiteX205" fmla="*/ 3097569 w 3465511"/>
              <a:gd name="connsiteY205" fmla="*/ 366311 h 733422"/>
              <a:gd name="connsiteX206" fmla="*/ 3101153 w 3465511"/>
              <a:gd name="connsiteY206" fmla="*/ 369895 h 733422"/>
              <a:gd name="connsiteX207" fmla="*/ 3078481 w 3465511"/>
              <a:gd name="connsiteY207" fmla="*/ 392558 h 733422"/>
              <a:gd name="connsiteX208" fmla="*/ 3138922 w 3465511"/>
              <a:gd name="connsiteY208" fmla="*/ 332127 h 733422"/>
              <a:gd name="connsiteX209" fmla="*/ 3135320 w 3465511"/>
              <a:gd name="connsiteY209" fmla="*/ 328540 h 733422"/>
              <a:gd name="connsiteX210" fmla="*/ 3165548 w 3465511"/>
              <a:gd name="connsiteY210" fmla="*/ 298324 h 733422"/>
              <a:gd name="connsiteX211" fmla="*/ 3169133 w 3465511"/>
              <a:gd name="connsiteY211" fmla="*/ 301910 h 733422"/>
              <a:gd name="connsiteX212" fmla="*/ 3138922 w 3465511"/>
              <a:gd name="connsiteY212" fmla="*/ 332127 h 733422"/>
              <a:gd name="connsiteX213" fmla="*/ 3206901 w 3465511"/>
              <a:gd name="connsiteY213" fmla="*/ 264140 h 733422"/>
              <a:gd name="connsiteX214" fmla="*/ 3203317 w 3465511"/>
              <a:gd name="connsiteY214" fmla="*/ 260554 h 733422"/>
              <a:gd name="connsiteX215" fmla="*/ 3225971 w 3465511"/>
              <a:gd name="connsiteY215" fmla="*/ 237891 h 733422"/>
              <a:gd name="connsiteX216" fmla="*/ 3229573 w 3465511"/>
              <a:gd name="connsiteY216" fmla="*/ 241477 h 733422"/>
              <a:gd name="connsiteX217" fmla="*/ 3206901 w 3465511"/>
              <a:gd name="connsiteY217" fmla="*/ 264140 h 733422"/>
              <a:gd name="connsiteX218" fmla="*/ 3267324 w 3465511"/>
              <a:gd name="connsiteY218" fmla="*/ 203709 h 733422"/>
              <a:gd name="connsiteX219" fmla="*/ 3263739 w 3465511"/>
              <a:gd name="connsiteY219" fmla="*/ 200122 h 733422"/>
              <a:gd name="connsiteX220" fmla="*/ 3286411 w 3465511"/>
              <a:gd name="connsiteY220" fmla="*/ 177460 h 733422"/>
              <a:gd name="connsiteX221" fmla="*/ 3289995 w 3465511"/>
              <a:gd name="connsiteY221" fmla="*/ 181046 h 733422"/>
              <a:gd name="connsiteX222" fmla="*/ 3267324 w 3465511"/>
              <a:gd name="connsiteY222" fmla="*/ 203709 h 733422"/>
              <a:gd name="connsiteX223" fmla="*/ 3327764 w 3465511"/>
              <a:gd name="connsiteY223" fmla="*/ 143275 h 733422"/>
              <a:gd name="connsiteX224" fmla="*/ 3324179 w 3465511"/>
              <a:gd name="connsiteY224" fmla="*/ 139689 h 733422"/>
              <a:gd name="connsiteX225" fmla="*/ 3354390 w 3465511"/>
              <a:gd name="connsiteY225" fmla="*/ 109473 h 733422"/>
              <a:gd name="connsiteX226" fmla="*/ 3357975 w 3465511"/>
              <a:gd name="connsiteY226" fmla="*/ 113059 h 733422"/>
              <a:gd name="connsiteX227" fmla="*/ 3327764 w 3465511"/>
              <a:gd name="connsiteY227" fmla="*/ 143275 h 733422"/>
              <a:gd name="connsiteX228" fmla="*/ 3395743 w 3465511"/>
              <a:gd name="connsiteY228" fmla="*/ 75289 h 733422"/>
              <a:gd name="connsiteX229" fmla="*/ 3392159 w 3465511"/>
              <a:gd name="connsiteY229" fmla="*/ 71703 h 733422"/>
              <a:gd name="connsiteX230" fmla="*/ 3414831 w 3465511"/>
              <a:gd name="connsiteY230" fmla="*/ 49040 h 733422"/>
              <a:gd name="connsiteX231" fmla="*/ 3418415 w 3465511"/>
              <a:gd name="connsiteY231" fmla="*/ 52626 h 733422"/>
              <a:gd name="connsiteX232" fmla="*/ 3395743 w 3465511"/>
              <a:gd name="connsiteY232" fmla="*/ 75289 h 733422"/>
              <a:gd name="connsiteX233" fmla="*/ 3456183 w 3465511"/>
              <a:gd name="connsiteY233" fmla="*/ 14856 h 733422"/>
              <a:gd name="connsiteX234" fmla="*/ 3452599 w 3465511"/>
              <a:gd name="connsiteY234" fmla="*/ 11270 h 733422"/>
              <a:gd name="connsiteX235" fmla="*/ 3463935 w 3465511"/>
              <a:gd name="connsiteY235" fmla="*/ -61 h 733422"/>
              <a:gd name="connsiteX236" fmla="*/ 3467519 w 3465511"/>
              <a:gd name="connsiteY236" fmla="*/ 3525 h 733422"/>
              <a:gd name="connsiteX237" fmla="*/ 3456183 w 3465511"/>
              <a:gd name="connsiteY237" fmla="*/ 14856 h 733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3465511" h="733422">
                <a:moveTo>
                  <a:pt x="2008" y="409323"/>
                </a:moveTo>
                <a:lnTo>
                  <a:pt x="2008" y="404252"/>
                </a:lnTo>
                <a:lnTo>
                  <a:pt x="18032" y="404252"/>
                </a:lnTo>
                <a:lnTo>
                  <a:pt x="18032" y="409323"/>
                </a:lnTo>
                <a:lnTo>
                  <a:pt x="2008" y="409323"/>
                </a:lnTo>
                <a:close/>
                <a:moveTo>
                  <a:pt x="71448" y="409323"/>
                </a:moveTo>
                <a:lnTo>
                  <a:pt x="71448" y="404252"/>
                </a:lnTo>
                <a:lnTo>
                  <a:pt x="114180" y="404252"/>
                </a:lnTo>
                <a:lnTo>
                  <a:pt x="114180" y="409323"/>
                </a:lnTo>
                <a:lnTo>
                  <a:pt x="71448" y="409323"/>
                </a:lnTo>
                <a:close/>
                <a:moveTo>
                  <a:pt x="167594" y="409323"/>
                </a:moveTo>
                <a:lnTo>
                  <a:pt x="167594" y="404252"/>
                </a:lnTo>
                <a:lnTo>
                  <a:pt x="199643" y="404252"/>
                </a:lnTo>
                <a:lnTo>
                  <a:pt x="199643" y="409323"/>
                </a:lnTo>
                <a:lnTo>
                  <a:pt x="167594" y="409323"/>
                </a:lnTo>
                <a:close/>
                <a:moveTo>
                  <a:pt x="253060" y="409323"/>
                </a:moveTo>
                <a:lnTo>
                  <a:pt x="253060" y="404252"/>
                </a:lnTo>
                <a:lnTo>
                  <a:pt x="285109" y="404252"/>
                </a:lnTo>
                <a:lnTo>
                  <a:pt x="285109" y="409323"/>
                </a:lnTo>
                <a:lnTo>
                  <a:pt x="253060" y="409323"/>
                </a:lnTo>
                <a:close/>
                <a:moveTo>
                  <a:pt x="338523" y="409323"/>
                </a:moveTo>
                <a:lnTo>
                  <a:pt x="338523" y="404252"/>
                </a:lnTo>
                <a:lnTo>
                  <a:pt x="381255" y="404252"/>
                </a:lnTo>
                <a:lnTo>
                  <a:pt x="381255" y="409323"/>
                </a:lnTo>
                <a:lnTo>
                  <a:pt x="338523" y="409323"/>
                </a:lnTo>
                <a:close/>
                <a:moveTo>
                  <a:pt x="434671" y="409323"/>
                </a:moveTo>
                <a:lnTo>
                  <a:pt x="434671" y="404252"/>
                </a:lnTo>
                <a:lnTo>
                  <a:pt x="466720" y="404252"/>
                </a:lnTo>
                <a:lnTo>
                  <a:pt x="466720" y="409323"/>
                </a:lnTo>
                <a:lnTo>
                  <a:pt x="434671" y="409323"/>
                </a:lnTo>
                <a:close/>
                <a:moveTo>
                  <a:pt x="520303" y="407723"/>
                </a:moveTo>
                <a:lnTo>
                  <a:pt x="519879" y="402672"/>
                </a:lnTo>
                <a:cubicBezTo>
                  <a:pt x="530491" y="401782"/>
                  <a:pt x="541043" y="400518"/>
                  <a:pt x="551517" y="398888"/>
                </a:cubicBezTo>
                <a:lnTo>
                  <a:pt x="552297" y="403899"/>
                </a:lnTo>
                <a:cubicBezTo>
                  <a:pt x="541705" y="405546"/>
                  <a:pt x="531035" y="406825"/>
                  <a:pt x="520303" y="407723"/>
                </a:cubicBezTo>
                <a:close/>
                <a:moveTo>
                  <a:pt x="604763" y="392542"/>
                </a:moveTo>
                <a:lnTo>
                  <a:pt x="603402" y="387658"/>
                </a:lnTo>
                <a:cubicBezTo>
                  <a:pt x="617058" y="383849"/>
                  <a:pt x="630518" y="379401"/>
                  <a:pt x="643736" y="374334"/>
                </a:cubicBezTo>
                <a:lnTo>
                  <a:pt x="645551" y="379068"/>
                </a:lnTo>
                <a:cubicBezTo>
                  <a:pt x="632185" y="384194"/>
                  <a:pt x="618573" y="388691"/>
                  <a:pt x="604763" y="392542"/>
                </a:cubicBezTo>
                <a:close/>
                <a:moveTo>
                  <a:pt x="694459" y="356938"/>
                </a:moveTo>
                <a:lnTo>
                  <a:pt x="692100" y="352450"/>
                </a:lnTo>
                <a:cubicBezTo>
                  <a:pt x="701496" y="347515"/>
                  <a:pt x="710725" y="342244"/>
                  <a:pt x="719769" y="336645"/>
                </a:cubicBezTo>
                <a:lnTo>
                  <a:pt x="722437" y="340957"/>
                </a:lnTo>
                <a:cubicBezTo>
                  <a:pt x="713292" y="346618"/>
                  <a:pt x="703959" y="351948"/>
                  <a:pt x="694459" y="356938"/>
                </a:cubicBezTo>
                <a:close/>
                <a:moveTo>
                  <a:pt x="766341" y="310064"/>
                </a:moveTo>
                <a:lnTo>
                  <a:pt x="763184" y="306095"/>
                </a:lnTo>
                <a:cubicBezTo>
                  <a:pt x="771474" y="299500"/>
                  <a:pt x="779554" y="292596"/>
                  <a:pt x="787404" y="285390"/>
                </a:cubicBezTo>
                <a:lnTo>
                  <a:pt x="790833" y="289126"/>
                </a:lnTo>
                <a:cubicBezTo>
                  <a:pt x="782895" y="296412"/>
                  <a:pt x="774725" y="303395"/>
                  <a:pt x="766341" y="310064"/>
                </a:cubicBezTo>
                <a:close/>
                <a:moveTo>
                  <a:pt x="829725" y="252659"/>
                </a:moveTo>
                <a:lnTo>
                  <a:pt x="826434" y="248803"/>
                </a:lnTo>
                <a:cubicBezTo>
                  <a:pt x="837392" y="239448"/>
                  <a:pt x="848860" y="230803"/>
                  <a:pt x="860768" y="222896"/>
                </a:cubicBezTo>
                <a:lnTo>
                  <a:pt x="863573" y="227120"/>
                </a:lnTo>
                <a:cubicBezTo>
                  <a:pt x="851833" y="234916"/>
                  <a:pt x="840527" y="243439"/>
                  <a:pt x="829725" y="252659"/>
                </a:cubicBezTo>
                <a:close/>
                <a:moveTo>
                  <a:pt x="909789" y="201212"/>
                </a:moveTo>
                <a:lnTo>
                  <a:pt x="907649" y="196614"/>
                </a:lnTo>
                <a:cubicBezTo>
                  <a:pt x="917404" y="192073"/>
                  <a:pt x="927361" y="187973"/>
                  <a:pt x="937486" y="184328"/>
                </a:cubicBezTo>
                <a:lnTo>
                  <a:pt x="939202" y="189099"/>
                </a:lnTo>
                <a:cubicBezTo>
                  <a:pt x="929222" y="192692"/>
                  <a:pt x="919407" y="196734"/>
                  <a:pt x="909789" y="201212"/>
                </a:cubicBezTo>
                <a:close/>
                <a:moveTo>
                  <a:pt x="990263" y="174950"/>
                </a:moveTo>
                <a:lnTo>
                  <a:pt x="989279" y="169976"/>
                </a:lnTo>
                <a:cubicBezTo>
                  <a:pt x="999810" y="167895"/>
                  <a:pt x="1010454" y="166284"/>
                  <a:pt x="1021184" y="165156"/>
                </a:cubicBezTo>
                <a:lnTo>
                  <a:pt x="1021715" y="170199"/>
                </a:lnTo>
                <a:cubicBezTo>
                  <a:pt x="1011137" y="171311"/>
                  <a:pt x="1000643" y="172899"/>
                  <a:pt x="990263" y="174950"/>
                </a:cubicBezTo>
                <a:close/>
                <a:moveTo>
                  <a:pt x="1074798" y="168266"/>
                </a:moveTo>
                <a:lnTo>
                  <a:pt x="1074798" y="163194"/>
                </a:lnTo>
                <a:lnTo>
                  <a:pt x="1117530" y="163194"/>
                </a:lnTo>
                <a:lnTo>
                  <a:pt x="1117530" y="168266"/>
                </a:lnTo>
                <a:lnTo>
                  <a:pt x="1074798" y="168266"/>
                </a:lnTo>
                <a:close/>
                <a:moveTo>
                  <a:pt x="1170944" y="168266"/>
                </a:moveTo>
                <a:lnTo>
                  <a:pt x="1170944" y="163194"/>
                </a:lnTo>
                <a:lnTo>
                  <a:pt x="1202993" y="163194"/>
                </a:lnTo>
                <a:lnTo>
                  <a:pt x="1202993" y="168266"/>
                </a:lnTo>
                <a:lnTo>
                  <a:pt x="1170944" y="168266"/>
                </a:lnTo>
                <a:close/>
                <a:moveTo>
                  <a:pt x="1256409" y="168266"/>
                </a:moveTo>
                <a:lnTo>
                  <a:pt x="1256409" y="163194"/>
                </a:lnTo>
                <a:lnTo>
                  <a:pt x="1288459" y="163194"/>
                </a:lnTo>
                <a:lnTo>
                  <a:pt x="1288459" y="168266"/>
                </a:lnTo>
                <a:lnTo>
                  <a:pt x="1256409" y="168266"/>
                </a:lnTo>
                <a:close/>
                <a:moveTo>
                  <a:pt x="1341873" y="168266"/>
                </a:moveTo>
                <a:lnTo>
                  <a:pt x="1341873" y="163194"/>
                </a:lnTo>
                <a:lnTo>
                  <a:pt x="1370944" y="163194"/>
                </a:lnTo>
                <a:cubicBezTo>
                  <a:pt x="1375529" y="163194"/>
                  <a:pt x="1380109" y="163263"/>
                  <a:pt x="1384679" y="163401"/>
                </a:cubicBezTo>
                <a:lnTo>
                  <a:pt x="1384527" y="168470"/>
                </a:lnTo>
                <a:cubicBezTo>
                  <a:pt x="1380007" y="168334"/>
                  <a:pt x="1375480" y="168266"/>
                  <a:pt x="1370944" y="168266"/>
                </a:cubicBezTo>
                <a:lnTo>
                  <a:pt x="1341873" y="168266"/>
                </a:lnTo>
                <a:close/>
                <a:moveTo>
                  <a:pt x="1437403" y="173181"/>
                </a:moveTo>
                <a:lnTo>
                  <a:pt x="1438150" y="168167"/>
                </a:lnTo>
                <a:cubicBezTo>
                  <a:pt x="1448795" y="169750"/>
                  <a:pt x="1459363" y="171709"/>
                  <a:pt x="1469834" y="174032"/>
                </a:cubicBezTo>
                <a:lnTo>
                  <a:pt x="1468735" y="178982"/>
                </a:lnTo>
                <a:cubicBezTo>
                  <a:pt x="1458381" y="176684"/>
                  <a:pt x="1447932" y="174749"/>
                  <a:pt x="1437403" y="173181"/>
                </a:cubicBezTo>
                <a:close/>
                <a:moveTo>
                  <a:pt x="1519794" y="193508"/>
                </a:moveTo>
                <a:lnTo>
                  <a:pt x="1521466" y="188721"/>
                </a:lnTo>
                <a:cubicBezTo>
                  <a:pt x="1531610" y="192265"/>
                  <a:pt x="1541625" y="196164"/>
                  <a:pt x="1551492" y="200412"/>
                </a:cubicBezTo>
                <a:lnTo>
                  <a:pt x="1549486" y="205070"/>
                </a:lnTo>
                <a:cubicBezTo>
                  <a:pt x="1539731" y="200869"/>
                  <a:pt x="1529827" y="197013"/>
                  <a:pt x="1519794" y="193508"/>
                </a:cubicBezTo>
                <a:close/>
                <a:moveTo>
                  <a:pt x="1596927" y="228893"/>
                </a:moveTo>
                <a:lnTo>
                  <a:pt x="1599465" y="224503"/>
                </a:lnTo>
                <a:cubicBezTo>
                  <a:pt x="1611842" y="231660"/>
                  <a:pt x="1623902" y="239408"/>
                  <a:pt x="1635600" y="247729"/>
                </a:cubicBezTo>
                <a:lnTo>
                  <a:pt x="1632660" y="251861"/>
                </a:lnTo>
                <a:cubicBezTo>
                  <a:pt x="1621093" y="243631"/>
                  <a:pt x="1609167" y="235970"/>
                  <a:pt x="1596927" y="228893"/>
                </a:cubicBezTo>
                <a:close/>
                <a:moveTo>
                  <a:pt x="1674032" y="285125"/>
                </a:moveTo>
                <a:lnTo>
                  <a:pt x="1677436" y="281368"/>
                </a:lnTo>
                <a:cubicBezTo>
                  <a:pt x="1682995" y="286402"/>
                  <a:pt x="1688440" y="291584"/>
                  <a:pt x="1693768" y="296913"/>
                </a:cubicBezTo>
                <a:lnTo>
                  <a:pt x="1700574" y="303718"/>
                </a:lnTo>
                <a:lnTo>
                  <a:pt x="1696988" y="307304"/>
                </a:lnTo>
                <a:lnTo>
                  <a:pt x="1690183" y="300497"/>
                </a:lnTo>
                <a:cubicBezTo>
                  <a:pt x="1684914" y="295230"/>
                  <a:pt x="1679529" y="290104"/>
                  <a:pt x="1674032" y="285125"/>
                </a:cubicBezTo>
                <a:close/>
                <a:moveTo>
                  <a:pt x="1734758" y="345074"/>
                </a:moveTo>
                <a:lnTo>
                  <a:pt x="1738344" y="341488"/>
                </a:lnTo>
                <a:lnTo>
                  <a:pt x="1761006" y="364151"/>
                </a:lnTo>
                <a:lnTo>
                  <a:pt x="1757421" y="367735"/>
                </a:lnTo>
                <a:lnTo>
                  <a:pt x="1734758" y="345074"/>
                </a:lnTo>
                <a:close/>
                <a:moveTo>
                  <a:pt x="1795191" y="405506"/>
                </a:moveTo>
                <a:lnTo>
                  <a:pt x="1798776" y="401921"/>
                </a:lnTo>
                <a:lnTo>
                  <a:pt x="1828992" y="432138"/>
                </a:lnTo>
                <a:lnTo>
                  <a:pt x="1825406" y="435722"/>
                </a:lnTo>
                <a:lnTo>
                  <a:pt x="1795191" y="405506"/>
                </a:lnTo>
                <a:close/>
                <a:moveTo>
                  <a:pt x="1863182" y="473492"/>
                </a:moveTo>
                <a:lnTo>
                  <a:pt x="1866766" y="469908"/>
                </a:lnTo>
                <a:lnTo>
                  <a:pt x="1889420" y="492569"/>
                </a:lnTo>
                <a:lnTo>
                  <a:pt x="1885836" y="496155"/>
                </a:lnTo>
                <a:lnTo>
                  <a:pt x="1863182" y="473492"/>
                </a:lnTo>
                <a:close/>
                <a:moveTo>
                  <a:pt x="1923604" y="533926"/>
                </a:moveTo>
                <a:lnTo>
                  <a:pt x="1927189" y="530339"/>
                </a:lnTo>
                <a:lnTo>
                  <a:pt x="1949860" y="553002"/>
                </a:lnTo>
                <a:lnTo>
                  <a:pt x="1946276" y="556588"/>
                </a:lnTo>
                <a:lnTo>
                  <a:pt x="1923604" y="533926"/>
                </a:lnTo>
                <a:close/>
                <a:moveTo>
                  <a:pt x="1984044" y="594366"/>
                </a:moveTo>
                <a:lnTo>
                  <a:pt x="1987629" y="590781"/>
                </a:lnTo>
                <a:lnTo>
                  <a:pt x="1992926" y="596061"/>
                </a:lnTo>
                <a:cubicBezTo>
                  <a:pt x="2001207" y="604359"/>
                  <a:pt x="2009788" y="612288"/>
                  <a:pt x="2018634" y="619862"/>
                </a:cubicBezTo>
                <a:lnTo>
                  <a:pt x="2015350" y="623712"/>
                </a:lnTo>
                <a:cubicBezTo>
                  <a:pt x="2006398" y="616066"/>
                  <a:pt x="1997711" y="608032"/>
                  <a:pt x="1989341" y="599645"/>
                </a:cubicBezTo>
                <a:lnTo>
                  <a:pt x="1984044" y="594366"/>
                </a:lnTo>
                <a:close/>
                <a:moveTo>
                  <a:pt x="2058115" y="656165"/>
                </a:moveTo>
                <a:lnTo>
                  <a:pt x="2060941" y="651945"/>
                </a:lnTo>
                <a:cubicBezTo>
                  <a:pt x="2069769" y="657860"/>
                  <a:pt x="2078810" y="663458"/>
                  <a:pt x="2088027" y="668737"/>
                </a:cubicBezTo>
                <a:lnTo>
                  <a:pt x="2085502" y="673134"/>
                </a:lnTo>
                <a:cubicBezTo>
                  <a:pt x="2076196" y="667801"/>
                  <a:pt x="2067050" y="662151"/>
                  <a:pt x="2058115" y="656165"/>
                </a:cubicBezTo>
                <a:close/>
                <a:moveTo>
                  <a:pt x="2133599" y="697006"/>
                </a:moveTo>
                <a:lnTo>
                  <a:pt x="2135577" y="692327"/>
                </a:lnTo>
                <a:cubicBezTo>
                  <a:pt x="2145341" y="696476"/>
                  <a:pt x="2155265" y="700290"/>
                  <a:pt x="2165329" y="703751"/>
                </a:cubicBezTo>
                <a:lnTo>
                  <a:pt x="2163669" y="708554"/>
                </a:lnTo>
                <a:cubicBezTo>
                  <a:pt x="2153517" y="705058"/>
                  <a:pt x="2143470" y="701191"/>
                  <a:pt x="2133599" y="697006"/>
                </a:cubicBezTo>
                <a:close/>
                <a:moveTo>
                  <a:pt x="2215369" y="722997"/>
                </a:moveTo>
                <a:lnTo>
                  <a:pt x="2216446" y="718036"/>
                </a:lnTo>
                <a:cubicBezTo>
                  <a:pt x="2230254" y="721037"/>
                  <a:pt x="2244239" y="723386"/>
                  <a:pt x="2258329" y="725081"/>
                </a:cubicBezTo>
                <a:lnTo>
                  <a:pt x="2257729" y="730113"/>
                </a:lnTo>
                <a:cubicBezTo>
                  <a:pt x="2243479" y="728400"/>
                  <a:pt x="2229336" y="726016"/>
                  <a:pt x="2215369" y="722997"/>
                </a:cubicBezTo>
                <a:close/>
                <a:moveTo>
                  <a:pt x="2311318" y="733362"/>
                </a:moveTo>
                <a:lnTo>
                  <a:pt x="2311335" y="728294"/>
                </a:lnTo>
                <a:cubicBezTo>
                  <a:pt x="2311600" y="728294"/>
                  <a:pt x="2311883" y="728294"/>
                  <a:pt x="2312148" y="728294"/>
                </a:cubicBezTo>
                <a:lnTo>
                  <a:pt x="2343365" y="728294"/>
                </a:lnTo>
                <a:lnTo>
                  <a:pt x="2343365" y="733362"/>
                </a:lnTo>
                <a:lnTo>
                  <a:pt x="2312148" y="733362"/>
                </a:lnTo>
                <a:cubicBezTo>
                  <a:pt x="2311883" y="733362"/>
                  <a:pt x="2311600" y="733362"/>
                  <a:pt x="2311318" y="733362"/>
                </a:cubicBezTo>
                <a:close/>
                <a:moveTo>
                  <a:pt x="2396796" y="733362"/>
                </a:moveTo>
                <a:lnTo>
                  <a:pt x="2396796" y="728294"/>
                </a:lnTo>
                <a:lnTo>
                  <a:pt x="2428843" y="728294"/>
                </a:lnTo>
                <a:lnTo>
                  <a:pt x="2428843" y="733362"/>
                </a:lnTo>
                <a:lnTo>
                  <a:pt x="2396796" y="733362"/>
                </a:lnTo>
                <a:close/>
                <a:moveTo>
                  <a:pt x="2482256" y="733362"/>
                </a:moveTo>
                <a:lnTo>
                  <a:pt x="2482256" y="728294"/>
                </a:lnTo>
                <a:lnTo>
                  <a:pt x="2524986" y="728294"/>
                </a:lnTo>
                <a:lnTo>
                  <a:pt x="2524986" y="733362"/>
                </a:lnTo>
                <a:lnTo>
                  <a:pt x="2482256" y="733362"/>
                </a:lnTo>
                <a:close/>
                <a:moveTo>
                  <a:pt x="2578540" y="732391"/>
                </a:moveTo>
                <a:lnTo>
                  <a:pt x="2578204" y="727323"/>
                </a:lnTo>
                <a:cubicBezTo>
                  <a:pt x="2588834" y="726617"/>
                  <a:pt x="2599410" y="725558"/>
                  <a:pt x="2609916" y="724110"/>
                </a:cubicBezTo>
                <a:lnTo>
                  <a:pt x="2610605" y="729142"/>
                </a:lnTo>
                <a:cubicBezTo>
                  <a:pt x="2599975" y="730590"/>
                  <a:pt x="2589293" y="731667"/>
                  <a:pt x="2578540" y="732391"/>
                </a:cubicBezTo>
                <a:close/>
                <a:moveTo>
                  <a:pt x="2663258" y="718724"/>
                </a:moveTo>
                <a:lnTo>
                  <a:pt x="2661987" y="713816"/>
                </a:lnTo>
                <a:cubicBezTo>
                  <a:pt x="2672281" y="711149"/>
                  <a:pt x="2682469" y="708112"/>
                  <a:pt x="2692534" y="704722"/>
                </a:cubicBezTo>
                <a:lnTo>
                  <a:pt x="2694140" y="709543"/>
                </a:lnTo>
                <a:cubicBezTo>
                  <a:pt x="2683970" y="712950"/>
                  <a:pt x="2673676" y="716023"/>
                  <a:pt x="2663258" y="718724"/>
                </a:cubicBezTo>
                <a:close/>
                <a:moveTo>
                  <a:pt x="2743933" y="689449"/>
                </a:moveTo>
                <a:lnTo>
                  <a:pt x="2741761" y="684876"/>
                </a:lnTo>
                <a:cubicBezTo>
                  <a:pt x="2754545" y="678819"/>
                  <a:pt x="2767064" y="672162"/>
                  <a:pt x="2779265" y="664905"/>
                </a:cubicBezTo>
                <a:lnTo>
                  <a:pt x="2781843" y="669267"/>
                </a:lnTo>
                <a:cubicBezTo>
                  <a:pt x="2769518" y="676594"/>
                  <a:pt x="2756876" y="683340"/>
                  <a:pt x="2743933" y="689449"/>
                </a:cubicBezTo>
                <a:close/>
                <a:moveTo>
                  <a:pt x="2826303" y="639179"/>
                </a:moveTo>
                <a:lnTo>
                  <a:pt x="2823213" y="635153"/>
                </a:lnTo>
                <a:cubicBezTo>
                  <a:pt x="2831618" y="628708"/>
                  <a:pt x="2839829" y="621946"/>
                  <a:pt x="2847810" y="614883"/>
                </a:cubicBezTo>
                <a:lnTo>
                  <a:pt x="2851164" y="618679"/>
                </a:lnTo>
                <a:cubicBezTo>
                  <a:pt x="2843095" y="625813"/>
                  <a:pt x="2834796" y="632664"/>
                  <a:pt x="2826303" y="639179"/>
                </a:cubicBezTo>
                <a:close/>
                <a:moveTo>
                  <a:pt x="2889639" y="581405"/>
                </a:moveTo>
                <a:lnTo>
                  <a:pt x="2886037" y="577821"/>
                </a:lnTo>
                <a:lnTo>
                  <a:pt x="2908709" y="555162"/>
                </a:lnTo>
                <a:lnTo>
                  <a:pt x="2912293" y="558748"/>
                </a:lnTo>
                <a:lnTo>
                  <a:pt x="2889639" y="581405"/>
                </a:lnTo>
                <a:close/>
                <a:moveTo>
                  <a:pt x="2950062" y="520978"/>
                </a:moveTo>
                <a:lnTo>
                  <a:pt x="2946477" y="517393"/>
                </a:lnTo>
                <a:lnTo>
                  <a:pt x="2976689" y="487175"/>
                </a:lnTo>
                <a:lnTo>
                  <a:pt x="2980273" y="490761"/>
                </a:lnTo>
                <a:lnTo>
                  <a:pt x="2950062" y="520978"/>
                </a:lnTo>
                <a:close/>
                <a:moveTo>
                  <a:pt x="3018059" y="452991"/>
                </a:moveTo>
                <a:lnTo>
                  <a:pt x="3014457" y="449405"/>
                </a:lnTo>
                <a:lnTo>
                  <a:pt x="3037129" y="426744"/>
                </a:lnTo>
                <a:lnTo>
                  <a:pt x="3040713" y="430330"/>
                </a:lnTo>
                <a:lnTo>
                  <a:pt x="3018059" y="452991"/>
                </a:lnTo>
                <a:close/>
                <a:moveTo>
                  <a:pt x="3078481" y="392558"/>
                </a:moveTo>
                <a:lnTo>
                  <a:pt x="3074897" y="388972"/>
                </a:lnTo>
                <a:lnTo>
                  <a:pt x="3097569" y="366311"/>
                </a:lnTo>
                <a:lnTo>
                  <a:pt x="3101153" y="369895"/>
                </a:lnTo>
                <a:lnTo>
                  <a:pt x="3078481" y="392558"/>
                </a:lnTo>
                <a:close/>
                <a:moveTo>
                  <a:pt x="3138922" y="332127"/>
                </a:moveTo>
                <a:lnTo>
                  <a:pt x="3135320" y="328540"/>
                </a:lnTo>
                <a:lnTo>
                  <a:pt x="3165548" y="298324"/>
                </a:lnTo>
                <a:lnTo>
                  <a:pt x="3169133" y="301910"/>
                </a:lnTo>
                <a:lnTo>
                  <a:pt x="3138922" y="332127"/>
                </a:lnTo>
                <a:close/>
                <a:moveTo>
                  <a:pt x="3206901" y="264140"/>
                </a:moveTo>
                <a:lnTo>
                  <a:pt x="3203317" y="260554"/>
                </a:lnTo>
                <a:lnTo>
                  <a:pt x="3225971" y="237891"/>
                </a:lnTo>
                <a:lnTo>
                  <a:pt x="3229573" y="241477"/>
                </a:lnTo>
                <a:lnTo>
                  <a:pt x="3206901" y="264140"/>
                </a:lnTo>
                <a:close/>
                <a:moveTo>
                  <a:pt x="3267324" y="203709"/>
                </a:moveTo>
                <a:lnTo>
                  <a:pt x="3263739" y="200122"/>
                </a:lnTo>
                <a:lnTo>
                  <a:pt x="3286411" y="177460"/>
                </a:lnTo>
                <a:lnTo>
                  <a:pt x="3289995" y="181046"/>
                </a:lnTo>
                <a:lnTo>
                  <a:pt x="3267324" y="203709"/>
                </a:lnTo>
                <a:close/>
                <a:moveTo>
                  <a:pt x="3327764" y="143275"/>
                </a:moveTo>
                <a:lnTo>
                  <a:pt x="3324179" y="139689"/>
                </a:lnTo>
                <a:lnTo>
                  <a:pt x="3354390" y="109473"/>
                </a:lnTo>
                <a:lnTo>
                  <a:pt x="3357975" y="113059"/>
                </a:lnTo>
                <a:lnTo>
                  <a:pt x="3327764" y="143275"/>
                </a:lnTo>
                <a:close/>
                <a:moveTo>
                  <a:pt x="3395743" y="75289"/>
                </a:moveTo>
                <a:lnTo>
                  <a:pt x="3392159" y="71703"/>
                </a:lnTo>
                <a:lnTo>
                  <a:pt x="3414831" y="49040"/>
                </a:lnTo>
                <a:lnTo>
                  <a:pt x="3418415" y="52626"/>
                </a:lnTo>
                <a:lnTo>
                  <a:pt x="3395743" y="75289"/>
                </a:lnTo>
                <a:close/>
                <a:moveTo>
                  <a:pt x="3456183" y="14856"/>
                </a:moveTo>
                <a:lnTo>
                  <a:pt x="3452599" y="11270"/>
                </a:lnTo>
                <a:lnTo>
                  <a:pt x="3463935" y="-61"/>
                </a:lnTo>
                <a:lnTo>
                  <a:pt x="3467519" y="3525"/>
                </a:lnTo>
                <a:lnTo>
                  <a:pt x="3456183" y="14856"/>
                </a:lnTo>
                <a:close/>
              </a:path>
            </a:pathLst>
          </a:custGeom>
          <a:solidFill>
            <a:srgbClr val="FFFFFF"/>
          </a:solidFill>
          <a:ln w="1765" cap="flat">
            <a:noFill/>
            <a:prstDash val="solid"/>
            <a:round/>
          </a:ln>
        </p:spPr>
        <p:txBody>
          <a:bodyPr rtlCol="0" anchor="ctr"/>
          <a:lstStyle/>
          <a:p>
            <a:endParaRPr lang="en-ID"/>
          </a:p>
        </p:txBody>
      </p:sp>
      <p:grpSp>
        <p:nvGrpSpPr>
          <p:cNvPr id="11" name="Graphic 69">
            <a:extLst>
              <a:ext uri="{FF2B5EF4-FFF2-40B4-BE49-F238E27FC236}">
                <a16:creationId xmlns:a16="http://schemas.microsoft.com/office/drawing/2014/main" id="{14ECB38F-C3C1-4D8E-AF94-1189B0471A06}"/>
              </a:ext>
            </a:extLst>
          </p:cNvPr>
          <p:cNvGrpSpPr/>
          <p:nvPr/>
        </p:nvGrpSpPr>
        <p:grpSpPr>
          <a:xfrm>
            <a:off x="2948069" y="4565849"/>
            <a:ext cx="415966" cy="602757"/>
            <a:chOff x="5320703" y="3652300"/>
            <a:chExt cx="1355534" cy="196423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0BEBC5F-2F8D-41F2-9398-28FD25C5A224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BA81499-2B0F-4194-B267-561E1EE124CB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59B5132-7610-4C3C-B1EC-FF1940D86033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1127AA-F2FF-477C-8235-4EE0C6E08FC5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702158B-B0D6-4886-B193-E060D5F8A803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91F5855-32E7-4870-8E72-8991E94DB1B9}"/>
              </a:ext>
            </a:extLst>
          </p:cNvPr>
          <p:cNvSpPr txBox="1"/>
          <p:nvPr/>
        </p:nvSpPr>
        <p:spPr>
          <a:xfrm>
            <a:off x="2213006" y="328206"/>
            <a:ext cx="19136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 xml:space="preserve">Kalkulus Matematika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DF4A7D-DCE7-415A-9A2A-83AB619C864A}"/>
              </a:ext>
            </a:extLst>
          </p:cNvPr>
          <p:cNvSpPr txBox="1"/>
          <p:nvPr/>
        </p:nvSpPr>
        <p:spPr>
          <a:xfrm>
            <a:off x="592536" y="320511"/>
            <a:ext cx="17728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chemeClr val="bg1"/>
                </a:solidFill>
                <a:latin typeface="+mj-lt"/>
                <a:cs typeface="Elms Sans SemiBold" pitchFamily="2" charset="0"/>
              </a:rPr>
              <a:t xml:space="preserve">Perubahan &amp; Akumulasi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7B77F1-4A34-49E0-8EB0-4899D06BA7BC}"/>
              </a:ext>
            </a:extLst>
          </p:cNvPr>
          <p:cNvCxnSpPr>
            <a:cxnSpLocks/>
          </p:cNvCxnSpPr>
          <p:nvPr/>
        </p:nvCxnSpPr>
        <p:spPr>
          <a:xfrm>
            <a:off x="2215389" y="354280"/>
            <a:ext cx="0" cy="1940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3DDB5A-B1D2-402E-8F82-B4080919CD57}"/>
              </a:ext>
            </a:extLst>
          </p:cNvPr>
          <p:cNvGrpSpPr/>
          <p:nvPr/>
        </p:nvGrpSpPr>
        <p:grpSpPr>
          <a:xfrm>
            <a:off x="11229974" y="430409"/>
            <a:ext cx="255985" cy="104563"/>
            <a:chOff x="10891441" y="232966"/>
            <a:chExt cx="539750" cy="176214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49A3FAE-8A96-4481-8DCB-0F1304762074}"/>
                </a:ext>
              </a:extLst>
            </p:cNvPr>
            <p:cNvCxnSpPr/>
            <p:nvPr/>
          </p:nvCxnSpPr>
          <p:spPr>
            <a:xfrm>
              <a:off x="10891441" y="232966"/>
              <a:ext cx="5397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98DA2B-4F59-4AEC-839F-474FA435589E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321073"/>
              <a:ext cx="36949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6F96AC9-2B2B-41AF-99FF-6ACA9A2853A5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409180"/>
              <a:ext cx="1968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BDFE620-9A94-4389-BBB2-AC46A8B69669}"/>
              </a:ext>
            </a:extLst>
          </p:cNvPr>
          <p:cNvSpPr txBox="1"/>
          <p:nvPr/>
        </p:nvSpPr>
        <p:spPr>
          <a:xfrm>
            <a:off x="557766" y="932584"/>
            <a:ext cx="5868433" cy="2315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8000" dirty="0">
                <a:solidFill>
                  <a:schemeClr val="bg1"/>
                </a:solidFill>
                <a:latin typeface="+mj-lt"/>
              </a:rPr>
              <a:t xml:space="preserve">Cabang Matematika</a:t>
            </a:r>
          </a:p>
        </p:txBody>
      </p:sp>
      <p:grpSp>
        <p:nvGrpSpPr>
          <p:cNvPr id="31" name="Graphic 4">
            <a:extLst>
              <a:ext uri="{FF2B5EF4-FFF2-40B4-BE49-F238E27FC236}">
                <a16:creationId xmlns:a16="http://schemas.microsoft.com/office/drawing/2014/main" id="{96DC521C-9D94-4AD2-BB37-51D1EE35987E}"/>
              </a:ext>
            </a:extLst>
          </p:cNvPr>
          <p:cNvGrpSpPr/>
          <p:nvPr/>
        </p:nvGrpSpPr>
        <p:grpSpPr>
          <a:xfrm>
            <a:off x="1103020" y="4030242"/>
            <a:ext cx="375935" cy="564800"/>
            <a:chOff x="9268674" y="75498"/>
            <a:chExt cx="614121" cy="922647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04CEE49-9896-48E5-9A8C-F1881C5485DC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B9A47ED-3761-4C38-9B21-48C303AC74FD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4C71027-4B7A-4100-9BB5-B4B3774553A9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aphic 4">
            <a:extLst>
              <a:ext uri="{FF2B5EF4-FFF2-40B4-BE49-F238E27FC236}">
                <a16:creationId xmlns:a16="http://schemas.microsoft.com/office/drawing/2014/main" id="{93B23FE3-E515-457E-B06C-A42274DF0514}"/>
              </a:ext>
            </a:extLst>
          </p:cNvPr>
          <p:cNvGrpSpPr/>
          <p:nvPr/>
        </p:nvGrpSpPr>
        <p:grpSpPr>
          <a:xfrm>
            <a:off x="4524041" y="4611209"/>
            <a:ext cx="375935" cy="564800"/>
            <a:chOff x="9268674" y="75498"/>
            <a:chExt cx="614121" cy="922647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1F18A6-0373-42F2-8CC1-8BA05D392BFE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D7AEE5A-4844-4A3C-9295-ADBDC38FB1B1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BE1BF58-1ED9-48D0-916A-05CF8F272680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0A5262C-95F2-4189-88CD-3AD85D890068}"/>
              </a:ext>
            </a:extLst>
          </p:cNvPr>
          <p:cNvSpPr txBox="1"/>
          <p:nvPr/>
        </p:nvSpPr>
        <p:spPr>
          <a:xfrm>
            <a:off x="6903255" y="5228241"/>
            <a:ext cx="3530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 xml:space="preserve">Mempelajari laju perubahan dan akumulasi besaran kontinu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1E1D92-E9D6-4137-8B9B-175846019ADA}"/>
              </a:ext>
            </a:extLst>
          </p:cNvPr>
          <p:cNvSpPr txBox="1"/>
          <p:nvPr/>
        </p:nvSpPr>
        <p:spPr>
          <a:xfrm>
            <a:off x="6903255" y="5874528"/>
            <a:ext cx="3785382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D" sz="1000" dirty="0">
                <a:solidFill>
                  <a:schemeClr val="bg1"/>
                </a:solidFill>
              </a:rPr>
              <a:t xml:space="preserve">Diferensial mengukur perubahan sesaat, integral mengukur akumulasi total dari fungsi matematika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DABBDE-26C0-4877-85F2-49BEEEA3099A}"/>
              </a:ext>
            </a:extLst>
          </p:cNvPr>
          <p:cNvSpPr txBox="1"/>
          <p:nvPr/>
        </p:nvSpPr>
        <p:spPr>
          <a:xfrm>
            <a:off x="9676275" y="988680"/>
            <a:ext cx="1916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accent2"/>
                </a:solidFill>
                <a:latin typeface="+mj-lt"/>
              </a:rPr>
              <a:t xml:space="preserve">Abad 17</a:t>
            </a:r>
          </a:p>
        </p:txBody>
      </p:sp>
      <p:grpSp>
        <p:nvGrpSpPr>
          <p:cNvPr id="54" name="Graphic 4">
            <a:extLst>
              <a:ext uri="{FF2B5EF4-FFF2-40B4-BE49-F238E27FC236}">
                <a16:creationId xmlns:a16="http://schemas.microsoft.com/office/drawing/2014/main" id="{9D5B7E7A-225D-4597-BD92-F9CDC49964C6}"/>
              </a:ext>
            </a:extLst>
          </p:cNvPr>
          <p:cNvGrpSpPr/>
          <p:nvPr/>
        </p:nvGrpSpPr>
        <p:grpSpPr>
          <a:xfrm>
            <a:off x="6744576" y="2657767"/>
            <a:ext cx="375935" cy="564800"/>
            <a:chOff x="9268674" y="75498"/>
            <a:chExt cx="614121" cy="922647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2662674-A3E1-40D3-AD46-A8A47B78D689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DFC955A-8572-4631-9864-BFC3B1F1E9F6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911B5C3-9929-4478-9B78-7B2DC9A7ACCE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aphic 4">
            <a:extLst>
              <a:ext uri="{FF2B5EF4-FFF2-40B4-BE49-F238E27FC236}">
                <a16:creationId xmlns:a16="http://schemas.microsoft.com/office/drawing/2014/main" id="{4AE48B88-5EA7-43E0-8F91-91FEDE41378B}"/>
              </a:ext>
            </a:extLst>
          </p:cNvPr>
          <p:cNvGrpSpPr/>
          <p:nvPr/>
        </p:nvGrpSpPr>
        <p:grpSpPr>
          <a:xfrm>
            <a:off x="10852454" y="3352100"/>
            <a:ext cx="375935" cy="564800"/>
            <a:chOff x="9268674" y="75498"/>
            <a:chExt cx="614121" cy="922647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A682E48-D690-440D-8551-D2B4B2E5A762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C7C4E07-16F3-48C0-8497-7249C01F2B03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FA725E8-8A4D-4326-AB1D-5DA9A5A69645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0039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aphic 45">
            <a:extLst>
              <a:ext uri="{FF2B5EF4-FFF2-40B4-BE49-F238E27FC236}">
                <a16:creationId xmlns:a16="http://schemas.microsoft.com/office/drawing/2014/main" id="{F3DB3886-5D87-437D-A91F-DF83AB4E031B}"/>
              </a:ext>
            </a:extLst>
          </p:cNvPr>
          <p:cNvGrpSpPr/>
          <p:nvPr/>
        </p:nvGrpSpPr>
        <p:grpSpPr>
          <a:xfrm>
            <a:off x="3342746" y="5185947"/>
            <a:ext cx="404883" cy="536723"/>
            <a:chOff x="1869848" y="-91796"/>
            <a:chExt cx="1515808" cy="2009394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5CC4A75-147D-4A93-8459-64B340467E35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7F3C9FA-20E2-4669-B520-20CB7D1DE7B7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CFA5679-C3E0-4D67-9F11-BA752B1CD759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A644DA-2A49-40D2-B4CD-A9B1F24E4A7E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56DC1CF-A715-496C-88CF-E7D24E01A8E2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55" name="Graphic 69">
            <a:extLst>
              <a:ext uri="{FF2B5EF4-FFF2-40B4-BE49-F238E27FC236}">
                <a16:creationId xmlns:a16="http://schemas.microsoft.com/office/drawing/2014/main" id="{218B218B-B482-4F05-9308-C1CD19C79833}"/>
              </a:ext>
            </a:extLst>
          </p:cNvPr>
          <p:cNvGrpSpPr/>
          <p:nvPr/>
        </p:nvGrpSpPr>
        <p:grpSpPr>
          <a:xfrm>
            <a:off x="4429754" y="2580809"/>
            <a:ext cx="415966" cy="602757"/>
            <a:chOff x="5320703" y="3652300"/>
            <a:chExt cx="1355534" cy="1964239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99CDCAE-DE44-43C1-A9F2-205F61F5DC93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F509B09-BA5C-4604-ACD2-1078A9BD0E12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965CA71-E55A-4436-B532-733E55A9A322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176D9E7-C939-4F29-BBAA-768AC5842DB0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BDADE1E-3156-4318-9EE1-26E43F6ACAB9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33" name="Graphic 45">
            <a:extLst>
              <a:ext uri="{FF2B5EF4-FFF2-40B4-BE49-F238E27FC236}">
                <a16:creationId xmlns:a16="http://schemas.microsoft.com/office/drawing/2014/main" id="{382D7BA7-9F05-47C0-8A3F-4D3ADE31D0D5}"/>
              </a:ext>
            </a:extLst>
          </p:cNvPr>
          <p:cNvGrpSpPr/>
          <p:nvPr/>
        </p:nvGrpSpPr>
        <p:grpSpPr>
          <a:xfrm>
            <a:off x="6176383" y="4917586"/>
            <a:ext cx="404883" cy="536723"/>
            <a:chOff x="1869848" y="-91796"/>
            <a:chExt cx="1515808" cy="2009394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B7672E0-1103-450F-B7AF-A5967EA97473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9175147-6A8F-4B08-83A5-D83C6D525147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3C7FE48-6524-4FD3-8E98-6B486C36D416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D269C0A-9249-4646-AA4E-8380C90306B3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5EBD26F-9207-4A0A-86DA-37979AFAB491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39" name="Graphic 69">
            <a:extLst>
              <a:ext uri="{FF2B5EF4-FFF2-40B4-BE49-F238E27FC236}">
                <a16:creationId xmlns:a16="http://schemas.microsoft.com/office/drawing/2014/main" id="{3771F0F1-B2CF-4B0F-920C-69E2DC566F07}"/>
              </a:ext>
            </a:extLst>
          </p:cNvPr>
          <p:cNvGrpSpPr/>
          <p:nvPr/>
        </p:nvGrpSpPr>
        <p:grpSpPr>
          <a:xfrm>
            <a:off x="6631152" y="4740188"/>
            <a:ext cx="415966" cy="602757"/>
            <a:chOff x="5320703" y="3652300"/>
            <a:chExt cx="1355534" cy="1964239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BFD38E0-8639-4FA6-B561-5153735890E0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917FC91-E0DA-46D5-99C4-33A7C9016E6D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174D889-E697-4489-B0CA-F1B453CB78CC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A42DC49-E9A6-4929-B728-7D98D9AF95DA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7FC9C72-2BC1-491A-AB5B-C9BED23D825D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D15CF58-BB41-47C3-B1C2-924C93CBA926}"/>
              </a:ext>
            </a:extLst>
          </p:cNvPr>
          <p:cNvSpPr txBox="1"/>
          <p:nvPr/>
        </p:nvSpPr>
        <p:spPr>
          <a:xfrm>
            <a:off x="580457" y="985294"/>
            <a:ext cx="3910117" cy="1592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 xml:space="preserve">Daftar Isi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789E191-CD7C-4E99-BD50-9E703FDA82A9}"/>
              </a:ext>
            </a:extLst>
          </p:cNvPr>
          <p:cNvGrpSpPr/>
          <p:nvPr/>
        </p:nvGrpSpPr>
        <p:grpSpPr>
          <a:xfrm>
            <a:off x="-297543" y="-2025779"/>
            <a:ext cx="11452599" cy="8249764"/>
            <a:chOff x="-1" y="-2258008"/>
            <a:chExt cx="11452599" cy="8249764"/>
          </a:xfrm>
        </p:grpSpPr>
        <p:sp>
          <p:nvSpPr>
            <p:cNvPr id="23" name="Freeform: Shape 85">
              <a:extLst>
                <a:ext uri="{FF2B5EF4-FFF2-40B4-BE49-F238E27FC236}">
                  <a16:creationId xmlns:a16="http://schemas.microsoft.com/office/drawing/2014/main" id="{A0CB12B0-E773-4AC3-BED9-96A5407967BF}"/>
                </a:ext>
              </a:extLst>
            </p:cNvPr>
            <p:cNvSpPr/>
            <p:nvPr/>
          </p:nvSpPr>
          <p:spPr>
            <a:xfrm rot="5400000">
              <a:off x="1601417" y="-3859426"/>
              <a:ext cx="8249764" cy="11452599"/>
            </a:xfrm>
            <a:custGeom>
              <a:avLst/>
              <a:gdLst>
                <a:gd name="connsiteX0" fmla="*/ 1353153 w 1957307"/>
                <a:gd name="connsiteY0" fmla="*/ 2718061 h 2717199"/>
                <a:gd name="connsiteX1" fmla="*/ 1220193 w 1957307"/>
                <a:gd name="connsiteY1" fmla="*/ 2718061 h 2717199"/>
                <a:gd name="connsiteX2" fmla="*/ 1220193 w 1957307"/>
                <a:gd name="connsiteY2" fmla="*/ 1617394 h 2717199"/>
                <a:gd name="connsiteX3" fmla="*/ 1453225 w 1957307"/>
                <a:gd name="connsiteY3" fmla="*/ 1384366 h 2717199"/>
                <a:gd name="connsiteX4" fmla="*/ 1453232 w 1957307"/>
                <a:gd name="connsiteY4" fmla="*/ 1384366 h 2717199"/>
                <a:gd name="connsiteX5" fmla="*/ 1686264 w 1957307"/>
                <a:gd name="connsiteY5" fmla="*/ 1617394 h 2717199"/>
                <a:gd name="connsiteX6" fmla="*/ 1686264 w 1957307"/>
                <a:gd name="connsiteY6" fmla="*/ 1846015 h 2717199"/>
                <a:gd name="connsiteX7" fmla="*/ 1773738 w 1957307"/>
                <a:gd name="connsiteY7" fmla="*/ 1933476 h 2717199"/>
                <a:gd name="connsiteX8" fmla="*/ 1779467 w 1957307"/>
                <a:gd name="connsiteY8" fmla="*/ 1933476 h 2717199"/>
                <a:gd name="connsiteX9" fmla="*/ 1824351 w 1957307"/>
                <a:gd name="connsiteY9" fmla="*/ 1890622 h 2717199"/>
                <a:gd name="connsiteX10" fmla="*/ 1514401 w 1957307"/>
                <a:gd name="connsiteY10" fmla="*/ 610037 h 2717199"/>
                <a:gd name="connsiteX11" fmla="*/ 4559 w 1957307"/>
                <a:gd name="connsiteY11" fmla="*/ 133803 h 2717199"/>
                <a:gd name="connsiteX12" fmla="*/ 5909 w 1957307"/>
                <a:gd name="connsiteY12" fmla="*/ 861 h 2717199"/>
                <a:gd name="connsiteX13" fmla="*/ 1613886 w 1957307"/>
                <a:gd name="connsiteY13" fmla="*/ 521830 h 2717199"/>
                <a:gd name="connsiteX14" fmla="*/ 1957175 w 1957307"/>
                <a:gd name="connsiteY14" fmla="*/ 1896678 h 2717199"/>
                <a:gd name="connsiteX15" fmla="*/ 1957175 w 1957307"/>
                <a:gd name="connsiteY15" fmla="*/ 1896703 h 2717199"/>
                <a:gd name="connsiteX16" fmla="*/ 1779467 w 1957307"/>
                <a:gd name="connsiteY16" fmla="*/ 2066443 h 2717199"/>
                <a:gd name="connsiteX17" fmla="*/ 1773738 w 1957307"/>
                <a:gd name="connsiteY17" fmla="*/ 2066443 h 2717199"/>
                <a:gd name="connsiteX18" fmla="*/ 1553302 w 1957307"/>
                <a:gd name="connsiteY18" fmla="*/ 1846015 h 2717199"/>
                <a:gd name="connsiteX19" fmla="*/ 1553302 w 1957307"/>
                <a:gd name="connsiteY19" fmla="*/ 1617394 h 2717199"/>
                <a:gd name="connsiteX20" fmla="*/ 1453232 w 1957307"/>
                <a:gd name="connsiteY20" fmla="*/ 1517308 h 2717199"/>
                <a:gd name="connsiteX21" fmla="*/ 1453225 w 1957307"/>
                <a:gd name="connsiteY21" fmla="*/ 1517308 h 2717199"/>
                <a:gd name="connsiteX22" fmla="*/ 1353153 w 1957307"/>
                <a:gd name="connsiteY22" fmla="*/ 1617394 h 2717199"/>
                <a:gd name="connsiteX23" fmla="*/ 1353153 w 1957307"/>
                <a:gd name="connsiteY23" fmla="*/ 2718061 h 2717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57307" h="2717199">
                  <a:moveTo>
                    <a:pt x="1353153" y="2718061"/>
                  </a:moveTo>
                  <a:lnTo>
                    <a:pt x="1220193" y="2718061"/>
                  </a:lnTo>
                  <a:lnTo>
                    <a:pt x="1220193" y="1617394"/>
                  </a:lnTo>
                  <a:cubicBezTo>
                    <a:pt x="1220193" y="1488704"/>
                    <a:pt x="1324525" y="1384366"/>
                    <a:pt x="1453225" y="1384366"/>
                  </a:cubicBezTo>
                  <a:lnTo>
                    <a:pt x="1453232" y="1384366"/>
                  </a:lnTo>
                  <a:cubicBezTo>
                    <a:pt x="1581929" y="1384366"/>
                    <a:pt x="1686264" y="1488704"/>
                    <a:pt x="1686264" y="1617394"/>
                  </a:cubicBezTo>
                  <a:lnTo>
                    <a:pt x="1686264" y="1846015"/>
                  </a:lnTo>
                  <a:cubicBezTo>
                    <a:pt x="1686264" y="1894332"/>
                    <a:pt x="1725425" y="1933476"/>
                    <a:pt x="1773738" y="1933476"/>
                  </a:cubicBezTo>
                  <a:lnTo>
                    <a:pt x="1779467" y="1933476"/>
                  </a:lnTo>
                  <a:cubicBezTo>
                    <a:pt x="1803479" y="1933476"/>
                    <a:pt x="1823250" y="1914613"/>
                    <a:pt x="1824351" y="1890622"/>
                  </a:cubicBezTo>
                  <a:cubicBezTo>
                    <a:pt x="1848861" y="1350171"/>
                    <a:pt x="1782981" y="912950"/>
                    <a:pt x="1514401" y="610037"/>
                  </a:cubicBezTo>
                  <a:cubicBezTo>
                    <a:pt x="1244798" y="305964"/>
                    <a:pt x="774605" y="141636"/>
                    <a:pt x="4559" y="133803"/>
                  </a:cubicBezTo>
                  <a:lnTo>
                    <a:pt x="5909" y="861"/>
                  </a:lnTo>
                  <a:cubicBezTo>
                    <a:pt x="828050" y="9235"/>
                    <a:pt x="1326044" y="197194"/>
                    <a:pt x="1613886" y="521830"/>
                  </a:cubicBezTo>
                  <a:cubicBezTo>
                    <a:pt x="1902746" y="847600"/>
                    <a:pt x="1983540" y="1315409"/>
                    <a:pt x="1957175" y="1896678"/>
                  </a:cubicBezTo>
                  <a:lnTo>
                    <a:pt x="1957175" y="1896703"/>
                  </a:lnTo>
                  <a:cubicBezTo>
                    <a:pt x="1952815" y="1991687"/>
                    <a:pt x="1874545" y="2066443"/>
                    <a:pt x="1779467" y="2066443"/>
                  </a:cubicBezTo>
                  <a:lnTo>
                    <a:pt x="1773738" y="2066443"/>
                  </a:lnTo>
                  <a:cubicBezTo>
                    <a:pt x="1651992" y="2066443"/>
                    <a:pt x="1553302" y="1967748"/>
                    <a:pt x="1553302" y="1846015"/>
                  </a:cubicBezTo>
                  <a:lnTo>
                    <a:pt x="1553302" y="1617394"/>
                  </a:lnTo>
                  <a:cubicBezTo>
                    <a:pt x="1553302" y="1562120"/>
                    <a:pt x="1508499" y="1517308"/>
                    <a:pt x="1453232" y="1517308"/>
                  </a:cubicBezTo>
                  <a:lnTo>
                    <a:pt x="1453225" y="1517308"/>
                  </a:lnTo>
                  <a:cubicBezTo>
                    <a:pt x="1397957" y="1517334"/>
                    <a:pt x="1353153" y="1562120"/>
                    <a:pt x="1353153" y="1617394"/>
                  </a:cubicBezTo>
                  <a:lnTo>
                    <a:pt x="1353153" y="271806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61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4" name="Freeform: Shape 88">
              <a:extLst>
                <a:ext uri="{FF2B5EF4-FFF2-40B4-BE49-F238E27FC236}">
                  <a16:creationId xmlns:a16="http://schemas.microsoft.com/office/drawing/2014/main" id="{2F5A46FD-38FC-4ACC-9479-1AED4DDFEEA3}"/>
                </a:ext>
              </a:extLst>
            </p:cNvPr>
            <p:cNvSpPr/>
            <p:nvPr/>
          </p:nvSpPr>
          <p:spPr>
            <a:xfrm rot="5400000">
              <a:off x="1602640" y="-3857912"/>
              <a:ext cx="7977855" cy="11183135"/>
            </a:xfrm>
            <a:custGeom>
              <a:avLst/>
              <a:gdLst>
                <a:gd name="connsiteX0" fmla="*/ 1288590 w 1892795"/>
                <a:gd name="connsiteY0" fmla="*/ 2654098 h 2653267"/>
                <a:gd name="connsiteX1" fmla="*/ 1283519 w 1892795"/>
                <a:gd name="connsiteY1" fmla="*/ 2654098 h 2653267"/>
                <a:gd name="connsiteX2" fmla="*/ 1283519 w 1892795"/>
                <a:gd name="connsiteY2" fmla="*/ 2638791 h 2653267"/>
                <a:gd name="connsiteX3" fmla="*/ 1288590 w 1892795"/>
                <a:gd name="connsiteY3" fmla="*/ 2638791 h 2653267"/>
                <a:gd name="connsiteX4" fmla="*/ 1288590 w 1892795"/>
                <a:gd name="connsiteY4" fmla="*/ 2654098 h 2653267"/>
                <a:gd name="connsiteX5" fmla="*/ 1288590 w 1892795"/>
                <a:gd name="connsiteY5" fmla="*/ 2587769 h 2653267"/>
                <a:gd name="connsiteX6" fmla="*/ 1283519 w 1892795"/>
                <a:gd name="connsiteY6" fmla="*/ 2587769 h 2653267"/>
                <a:gd name="connsiteX7" fmla="*/ 1283519 w 1892795"/>
                <a:gd name="connsiteY7" fmla="*/ 2546950 h 2653267"/>
                <a:gd name="connsiteX8" fmla="*/ 1288590 w 1892795"/>
                <a:gd name="connsiteY8" fmla="*/ 2546950 h 2653267"/>
                <a:gd name="connsiteX9" fmla="*/ 1288590 w 1892795"/>
                <a:gd name="connsiteY9" fmla="*/ 2587769 h 2653267"/>
                <a:gd name="connsiteX10" fmla="*/ 1288590 w 1892795"/>
                <a:gd name="connsiteY10" fmla="*/ 2495954 h 2653267"/>
                <a:gd name="connsiteX11" fmla="*/ 1283519 w 1892795"/>
                <a:gd name="connsiteY11" fmla="*/ 2495954 h 2653267"/>
                <a:gd name="connsiteX12" fmla="*/ 1283519 w 1892795"/>
                <a:gd name="connsiteY12" fmla="*/ 2465341 h 2653267"/>
                <a:gd name="connsiteX13" fmla="*/ 1288590 w 1892795"/>
                <a:gd name="connsiteY13" fmla="*/ 2465341 h 2653267"/>
                <a:gd name="connsiteX14" fmla="*/ 1288590 w 1892795"/>
                <a:gd name="connsiteY14" fmla="*/ 2495954 h 2653267"/>
                <a:gd name="connsiteX15" fmla="*/ 1288590 w 1892795"/>
                <a:gd name="connsiteY15" fmla="*/ 2414318 h 2653267"/>
                <a:gd name="connsiteX16" fmla="*/ 1283519 w 1892795"/>
                <a:gd name="connsiteY16" fmla="*/ 2414318 h 2653267"/>
                <a:gd name="connsiteX17" fmla="*/ 1283519 w 1892795"/>
                <a:gd name="connsiteY17" fmla="*/ 2383705 h 2653267"/>
                <a:gd name="connsiteX18" fmla="*/ 1288590 w 1892795"/>
                <a:gd name="connsiteY18" fmla="*/ 2383705 h 2653267"/>
                <a:gd name="connsiteX19" fmla="*/ 1288590 w 1892795"/>
                <a:gd name="connsiteY19" fmla="*/ 2414318 h 2653267"/>
                <a:gd name="connsiteX20" fmla="*/ 1288590 w 1892795"/>
                <a:gd name="connsiteY20" fmla="*/ 2332708 h 2653267"/>
                <a:gd name="connsiteX21" fmla="*/ 1283519 w 1892795"/>
                <a:gd name="connsiteY21" fmla="*/ 2332708 h 2653267"/>
                <a:gd name="connsiteX22" fmla="*/ 1283519 w 1892795"/>
                <a:gd name="connsiteY22" fmla="*/ 2291890 h 2653267"/>
                <a:gd name="connsiteX23" fmla="*/ 1288590 w 1892795"/>
                <a:gd name="connsiteY23" fmla="*/ 2291890 h 2653267"/>
                <a:gd name="connsiteX24" fmla="*/ 1288590 w 1892795"/>
                <a:gd name="connsiteY24" fmla="*/ 2332708 h 2653267"/>
                <a:gd name="connsiteX25" fmla="*/ 1288590 w 1892795"/>
                <a:gd name="connsiteY25" fmla="*/ 2240868 h 2653267"/>
                <a:gd name="connsiteX26" fmla="*/ 1283519 w 1892795"/>
                <a:gd name="connsiteY26" fmla="*/ 2240868 h 2653267"/>
                <a:gd name="connsiteX27" fmla="*/ 1283519 w 1892795"/>
                <a:gd name="connsiteY27" fmla="*/ 2210254 h 2653267"/>
                <a:gd name="connsiteX28" fmla="*/ 1288590 w 1892795"/>
                <a:gd name="connsiteY28" fmla="*/ 2210254 h 2653267"/>
                <a:gd name="connsiteX29" fmla="*/ 1288590 w 1892795"/>
                <a:gd name="connsiteY29" fmla="*/ 2240868 h 2653267"/>
                <a:gd name="connsiteX30" fmla="*/ 1288590 w 1892795"/>
                <a:gd name="connsiteY30" fmla="*/ 2159258 h 2653267"/>
                <a:gd name="connsiteX31" fmla="*/ 1283519 w 1892795"/>
                <a:gd name="connsiteY31" fmla="*/ 2159258 h 2653267"/>
                <a:gd name="connsiteX32" fmla="*/ 1283519 w 1892795"/>
                <a:gd name="connsiteY32" fmla="*/ 2128644 h 2653267"/>
                <a:gd name="connsiteX33" fmla="*/ 1288590 w 1892795"/>
                <a:gd name="connsiteY33" fmla="*/ 2128644 h 2653267"/>
                <a:gd name="connsiteX34" fmla="*/ 1288590 w 1892795"/>
                <a:gd name="connsiteY34" fmla="*/ 2159258 h 2653267"/>
                <a:gd name="connsiteX35" fmla="*/ 1288590 w 1892795"/>
                <a:gd name="connsiteY35" fmla="*/ 2077622 h 2653267"/>
                <a:gd name="connsiteX36" fmla="*/ 1283519 w 1892795"/>
                <a:gd name="connsiteY36" fmla="*/ 2077622 h 2653267"/>
                <a:gd name="connsiteX37" fmla="*/ 1283519 w 1892795"/>
                <a:gd name="connsiteY37" fmla="*/ 2036804 h 2653267"/>
                <a:gd name="connsiteX38" fmla="*/ 1288590 w 1892795"/>
                <a:gd name="connsiteY38" fmla="*/ 2036804 h 2653267"/>
                <a:gd name="connsiteX39" fmla="*/ 1288590 w 1892795"/>
                <a:gd name="connsiteY39" fmla="*/ 2077622 h 2653267"/>
                <a:gd name="connsiteX40" fmla="*/ 1288590 w 1892795"/>
                <a:gd name="connsiteY40" fmla="*/ 1985807 h 2653267"/>
                <a:gd name="connsiteX41" fmla="*/ 1283519 w 1892795"/>
                <a:gd name="connsiteY41" fmla="*/ 1985807 h 2653267"/>
                <a:gd name="connsiteX42" fmla="*/ 1283519 w 1892795"/>
                <a:gd name="connsiteY42" fmla="*/ 1955194 h 2653267"/>
                <a:gd name="connsiteX43" fmla="*/ 1288590 w 1892795"/>
                <a:gd name="connsiteY43" fmla="*/ 1955194 h 2653267"/>
                <a:gd name="connsiteX44" fmla="*/ 1288590 w 1892795"/>
                <a:gd name="connsiteY44" fmla="*/ 1985807 h 2653267"/>
                <a:gd name="connsiteX45" fmla="*/ 1288590 w 1892795"/>
                <a:gd name="connsiteY45" fmla="*/ 1904172 h 2653267"/>
                <a:gd name="connsiteX46" fmla="*/ 1283519 w 1892795"/>
                <a:gd name="connsiteY46" fmla="*/ 1904172 h 2653267"/>
                <a:gd name="connsiteX47" fmla="*/ 1283519 w 1892795"/>
                <a:gd name="connsiteY47" fmla="*/ 1873558 h 2653267"/>
                <a:gd name="connsiteX48" fmla="*/ 1288590 w 1892795"/>
                <a:gd name="connsiteY48" fmla="*/ 1873558 h 2653267"/>
                <a:gd name="connsiteX49" fmla="*/ 1288590 w 1892795"/>
                <a:gd name="connsiteY49" fmla="*/ 1904172 h 2653267"/>
                <a:gd name="connsiteX50" fmla="*/ 1288590 w 1892795"/>
                <a:gd name="connsiteY50" fmla="*/ 1822562 h 2653267"/>
                <a:gd name="connsiteX51" fmla="*/ 1283519 w 1892795"/>
                <a:gd name="connsiteY51" fmla="*/ 1822562 h 2653267"/>
                <a:gd name="connsiteX52" fmla="*/ 1283519 w 1892795"/>
                <a:gd name="connsiteY52" fmla="*/ 1781744 h 2653267"/>
                <a:gd name="connsiteX53" fmla="*/ 1288590 w 1892795"/>
                <a:gd name="connsiteY53" fmla="*/ 1781744 h 2653267"/>
                <a:gd name="connsiteX54" fmla="*/ 1288590 w 1892795"/>
                <a:gd name="connsiteY54" fmla="*/ 1822562 h 2653267"/>
                <a:gd name="connsiteX55" fmla="*/ 1288590 w 1892795"/>
                <a:gd name="connsiteY55" fmla="*/ 1730721 h 2653267"/>
                <a:gd name="connsiteX56" fmla="*/ 1283519 w 1892795"/>
                <a:gd name="connsiteY56" fmla="*/ 1730721 h 2653267"/>
                <a:gd name="connsiteX57" fmla="*/ 1283519 w 1892795"/>
                <a:gd name="connsiteY57" fmla="*/ 1700108 h 2653267"/>
                <a:gd name="connsiteX58" fmla="*/ 1288590 w 1892795"/>
                <a:gd name="connsiteY58" fmla="*/ 1700108 h 2653267"/>
                <a:gd name="connsiteX59" fmla="*/ 1288590 w 1892795"/>
                <a:gd name="connsiteY59" fmla="*/ 1730721 h 2653267"/>
                <a:gd name="connsiteX60" fmla="*/ 1288590 w 1892795"/>
                <a:gd name="connsiteY60" fmla="*/ 1649111 h 2653267"/>
                <a:gd name="connsiteX61" fmla="*/ 1283519 w 1892795"/>
                <a:gd name="connsiteY61" fmla="*/ 1649111 h 2653267"/>
                <a:gd name="connsiteX62" fmla="*/ 1283519 w 1892795"/>
                <a:gd name="connsiteY62" fmla="*/ 1618497 h 2653267"/>
                <a:gd name="connsiteX63" fmla="*/ 1288590 w 1892795"/>
                <a:gd name="connsiteY63" fmla="*/ 1618497 h 2653267"/>
                <a:gd name="connsiteX64" fmla="*/ 1288590 w 1892795"/>
                <a:gd name="connsiteY64" fmla="*/ 1649111 h 2653267"/>
                <a:gd name="connsiteX65" fmla="*/ 1288590 w 1892795"/>
                <a:gd name="connsiteY65" fmla="*/ 1567476 h 2653267"/>
                <a:gd name="connsiteX66" fmla="*/ 1283519 w 1892795"/>
                <a:gd name="connsiteY66" fmla="*/ 1567476 h 2653267"/>
                <a:gd name="connsiteX67" fmla="*/ 1283519 w 1892795"/>
                <a:gd name="connsiteY67" fmla="*/ 1553431 h 2653267"/>
                <a:gd name="connsiteX68" fmla="*/ 1285672 w 1892795"/>
                <a:gd name="connsiteY68" fmla="*/ 1526374 h 2653267"/>
                <a:gd name="connsiteX69" fmla="*/ 1290678 w 1892795"/>
                <a:gd name="connsiteY69" fmla="*/ 1527173 h 2653267"/>
                <a:gd name="connsiteX70" fmla="*/ 1288590 w 1892795"/>
                <a:gd name="connsiteY70" fmla="*/ 1553431 h 2653267"/>
                <a:gd name="connsiteX71" fmla="*/ 1288590 w 1892795"/>
                <a:gd name="connsiteY71" fmla="*/ 1567476 h 2653267"/>
                <a:gd name="connsiteX72" fmla="*/ 1306110 w 1892795"/>
                <a:gd name="connsiteY72" fmla="*/ 1479578 h 2653267"/>
                <a:gd name="connsiteX73" fmla="*/ 1301584 w 1892795"/>
                <a:gd name="connsiteY73" fmla="*/ 1477310 h 2653267"/>
                <a:gd name="connsiteX74" fmla="*/ 1318058 w 1892795"/>
                <a:gd name="connsiteY74" fmla="*/ 1451000 h 2653267"/>
                <a:gd name="connsiteX75" fmla="*/ 1322090 w 1892795"/>
                <a:gd name="connsiteY75" fmla="*/ 1454092 h 2653267"/>
                <a:gd name="connsiteX76" fmla="*/ 1306110 w 1892795"/>
                <a:gd name="connsiteY76" fmla="*/ 1479578 h 2653267"/>
                <a:gd name="connsiteX77" fmla="*/ 1358121 w 1892795"/>
                <a:gd name="connsiteY77" fmla="*/ 1419355 h 2653267"/>
                <a:gd name="connsiteX78" fmla="*/ 1355196 w 1892795"/>
                <a:gd name="connsiteY78" fmla="*/ 1415207 h 2653267"/>
                <a:gd name="connsiteX79" fmla="*/ 1382082 w 1892795"/>
                <a:gd name="connsiteY79" fmla="*/ 1399720 h 2653267"/>
                <a:gd name="connsiteX80" fmla="*/ 1384199 w 1892795"/>
                <a:gd name="connsiteY80" fmla="*/ 1404307 h 2653267"/>
                <a:gd name="connsiteX81" fmla="*/ 1358121 w 1892795"/>
                <a:gd name="connsiteY81" fmla="*/ 1419355 h 2653267"/>
                <a:gd name="connsiteX82" fmla="*/ 1432333 w 1892795"/>
                <a:gd name="connsiteY82" fmla="*/ 1390649 h 2653267"/>
                <a:gd name="connsiteX83" fmla="*/ 1431713 w 1892795"/>
                <a:gd name="connsiteY83" fmla="*/ 1385624 h 2653267"/>
                <a:gd name="connsiteX84" fmla="*/ 1452606 w 1892795"/>
                <a:gd name="connsiteY84" fmla="*/ 1384336 h 2653267"/>
                <a:gd name="connsiteX85" fmla="*/ 1452613 w 1892795"/>
                <a:gd name="connsiteY85" fmla="*/ 1384336 h 2653267"/>
                <a:gd name="connsiteX86" fmla="*/ 1473037 w 1892795"/>
                <a:gd name="connsiteY86" fmla="*/ 1385573 h 2653267"/>
                <a:gd name="connsiteX87" fmla="*/ 1472431 w 1892795"/>
                <a:gd name="connsiteY87" fmla="*/ 1390598 h 2653267"/>
                <a:gd name="connsiteX88" fmla="*/ 1452613 w 1892795"/>
                <a:gd name="connsiteY88" fmla="*/ 1389412 h 2653267"/>
                <a:gd name="connsiteX89" fmla="*/ 1452606 w 1892795"/>
                <a:gd name="connsiteY89" fmla="*/ 1389412 h 2653267"/>
                <a:gd name="connsiteX90" fmla="*/ 1432333 w 1892795"/>
                <a:gd name="connsiteY90" fmla="*/ 1390649 h 2653267"/>
                <a:gd name="connsiteX91" fmla="*/ 1520603 w 1892795"/>
                <a:gd name="connsiteY91" fmla="*/ 1404126 h 2653267"/>
                <a:gd name="connsiteX92" fmla="*/ 1522707 w 1892795"/>
                <a:gd name="connsiteY92" fmla="*/ 1399514 h 2653267"/>
                <a:gd name="connsiteX93" fmla="*/ 1549635 w 1892795"/>
                <a:gd name="connsiteY93" fmla="*/ 1414923 h 2653267"/>
                <a:gd name="connsiteX94" fmla="*/ 1546725 w 1892795"/>
                <a:gd name="connsiteY94" fmla="*/ 1419072 h 2653267"/>
                <a:gd name="connsiteX95" fmla="*/ 1520603 w 1892795"/>
                <a:gd name="connsiteY95" fmla="*/ 1404126 h 2653267"/>
                <a:gd name="connsiteX96" fmla="*/ 1582851 w 1892795"/>
                <a:gd name="connsiteY96" fmla="*/ 1453706 h 2653267"/>
                <a:gd name="connsiteX97" fmla="*/ 1586876 w 1892795"/>
                <a:gd name="connsiteY97" fmla="*/ 1450639 h 2653267"/>
                <a:gd name="connsiteX98" fmla="*/ 1603422 w 1892795"/>
                <a:gd name="connsiteY98" fmla="*/ 1476872 h 2653267"/>
                <a:gd name="connsiteX99" fmla="*/ 1598898 w 1892795"/>
                <a:gd name="connsiteY99" fmla="*/ 1479191 h 2653267"/>
                <a:gd name="connsiteX100" fmla="*/ 1582851 w 1892795"/>
                <a:gd name="connsiteY100" fmla="*/ 1453706 h 2653267"/>
                <a:gd name="connsiteX101" fmla="*/ 1614467 w 1892795"/>
                <a:gd name="connsiteY101" fmla="*/ 1526735 h 2653267"/>
                <a:gd name="connsiteX102" fmla="*/ 1619469 w 1892795"/>
                <a:gd name="connsiteY102" fmla="*/ 1525910 h 2653267"/>
                <a:gd name="connsiteX103" fmla="*/ 1621698 w 1892795"/>
                <a:gd name="connsiteY103" fmla="*/ 1553431 h 2653267"/>
                <a:gd name="connsiteX104" fmla="*/ 1621698 w 1892795"/>
                <a:gd name="connsiteY104" fmla="*/ 1567011 h 2653267"/>
                <a:gd name="connsiteX105" fmla="*/ 1616631 w 1892795"/>
                <a:gd name="connsiteY105" fmla="*/ 1567011 h 2653267"/>
                <a:gd name="connsiteX106" fmla="*/ 1616631 w 1892795"/>
                <a:gd name="connsiteY106" fmla="*/ 1553431 h 2653267"/>
                <a:gd name="connsiteX107" fmla="*/ 1614467 w 1892795"/>
                <a:gd name="connsiteY107" fmla="*/ 1526735 h 2653267"/>
                <a:gd name="connsiteX108" fmla="*/ 1616631 w 1892795"/>
                <a:gd name="connsiteY108" fmla="*/ 1618034 h 2653267"/>
                <a:gd name="connsiteX109" fmla="*/ 1621698 w 1892795"/>
                <a:gd name="connsiteY109" fmla="*/ 1618034 h 2653267"/>
                <a:gd name="connsiteX110" fmla="*/ 1621698 w 1892795"/>
                <a:gd name="connsiteY110" fmla="*/ 1648648 h 2653267"/>
                <a:gd name="connsiteX111" fmla="*/ 1616631 w 1892795"/>
                <a:gd name="connsiteY111" fmla="*/ 1648648 h 2653267"/>
                <a:gd name="connsiteX112" fmla="*/ 1616631 w 1892795"/>
                <a:gd name="connsiteY112" fmla="*/ 1618034 h 2653267"/>
                <a:gd name="connsiteX113" fmla="*/ 1616631 w 1892795"/>
                <a:gd name="connsiteY113" fmla="*/ 1699644 h 2653267"/>
                <a:gd name="connsiteX114" fmla="*/ 1621698 w 1892795"/>
                <a:gd name="connsiteY114" fmla="*/ 1699644 h 2653267"/>
                <a:gd name="connsiteX115" fmla="*/ 1621698 w 1892795"/>
                <a:gd name="connsiteY115" fmla="*/ 1730257 h 2653267"/>
                <a:gd name="connsiteX116" fmla="*/ 1616631 w 1892795"/>
                <a:gd name="connsiteY116" fmla="*/ 1730257 h 2653267"/>
                <a:gd name="connsiteX117" fmla="*/ 1616631 w 1892795"/>
                <a:gd name="connsiteY117" fmla="*/ 1699644 h 2653267"/>
                <a:gd name="connsiteX118" fmla="*/ 1616631 w 1892795"/>
                <a:gd name="connsiteY118" fmla="*/ 1781280 h 2653267"/>
                <a:gd name="connsiteX119" fmla="*/ 1621698 w 1892795"/>
                <a:gd name="connsiteY119" fmla="*/ 1781280 h 2653267"/>
                <a:gd name="connsiteX120" fmla="*/ 1621698 w 1892795"/>
                <a:gd name="connsiteY120" fmla="*/ 1782052 h 2653267"/>
                <a:gd name="connsiteX121" fmla="*/ 1626752 w 1892795"/>
                <a:gd name="connsiteY121" fmla="*/ 1820989 h 2653267"/>
                <a:gd name="connsiteX122" fmla="*/ 1621855 w 1892795"/>
                <a:gd name="connsiteY122" fmla="*/ 1822304 h 2653267"/>
                <a:gd name="connsiteX123" fmla="*/ 1616631 w 1892795"/>
                <a:gd name="connsiteY123" fmla="*/ 1782052 h 2653267"/>
                <a:gd name="connsiteX124" fmla="*/ 1616631 w 1892795"/>
                <a:gd name="connsiteY124" fmla="*/ 1781280 h 2653267"/>
                <a:gd name="connsiteX125" fmla="*/ 1643193 w 1892795"/>
                <a:gd name="connsiteY125" fmla="*/ 1869306 h 2653267"/>
                <a:gd name="connsiteX126" fmla="*/ 1647395 w 1892795"/>
                <a:gd name="connsiteY126" fmla="*/ 1866471 h 2653267"/>
                <a:gd name="connsiteX127" fmla="*/ 1666562 w 1892795"/>
                <a:gd name="connsiteY127" fmla="*/ 1889638 h 2653267"/>
                <a:gd name="connsiteX128" fmla="*/ 1662990 w 1892795"/>
                <a:gd name="connsiteY128" fmla="*/ 1893220 h 2653267"/>
                <a:gd name="connsiteX129" fmla="*/ 1643193 w 1892795"/>
                <a:gd name="connsiteY129" fmla="*/ 1869306 h 2653267"/>
                <a:gd name="connsiteX130" fmla="*/ 1705127 w 1892795"/>
                <a:gd name="connsiteY130" fmla="*/ 1923035 h 2653267"/>
                <a:gd name="connsiteX131" fmla="*/ 1707336 w 1892795"/>
                <a:gd name="connsiteY131" fmla="*/ 1918473 h 2653267"/>
                <a:gd name="connsiteX132" fmla="*/ 1735563 w 1892795"/>
                <a:gd name="connsiteY132" fmla="*/ 1928781 h 2653267"/>
                <a:gd name="connsiteX133" fmla="*/ 1734311 w 1892795"/>
                <a:gd name="connsiteY133" fmla="*/ 1933677 h 2653267"/>
                <a:gd name="connsiteX134" fmla="*/ 1705127 w 1892795"/>
                <a:gd name="connsiteY134" fmla="*/ 1923035 h 2653267"/>
                <a:gd name="connsiteX135" fmla="*/ 1785698 w 1892795"/>
                <a:gd name="connsiteY135" fmla="*/ 1938341 h 2653267"/>
                <a:gd name="connsiteX136" fmla="*/ 1785403 w 1892795"/>
                <a:gd name="connsiteY136" fmla="*/ 1933265 h 2653267"/>
                <a:gd name="connsiteX137" fmla="*/ 1823890 w 1892795"/>
                <a:gd name="connsiteY137" fmla="*/ 1923730 h 2653267"/>
                <a:gd name="connsiteX138" fmla="*/ 1825994 w 1892795"/>
                <a:gd name="connsiteY138" fmla="*/ 1928342 h 2653267"/>
                <a:gd name="connsiteX139" fmla="*/ 1785698 w 1892795"/>
                <a:gd name="connsiteY139" fmla="*/ 1938341 h 2653267"/>
                <a:gd name="connsiteX140" fmla="*/ 1866984 w 1892795"/>
                <a:gd name="connsiteY140" fmla="*/ 1896827 h 2653267"/>
                <a:gd name="connsiteX141" fmla="*/ 1863064 w 1892795"/>
                <a:gd name="connsiteY141" fmla="*/ 1893606 h 2653267"/>
                <a:gd name="connsiteX142" fmla="*/ 1878646 w 1892795"/>
                <a:gd name="connsiteY142" fmla="*/ 1868172 h 2653267"/>
                <a:gd name="connsiteX143" fmla="*/ 1883294 w 1892795"/>
                <a:gd name="connsiteY143" fmla="*/ 1870208 h 2653267"/>
                <a:gd name="connsiteX144" fmla="*/ 1866984 w 1892795"/>
                <a:gd name="connsiteY144" fmla="*/ 1896827 h 2653267"/>
                <a:gd name="connsiteX145" fmla="*/ 1893133 w 1892795"/>
                <a:gd name="connsiteY145" fmla="*/ 1819572 h 2653267"/>
                <a:gd name="connsiteX146" fmla="*/ 1888066 w 1892795"/>
                <a:gd name="connsiteY146" fmla="*/ 1819366 h 2653267"/>
                <a:gd name="connsiteX147" fmla="*/ 1889292 w 1892795"/>
                <a:gd name="connsiteY147" fmla="*/ 1788778 h 2653267"/>
                <a:gd name="connsiteX148" fmla="*/ 1894359 w 1892795"/>
                <a:gd name="connsiteY148" fmla="*/ 1788985 h 2653267"/>
                <a:gd name="connsiteX149" fmla="*/ 1893133 w 1892795"/>
                <a:gd name="connsiteY149" fmla="*/ 1819572 h 2653267"/>
                <a:gd name="connsiteX150" fmla="*/ 1895972 w 1892795"/>
                <a:gd name="connsiteY150" fmla="*/ 1737962 h 2653267"/>
                <a:gd name="connsiteX151" fmla="*/ 1890898 w 1892795"/>
                <a:gd name="connsiteY151" fmla="*/ 1737833 h 2653267"/>
                <a:gd name="connsiteX152" fmla="*/ 1891763 w 1892795"/>
                <a:gd name="connsiteY152" fmla="*/ 1697041 h 2653267"/>
                <a:gd name="connsiteX153" fmla="*/ 1896837 w 1892795"/>
                <a:gd name="connsiteY153" fmla="*/ 1697144 h 2653267"/>
                <a:gd name="connsiteX154" fmla="*/ 1895972 w 1892795"/>
                <a:gd name="connsiteY154" fmla="*/ 1737962 h 2653267"/>
                <a:gd name="connsiteX155" fmla="*/ 1897355 w 1892795"/>
                <a:gd name="connsiteY155" fmla="*/ 1646096 h 2653267"/>
                <a:gd name="connsiteX156" fmla="*/ 1892288 w 1892795"/>
                <a:gd name="connsiteY156" fmla="*/ 1646071 h 2653267"/>
                <a:gd name="connsiteX157" fmla="*/ 1892281 w 1892795"/>
                <a:gd name="connsiteY157" fmla="*/ 1615483 h 2653267"/>
                <a:gd name="connsiteX158" fmla="*/ 1897355 w 1892795"/>
                <a:gd name="connsiteY158" fmla="*/ 1615457 h 2653267"/>
                <a:gd name="connsiteX159" fmla="*/ 1897355 w 1892795"/>
                <a:gd name="connsiteY159" fmla="*/ 1646096 h 2653267"/>
                <a:gd name="connsiteX160" fmla="*/ 1896791 w 1892795"/>
                <a:gd name="connsiteY160" fmla="*/ 1564409 h 2653267"/>
                <a:gd name="connsiteX161" fmla="*/ 1891717 w 1892795"/>
                <a:gd name="connsiteY161" fmla="*/ 1564512 h 2653267"/>
                <a:gd name="connsiteX162" fmla="*/ 1891029 w 1892795"/>
                <a:gd name="connsiteY162" fmla="*/ 1533924 h 2653267"/>
                <a:gd name="connsiteX163" fmla="*/ 1896096 w 1892795"/>
                <a:gd name="connsiteY163" fmla="*/ 1533795 h 2653267"/>
                <a:gd name="connsiteX164" fmla="*/ 1896791 w 1892795"/>
                <a:gd name="connsiteY164" fmla="*/ 1564409 h 2653267"/>
                <a:gd name="connsiteX165" fmla="*/ 1894313 w 1892795"/>
                <a:gd name="connsiteY165" fmla="*/ 1482773 h 2653267"/>
                <a:gd name="connsiteX166" fmla="*/ 1889246 w 1892795"/>
                <a:gd name="connsiteY166" fmla="*/ 1482979 h 2653267"/>
                <a:gd name="connsiteX167" fmla="*/ 1887227 w 1892795"/>
                <a:gd name="connsiteY167" fmla="*/ 1442264 h 2653267"/>
                <a:gd name="connsiteX168" fmla="*/ 1892288 w 1892795"/>
                <a:gd name="connsiteY168" fmla="*/ 1441981 h 2653267"/>
                <a:gd name="connsiteX169" fmla="*/ 1894313 w 1892795"/>
                <a:gd name="connsiteY169" fmla="*/ 1482773 h 2653267"/>
                <a:gd name="connsiteX170" fmla="*/ 1888964 w 1892795"/>
                <a:gd name="connsiteY170" fmla="*/ 1391010 h 2653267"/>
                <a:gd name="connsiteX171" fmla="*/ 1883903 w 1892795"/>
                <a:gd name="connsiteY171" fmla="*/ 1391397 h 2653267"/>
                <a:gd name="connsiteX172" fmla="*/ 1881465 w 1892795"/>
                <a:gd name="connsiteY172" fmla="*/ 1360912 h 2653267"/>
                <a:gd name="connsiteX173" fmla="*/ 1886512 w 1892795"/>
                <a:gd name="connsiteY173" fmla="*/ 1360474 h 2653267"/>
                <a:gd name="connsiteX174" fmla="*/ 1888964 w 1892795"/>
                <a:gd name="connsiteY174" fmla="*/ 1391010 h 2653267"/>
                <a:gd name="connsiteX175" fmla="*/ 1881642 w 1892795"/>
                <a:gd name="connsiteY175" fmla="*/ 1309658 h 2653267"/>
                <a:gd name="connsiteX176" fmla="*/ 1876601 w 1892795"/>
                <a:gd name="connsiteY176" fmla="*/ 1310173 h 2653267"/>
                <a:gd name="connsiteX177" fmla="*/ 1873185 w 1892795"/>
                <a:gd name="connsiteY177" fmla="*/ 1279791 h 2653267"/>
                <a:gd name="connsiteX178" fmla="*/ 1878220 w 1892795"/>
                <a:gd name="connsiteY178" fmla="*/ 1279199 h 2653267"/>
                <a:gd name="connsiteX179" fmla="*/ 1881642 w 1892795"/>
                <a:gd name="connsiteY179" fmla="*/ 1309658 h 2653267"/>
                <a:gd name="connsiteX180" fmla="*/ 1871625 w 1892795"/>
                <a:gd name="connsiteY180" fmla="*/ 1228563 h 2653267"/>
                <a:gd name="connsiteX181" fmla="*/ 1866604 w 1892795"/>
                <a:gd name="connsiteY181" fmla="*/ 1229285 h 2653267"/>
                <a:gd name="connsiteX182" fmla="*/ 1860501 w 1892795"/>
                <a:gd name="connsiteY182" fmla="*/ 1188956 h 2653267"/>
                <a:gd name="connsiteX183" fmla="*/ 1865509 w 1892795"/>
                <a:gd name="connsiteY183" fmla="*/ 1188157 h 2653267"/>
                <a:gd name="connsiteX184" fmla="*/ 1871625 w 1892795"/>
                <a:gd name="connsiteY184" fmla="*/ 1228563 h 2653267"/>
                <a:gd name="connsiteX185" fmla="*/ 1856745 w 1892795"/>
                <a:gd name="connsiteY185" fmla="*/ 1137830 h 2653267"/>
                <a:gd name="connsiteX186" fmla="*/ 1851756 w 1892795"/>
                <a:gd name="connsiteY186" fmla="*/ 1138784 h 2653267"/>
                <a:gd name="connsiteX187" fmla="*/ 1845889 w 1892795"/>
                <a:gd name="connsiteY187" fmla="*/ 1108789 h 2653267"/>
                <a:gd name="connsiteX188" fmla="*/ 1850852 w 1892795"/>
                <a:gd name="connsiteY188" fmla="*/ 1107758 h 2653267"/>
                <a:gd name="connsiteX189" fmla="*/ 1856745 w 1892795"/>
                <a:gd name="connsiteY189" fmla="*/ 1137830 h 2653267"/>
                <a:gd name="connsiteX190" fmla="*/ 1839937 w 1892795"/>
                <a:gd name="connsiteY190" fmla="*/ 1057870 h 2653267"/>
                <a:gd name="connsiteX191" fmla="*/ 1835001 w 1892795"/>
                <a:gd name="connsiteY191" fmla="*/ 1059004 h 2653267"/>
                <a:gd name="connsiteX192" fmla="*/ 1827777 w 1892795"/>
                <a:gd name="connsiteY192" fmla="*/ 1029318 h 2653267"/>
                <a:gd name="connsiteX193" fmla="*/ 1832693 w 1892795"/>
                <a:gd name="connsiteY193" fmla="*/ 1028081 h 2653267"/>
                <a:gd name="connsiteX194" fmla="*/ 1839937 w 1892795"/>
                <a:gd name="connsiteY194" fmla="*/ 1057870 h 2653267"/>
                <a:gd name="connsiteX195" fmla="*/ 1819406 w 1892795"/>
                <a:gd name="connsiteY195" fmla="*/ 978733 h 2653267"/>
                <a:gd name="connsiteX196" fmla="*/ 1814529 w 1892795"/>
                <a:gd name="connsiteY196" fmla="*/ 980125 h 2653267"/>
                <a:gd name="connsiteX197" fmla="*/ 1802795 w 1892795"/>
                <a:gd name="connsiteY197" fmla="*/ 941111 h 2653267"/>
                <a:gd name="connsiteX198" fmla="*/ 1807632 w 1892795"/>
                <a:gd name="connsiteY198" fmla="*/ 939591 h 2653267"/>
                <a:gd name="connsiteX199" fmla="*/ 1819406 w 1892795"/>
                <a:gd name="connsiteY199" fmla="*/ 978733 h 2653267"/>
                <a:gd name="connsiteX200" fmla="*/ 1791415 w 1892795"/>
                <a:gd name="connsiteY200" fmla="*/ 891145 h 2653267"/>
                <a:gd name="connsiteX201" fmla="*/ 1786636 w 1892795"/>
                <a:gd name="connsiteY201" fmla="*/ 892820 h 2653267"/>
                <a:gd name="connsiteX202" fmla="*/ 1776114 w 1892795"/>
                <a:gd name="connsiteY202" fmla="*/ 864139 h 2653267"/>
                <a:gd name="connsiteX203" fmla="*/ 1780854 w 1892795"/>
                <a:gd name="connsiteY203" fmla="*/ 862335 h 2653267"/>
                <a:gd name="connsiteX204" fmla="*/ 1791415 w 1892795"/>
                <a:gd name="connsiteY204" fmla="*/ 891145 h 2653267"/>
                <a:gd name="connsiteX205" fmla="*/ 1761824 w 1892795"/>
                <a:gd name="connsiteY205" fmla="*/ 814921 h 2653267"/>
                <a:gd name="connsiteX206" fmla="*/ 1757157 w 1892795"/>
                <a:gd name="connsiteY206" fmla="*/ 816879 h 2653267"/>
                <a:gd name="connsiteX207" fmla="*/ 1744905 w 1892795"/>
                <a:gd name="connsiteY207" fmla="*/ 788920 h 2653267"/>
                <a:gd name="connsiteX208" fmla="*/ 1749526 w 1892795"/>
                <a:gd name="connsiteY208" fmla="*/ 786807 h 2653267"/>
                <a:gd name="connsiteX209" fmla="*/ 1761824 w 1892795"/>
                <a:gd name="connsiteY209" fmla="*/ 814921 h 2653267"/>
                <a:gd name="connsiteX210" fmla="*/ 1727514 w 1892795"/>
                <a:gd name="connsiteY210" fmla="*/ 740681 h 2653267"/>
                <a:gd name="connsiteX211" fmla="*/ 1722984 w 1892795"/>
                <a:gd name="connsiteY211" fmla="*/ 742974 h 2653267"/>
                <a:gd name="connsiteX212" fmla="*/ 1704072 w 1892795"/>
                <a:gd name="connsiteY212" fmla="*/ 706897 h 2653267"/>
                <a:gd name="connsiteX213" fmla="*/ 1708516 w 1892795"/>
                <a:gd name="connsiteY213" fmla="*/ 704475 h 2653267"/>
                <a:gd name="connsiteX214" fmla="*/ 1727514 w 1892795"/>
                <a:gd name="connsiteY214" fmla="*/ 740681 h 2653267"/>
                <a:gd name="connsiteX215" fmla="*/ 1683016 w 1892795"/>
                <a:gd name="connsiteY215" fmla="*/ 660153 h 2653267"/>
                <a:gd name="connsiteX216" fmla="*/ 1678676 w 1892795"/>
                <a:gd name="connsiteY216" fmla="*/ 662781 h 2653267"/>
                <a:gd name="connsiteX217" fmla="*/ 1662505 w 1892795"/>
                <a:gd name="connsiteY217" fmla="*/ 636884 h 2653267"/>
                <a:gd name="connsiteX218" fmla="*/ 1666772 w 1892795"/>
                <a:gd name="connsiteY218" fmla="*/ 634126 h 2653267"/>
                <a:gd name="connsiteX219" fmla="*/ 1683016 w 1892795"/>
                <a:gd name="connsiteY219" fmla="*/ 660153 h 2653267"/>
                <a:gd name="connsiteX220" fmla="*/ 1638132 w 1892795"/>
                <a:gd name="connsiteY220" fmla="*/ 591788 h 2653267"/>
                <a:gd name="connsiteX221" fmla="*/ 1633996 w 1892795"/>
                <a:gd name="connsiteY221" fmla="*/ 594726 h 2653267"/>
                <a:gd name="connsiteX222" fmla="*/ 1615962 w 1892795"/>
                <a:gd name="connsiteY222" fmla="*/ 570091 h 2653267"/>
                <a:gd name="connsiteX223" fmla="*/ 1620013 w 1892795"/>
                <a:gd name="connsiteY223" fmla="*/ 567024 h 2653267"/>
                <a:gd name="connsiteX224" fmla="*/ 1638132 w 1892795"/>
                <a:gd name="connsiteY224" fmla="*/ 591788 h 2653267"/>
                <a:gd name="connsiteX225" fmla="*/ 1588285 w 1892795"/>
                <a:gd name="connsiteY225" fmla="*/ 526928 h 2653267"/>
                <a:gd name="connsiteX226" fmla="*/ 1584385 w 1892795"/>
                <a:gd name="connsiteY226" fmla="*/ 530175 h 2653267"/>
                <a:gd name="connsiteX227" fmla="*/ 1557790 w 1892795"/>
                <a:gd name="connsiteY227" fmla="*/ 499355 h 2653267"/>
                <a:gd name="connsiteX228" fmla="*/ 1561566 w 1892795"/>
                <a:gd name="connsiteY228" fmla="*/ 495954 h 2653267"/>
                <a:gd name="connsiteX229" fmla="*/ 1588285 w 1892795"/>
                <a:gd name="connsiteY229" fmla="*/ 526928 h 2653267"/>
                <a:gd name="connsiteX230" fmla="*/ 1526552 w 1892795"/>
                <a:gd name="connsiteY230" fmla="*/ 458692 h 2653267"/>
                <a:gd name="connsiteX231" fmla="*/ 1522939 w 1892795"/>
                <a:gd name="connsiteY231" fmla="*/ 462248 h 2653267"/>
                <a:gd name="connsiteX232" fmla="*/ 1501206 w 1892795"/>
                <a:gd name="connsiteY232" fmla="*/ 440808 h 2653267"/>
                <a:gd name="connsiteX233" fmla="*/ 1504717 w 1892795"/>
                <a:gd name="connsiteY233" fmla="*/ 437149 h 2653267"/>
                <a:gd name="connsiteX234" fmla="*/ 1526552 w 1892795"/>
                <a:gd name="connsiteY234" fmla="*/ 458692 h 2653267"/>
                <a:gd name="connsiteX235" fmla="*/ 1467026 w 1892795"/>
                <a:gd name="connsiteY235" fmla="*/ 402619 h 2653267"/>
                <a:gd name="connsiteX236" fmla="*/ 1463687 w 1892795"/>
                <a:gd name="connsiteY236" fmla="*/ 406433 h 2653267"/>
                <a:gd name="connsiteX237" fmla="*/ 1440432 w 1892795"/>
                <a:gd name="connsiteY237" fmla="*/ 386642 h 2653267"/>
                <a:gd name="connsiteX238" fmla="*/ 1443667 w 1892795"/>
                <a:gd name="connsiteY238" fmla="*/ 382725 h 2653267"/>
                <a:gd name="connsiteX239" fmla="*/ 1467026 w 1892795"/>
                <a:gd name="connsiteY239" fmla="*/ 402619 h 2653267"/>
                <a:gd name="connsiteX240" fmla="*/ 1403578 w 1892795"/>
                <a:gd name="connsiteY240" fmla="*/ 351004 h 2653267"/>
                <a:gd name="connsiteX241" fmla="*/ 1400519 w 1892795"/>
                <a:gd name="connsiteY241" fmla="*/ 355050 h 2653267"/>
                <a:gd name="connsiteX242" fmla="*/ 1367620 w 1892795"/>
                <a:gd name="connsiteY242" fmla="*/ 331059 h 2653267"/>
                <a:gd name="connsiteX243" fmla="*/ 1370538 w 1892795"/>
                <a:gd name="connsiteY243" fmla="*/ 326910 h 2653267"/>
                <a:gd name="connsiteX244" fmla="*/ 1403578 w 1892795"/>
                <a:gd name="connsiteY244" fmla="*/ 351004 h 2653267"/>
                <a:gd name="connsiteX245" fmla="*/ 1328128 w 1892795"/>
                <a:gd name="connsiteY245" fmla="*/ 298358 h 2653267"/>
                <a:gd name="connsiteX246" fmla="*/ 1325384 w 1892795"/>
                <a:gd name="connsiteY246" fmla="*/ 302635 h 2653267"/>
                <a:gd name="connsiteX247" fmla="*/ 1299498 w 1892795"/>
                <a:gd name="connsiteY247" fmla="*/ 286401 h 2653267"/>
                <a:gd name="connsiteX248" fmla="*/ 1302139 w 1892795"/>
                <a:gd name="connsiteY248" fmla="*/ 282072 h 2653267"/>
                <a:gd name="connsiteX249" fmla="*/ 1328128 w 1892795"/>
                <a:gd name="connsiteY249" fmla="*/ 298358 h 2653267"/>
                <a:gd name="connsiteX250" fmla="*/ 1258003 w 1892795"/>
                <a:gd name="connsiteY250" fmla="*/ 256303 h 2653267"/>
                <a:gd name="connsiteX251" fmla="*/ 1255530 w 1892795"/>
                <a:gd name="connsiteY251" fmla="*/ 260735 h 2653267"/>
                <a:gd name="connsiteX252" fmla="*/ 1228692 w 1892795"/>
                <a:gd name="connsiteY252" fmla="*/ 246150 h 2653267"/>
                <a:gd name="connsiteX253" fmla="*/ 1231066 w 1892795"/>
                <a:gd name="connsiteY253" fmla="*/ 241666 h 2653267"/>
                <a:gd name="connsiteX254" fmla="*/ 1258003 w 1892795"/>
                <a:gd name="connsiteY254" fmla="*/ 256303 h 2653267"/>
                <a:gd name="connsiteX255" fmla="*/ 1185489 w 1892795"/>
                <a:gd name="connsiteY255" fmla="*/ 218551 h 2653267"/>
                <a:gd name="connsiteX256" fmla="*/ 1183275 w 1892795"/>
                <a:gd name="connsiteY256" fmla="*/ 223112 h 2653267"/>
                <a:gd name="connsiteX257" fmla="*/ 1146382 w 1892795"/>
                <a:gd name="connsiteY257" fmla="*/ 205822 h 2653267"/>
                <a:gd name="connsiteX258" fmla="*/ 1148472 w 1892795"/>
                <a:gd name="connsiteY258" fmla="*/ 201209 h 2653267"/>
                <a:gd name="connsiteX259" fmla="*/ 1185489 w 1892795"/>
                <a:gd name="connsiteY259" fmla="*/ 218551 h 2653267"/>
                <a:gd name="connsiteX260" fmla="*/ 1101586 w 1892795"/>
                <a:gd name="connsiteY260" fmla="*/ 180903 h 2653267"/>
                <a:gd name="connsiteX261" fmla="*/ 1099645 w 1892795"/>
                <a:gd name="connsiteY261" fmla="*/ 185593 h 2653267"/>
                <a:gd name="connsiteX262" fmla="*/ 1071305 w 1892795"/>
                <a:gd name="connsiteY262" fmla="*/ 174152 h 2653267"/>
                <a:gd name="connsiteX263" fmla="*/ 1073160 w 1892795"/>
                <a:gd name="connsiteY263" fmla="*/ 169436 h 2653267"/>
                <a:gd name="connsiteX264" fmla="*/ 1101586 w 1892795"/>
                <a:gd name="connsiteY264" fmla="*/ 180903 h 2653267"/>
                <a:gd name="connsiteX265" fmla="*/ 1025342 w 1892795"/>
                <a:gd name="connsiteY265" fmla="*/ 151449 h 2653267"/>
                <a:gd name="connsiteX266" fmla="*/ 1023625 w 1892795"/>
                <a:gd name="connsiteY266" fmla="*/ 156216 h 2653267"/>
                <a:gd name="connsiteX267" fmla="*/ 994779 w 1892795"/>
                <a:gd name="connsiteY267" fmla="*/ 146115 h 2653267"/>
                <a:gd name="connsiteX268" fmla="*/ 996416 w 1892795"/>
                <a:gd name="connsiteY268" fmla="*/ 141297 h 2653267"/>
                <a:gd name="connsiteX269" fmla="*/ 1025342 w 1892795"/>
                <a:gd name="connsiteY269" fmla="*/ 151449 h 2653267"/>
                <a:gd name="connsiteX270" fmla="*/ 947854 w 1892795"/>
                <a:gd name="connsiteY270" fmla="*/ 125474 h 2653267"/>
                <a:gd name="connsiteX271" fmla="*/ 946344 w 1892795"/>
                <a:gd name="connsiteY271" fmla="*/ 130293 h 2653267"/>
                <a:gd name="connsiteX272" fmla="*/ 907312 w 1892795"/>
                <a:gd name="connsiteY272" fmla="*/ 118568 h 2653267"/>
                <a:gd name="connsiteX273" fmla="*/ 908724 w 1892795"/>
                <a:gd name="connsiteY273" fmla="*/ 113698 h 2653267"/>
                <a:gd name="connsiteX274" fmla="*/ 947854 w 1892795"/>
                <a:gd name="connsiteY274" fmla="*/ 125474 h 2653267"/>
                <a:gd name="connsiteX275" fmla="*/ 859510 w 1892795"/>
                <a:gd name="connsiteY275" fmla="*/ 100041 h 2653267"/>
                <a:gd name="connsiteX276" fmla="*/ 858213 w 1892795"/>
                <a:gd name="connsiteY276" fmla="*/ 104962 h 2653267"/>
                <a:gd name="connsiteX277" fmla="*/ 828605 w 1892795"/>
                <a:gd name="connsiteY277" fmla="*/ 97335 h 2653267"/>
                <a:gd name="connsiteX278" fmla="*/ 829835 w 1892795"/>
                <a:gd name="connsiteY278" fmla="*/ 92413 h 2653267"/>
                <a:gd name="connsiteX279" fmla="*/ 859510 w 1892795"/>
                <a:gd name="connsiteY279" fmla="*/ 100041 h 2653267"/>
                <a:gd name="connsiteX280" fmla="*/ 780164 w 1892795"/>
                <a:gd name="connsiteY280" fmla="*/ 80559 h 2653267"/>
                <a:gd name="connsiteX281" fmla="*/ 779038 w 1892795"/>
                <a:gd name="connsiteY281" fmla="*/ 85507 h 2653267"/>
                <a:gd name="connsiteX282" fmla="*/ 749182 w 1892795"/>
                <a:gd name="connsiteY282" fmla="*/ 78884 h 2653267"/>
                <a:gd name="connsiteX283" fmla="*/ 750246 w 1892795"/>
                <a:gd name="connsiteY283" fmla="*/ 73937 h 2653267"/>
                <a:gd name="connsiteX284" fmla="*/ 780164 w 1892795"/>
                <a:gd name="connsiteY284" fmla="*/ 80559 h 2653267"/>
                <a:gd name="connsiteX285" fmla="*/ 700214 w 1892795"/>
                <a:gd name="connsiteY285" fmla="*/ 63706 h 2653267"/>
                <a:gd name="connsiteX286" fmla="*/ 699246 w 1892795"/>
                <a:gd name="connsiteY286" fmla="*/ 68680 h 2653267"/>
                <a:gd name="connsiteX287" fmla="*/ 659165 w 1892795"/>
                <a:gd name="connsiteY287" fmla="*/ 61207 h 2653267"/>
                <a:gd name="connsiteX288" fmla="*/ 660059 w 1892795"/>
                <a:gd name="connsiteY288" fmla="*/ 56208 h 2653267"/>
                <a:gd name="connsiteX289" fmla="*/ 700214 w 1892795"/>
                <a:gd name="connsiteY289" fmla="*/ 63706 h 2653267"/>
                <a:gd name="connsiteX290" fmla="*/ 609724 w 1892795"/>
                <a:gd name="connsiteY290" fmla="*/ 47652 h 2653267"/>
                <a:gd name="connsiteX291" fmla="*/ 608918 w 1892795"/>
                <a:gd name="connsiteY291" fmla="*/ 52677 h 2653267"/>
                <a:gd name="connsiteX292" fmla="*/ 578699 w 1892795"/>
                <a:gd name="connsiteY292" fmla="*/ 47961 h 2653267"/>
                <a:gd name="connsiteX293" fmla="*/ 579455 w 1892795"/>
                <a:gd name="connsiteY293" fmla="*/ 42937 h 2653267"/>
                <a:gd name="connsiteX294" fmla="*/ 609724 w 1892795"/>
                <a:gd name="connsiteY294" fmla="*/ 47652 h 2653267"/>
                <a:gd name="connsiteX295" fmla="*/ 528915 w 1892795"/>
                <a:gd name="connsiteY295" fmla="*/ 35747 h 2653267"/>
                <a:gd name="connsiteX296" fmla="*/ 528239 w 1892795"/>
                <a:gd name="connsiteY296" fmla="*/ 40772 h 2653267"/>
                <a:gd name="connsiteX297" fmla="*/ 497908 w 1892795"/>
                <a:gd name="connsiteY297" fmla="*/ 36829 h 2653267"/>
                <a:gd name="connsiteX298" fmla="*/ 498537 w 1892795"/>
                <a:gd name="connsiteY298" fmla="*/ 31805 h 2653267"/>
                <a:gd name="connsiteX299" fmla="*/ 528915 w 1892795"/>
                <a:gd name="connsiteY299" fmla="*/ 35747 h 2653267"/>
                <a:gd name="connsiteX300" fmla="*/ 447836 w 1892795"/>
                <a:gd name="connsiteY300" fmla="*/ 25852 h 2653267"/>
                <a:gd name="connsiteX301" fmla="*/ 447280 w 1892795"/>
                <a:gd name="connsiteY301" fmla="*/ 30877 h 2653267"/>
                <a:gd name="connsiteX302" fmla="*/ 406719 w 1892795"/>
                <a:gd name="connsiteY302" fmla="*/ 26625 h 2653267"/>
                <a:gd name="connsiteX303" fmla="*/ 407219 w 1892795"/>
                <a:gd name="connsiteY303" fmla="*/ 21600 h 2653267"/>
                <a:gd name="connsiteX304" fmla="*/ 447836 w 1892795"/>
                <a:gd name="connsiteY304" fmla="*/ 25852 h 2653267"/>
                <a:gd name="connsiteX305" fmla="*/ 356385 w 1892795"/>
                <a:gd name="connsiteY305" fmla="*/ 16910 h 2653267"/>
                <a:gd name="connsiteX306" fmla="*/ 355952 w 1892795"/>
                <a:gd name="connsiteY306" fmla="*/ 21961 h 2653267"/>
                <a:gd name="connsiteX307" fmla="*/ 325464 w 1892795"/>
                <a:gd name="connsiteY307" fmla="*/ 19461 h 2653267"/>
                <a:gd name="connsiteX308" fmla="*/ 325859 w 1892795"/>
                <a:gd name="connsiteY308" fmla="*/ 14411 h 2653267"/>
                <a:gd name="connsiteX309" fmla="*/ 356385 w 1892795"/>
                <a:gd name="connsiteY309" fmla="*/ 16910 h 2653267"/>
                <a:gd name="connsiteX310" fmla="*/ 274945 w 1892795"/>
                <a:gd name="connsiteY310" fmla="*/ 10751 h 2653267"/>
                <a:gd name="connsiteX311" fmla="*/ 274613 w 1892795"/>
                <a:gd name="connsiteY311" fmla="*/ 15802 h 2653267"/>
                <a:gd name="connsiteX312" fmla="*/ 244081 w 1892795"/>
                <a:gd name="connsiteY312" fmla="*/ 13921 h 2653267"/>
                <a:gd name="connsiteX313" fmla="*/ 244378 w 1892795"/>
                <a:gd name="connsiteY313" fmla="*/ 8844 h 2653267"/>
                <a:gd name="connsiteX314" fmla="*/ 274945 w 1892795"/>
                <a:gd name="connsiteY314" fmla="*/ 10751 h 2653267"/>
                <a:gd name="connsiteX315" fmla="*/ 193408 w 1892795"/>
                <a:gd name="connsiteY315" fmla="*/ 6164 h 2653267"/>
                <a:gd name="connsiteX316" fmla="*/ 193166 w 1892795"/>
                <a:gd name="connsiteY316" fmla="*/ 11215 h 2653267"/>
                <a:gd name="connsiteX317" fmla="*/ 152411 w 1892795"/>
                <a:gd name="connsiteY317" fmla="*/ 9463 h 2653267"/>
                <a:gd name="connsiteX318" fmla="*/ 152608 w 1892795"/>
                <a:gd name="connsiteY318" fmla="*/ 4412 h 2653267"/>
                <a:gd name="connsiteX319" fmla="*/ 193408 w 1892795"/>
                <a:gd name="connsiteY319" fmla="*/ 6164 h 2653267"/>
                <a:gd name="connsiteX320" fmla="*/ 101595 w 1892795"/>
                <a:gd name="connsiteY320" fmla="*/ 2686 h 2653267"/>
                <a:gd name="connsiteX321" fmla="*/ 101450 w 1892795"/>
                <a:gd name="connsiteY321" fmla="*/ 7762 h 2653267"/>
                <a:gd name="connsiteX322" fmla="*/ 70863 w 1892795"/>
                <a:gd name="connsiteY322" fmla="*/ 6989 h 2653267"/>
                <a:gd name="connsiteX323" fmla="*/ 70981 w 1892795"/>
                <a:gd name="connsiteY323" fmla="*/ 1912 h 2653267"/>
                <a:gd name="connsiteX324" fmla="*/ 101595 w 1892795"/>
                <a:gd name="connsiteY324" fmla="*/ 2686 h 2653267"/>
                <a:gd name="connsiteX325" fmla="*/ 19948 w 1892795"/>
                <a:gd name="connsiteY325" fmla="*/ 1011 h 2653267"/>
                <a:gd name="connsiteX326" fmla="*/ 19883 w 1892795"/>
                <a:gd name="connsiteY326" fmla="*/ 6061 h 2653267"/>
                <a:gd name="connsiteX327" fmla="*/ 4589 w 1892795"/>
                <a:gd name="connsiteY327" fmla="*/ 5907 h 2653267"/>
                <a:gd name="connsiteX328" fmla="*/ 4642 w 1892795"/>
                <a:gd name="connsiteY328" fmla="*/ 830 h 2653267"/>
                <a:gd name="connsiteX329" fmla="*/ 19948 w 1892795"/>
                <a:gd name="connsiteY329" fmla="*/ 1011 h 2653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</a:cxnLst>
              <a:rect l="l" t="t" r="r" b="b"/>
              <a:pathLst>
                <a:path w="1892795" h="2653267">
                  <a:moveTo>
                    <a:pt x="1288590" y="2654098"/>
                  </a:moveTo>
                  <a:lnTo>
                    <a:pt x="1283519" y="2654098"/>
                  </a:lnTo>
                  <a:lnTo>
                    <a:pt x="1283519" y="2638791"/>
                  </a:lnTo>
                  <a:lnTo>
                    <a:pt x="1288590" y="2638791"/>
                  </a:lnTo>
                  <a:lnTo>
                    <a:pt x="1288590" y="2654098"/>
                  </a:lnTo>
                  <a:close/>
                  <a:moveTo>
                    <a:pt x="1288590" y="2587769"/>
                  </a:moveTo>
                  <a:lnTo>
                    <a:pt x="1283519" y="2587769"/>
                  </a:lnTo>
                  <a:lnTo>
                    <a:pt x="1283519" y="2546950"/>
                  </a:lnTo>
                  <a:lnTo>
                    <a:pt x="1288590" y="2546950"/>
                  </a:lnTo>
                  <a:lnTo>
                    <a:pt x="1288590" y="2587769"/>
                  </a:lnTo>
                  <a:close/>
                  <a:moveTo>
                    <a:pt x="1288590" y="2495954"/>
                  </a:moveTo>
                  <a:lnTo>
                    <a:pt x="1283519" y="2495954"/>
                  </a:lnTo>
                  <a:lnTo>
                    <a:pt x="1283519" y="2465341"/>
                  </a:lnTo>
                  <a:lnTo>
                    <a:pt x="1288590" y="2465341"/>
                  </a:lnTo>
                  <a:lnTo>
                    <a:pt x="1288590" y="2495954"/>
                  </a:lnTo>
                  <a:close/>
                  <a:moveTo>
                    <a:pt x="1288590" y="2414318"/>
                  </a:moveTo>
                  <a:lnTo>
                    <a:pt x="1283519" y="2414318"/>
                  </a:lnTo>
                  <a:lnTo>
                    <a:pt x="1283519" y="2383705"/>
                  </a:lnTo>
                  <a:lnTo>
                    <a:pt x="1288590" y="2383705"/>
                  </a:lnTo>
                  <a:lnTo>
                    <a:pt x="1288590" y="2414318"/>
                  </a:lnTo>
                  <a:close/>
                  <a:moveTo>
                    <a:pt x="1288590" y="2332708"/>
                  </a:moveTo>
                  <a:lnTo>
                    <a:pt x="1283519" y="2332708"/>
                  </a:lnTo>
                  <a:lnTo>
                    <a:pt x="1283519" y="2291890"/>
                  </a:lnTo>
                  <a:lnTo>
                    <a:pt x="1288590" y="2291890"/>
                  </a:lnTo>
                  <a:lnTo>
                    <a:pt x="1288590" y="2332708"/>
                  </a:lnTo>
                  <a:close/>
                  <a:moveTo>
                    <a:pt x="1288590" y="2240868"/>
                  </a:moveTo>
                  <a:lnTo>
                    <a:pt x="1283519" y="2240868"/>
                  </a:lnTo>
                  <a:lnTo>
                    <a:pt x="1283519" y="2210254"/>
                  </a:lnTo>
                  <a:lnTo>
                    <a:pt x="1288590" y="2210254"/>
                  </a:lnTo>
                  <a:lnTo>
                    <a:pt x="1288590" y="2240868"/>
                  </a:lnTo>
                  <a:close/>
                  <a:moveTo>
                    <a:pt x="1288590" y="2159258"/>
                  </a:moveTo>
                  <a:lnTo>
                    <a:pt x="1283519" y="2159258"/>
                  </a:lnTo>
                  <a:lnTo>
                    <a:pt x="1283519" y="2128644"/>
                  </a:lnTo>
                  <a:lnTo>
                    <a:pt x="1288590" y="2128644"/>
                  </a:lnTo>
                  <a:lnTo>
                    <a:pt x="1288590" y="2159258"/>
                  </a:lnTo>
                  <a:close/>
                  <a:moveTo>
                    <a:pt x="1288590" y="2077622"/>
                  </a:moveTo>
                  <a:lnTo>
                    <a:pt x="1283519" y="2077622"/>
                  </a:lnTo>
                  <a:lnTo>
                    <a:pt x="1283519" y="2036804"/>
                  </a:lnTo>
                  <a:lnTo>
                    <a:pt x="1288590" y="2036804"/>
                  </a:lnTo>
                  <a:lnTo>
                    <a:pt x="1288590" y="2077622"/>
                  </a:lnTo>
                  <a:close/>
                  <a:moveTo>
                    <a:pt x="1288590" y="1985807"/>
                  </a:moveTo>
                  <a:lnTo>
                    <a:pt x="1283519" y="1985807"/>
                  </a:lnTo>
                  <a:lnTo>
                    <a:pt x="1283519" y="1955194"/>
                  </a:lnTo>
                  <a:lnTo>
                    <a:pt x="1288590" y="1955194"/>
                  </a:lnTo>
                  <a:lnTo>
                    <a:pt x="1288590" y="1985807"/>
                  </a:lnTo>
                  <a:close/>
                  <a:moveTo>
                    <a:pt x="1288590" y="1904172"/>
                  </a:moveTo>
                  <a:lnTo>
                    <a:pt x="1283519" y="1904172"/>
                  </a:lnTo>
                  <a:lnTo>
                    <a:pt x="1283519" y="1873558"/>
                  </a:lnTo>
                  <a:lnTo>
                    <a:pt x="1288590" y="1873558"/>
                  </a:lnTo>
                  <a:lnTo>
                    <a:pt x="1288590" y="1904172"/>
                  </a:lnTo>
                  <a:close/>
                  <a:moveTo>
                    <a:pt x="1288590" y="1822562"/>
                  </a:moveTo>
                  <a:lnTo>
                    <a:pt x="1283519" y="1822562"/>
                  </a:lnTo>
                  <a:lnTo>
                    <a:pt x="1283519" y="1781744"/>
                  </a:lnTo>
                  <a:lnTo>
                    <a:pt x="1288590" y="1781744"/>
                  </a:lnTo>
                  <a:lnTo>
                    <a:pt x="1288590" y="1822562"/>
                  </a:lnTo>
                  <a:close/>
                  <a:moveTo>
                    <a:pt x="1288590" y="1730721"/>
                  </a:moveTo>
                  <a:lnTo>
                    <a:pt x="1283519" y="1730721"/>
                  </a:lnTo>
                  <a:lnTo>
                    <a:pt x="1283519" y="1700108"/>
                  </a:lnTo>
                  <a:lnTo>
                    <a:pt x="1288590" y="1700108"/>
                  </a:lnTo>
                  <a:lnTo>
                    <a:pt x="1288590" y="1730721"/>
                  </a:lnTo>
                  <a:close/>
                  <a:moveTo>
                    <a:pt x="1288590" y="1649111"/>
                  </a:moveTo>
                  <a:lnTo>
                    <a:pt x="1283519" y="1649111"/>
                  </a:lnTo>
                  <a:lnTo>
                    <a:pt x="1283519" y="1618497"/>
                  </a:lnTo>
                  <a:lnTo>
                    <a:pt x="1288590" y="1618497"/>
                  </a:lnTo>
                  <a:lnTo>
                    <a:pt x="1288590" y="1649111"/>
                  </a:lnTo>
                  <a:close/>
                  <a:moveTo>
                    <a:pt x="1288590" y="1567476"/>
                  </a:moveTo>
                  <a:lnTo>
                    <a:pt x="1283519" y="1567476"/>
                  </a:lnTo>
                  <a:lnTo>
                    <a:pt x="1283519" y="1553431"/>
                  </a:lnTo>
                  <a:cubicBezTo>
                    <a:pt x="1283519" y="1544232"/>
                    <a:pt x="1284255" y="1535187"/>
                    <a:pt x="1285672" y="1526374"/>
                  </a:cubicBezTo>
                  <a:lnTo>
                    <a:pt x="1290678" y="1527173"/>
                  </a:lnTo>
                  <a:cubicBezTo>
                    <a:pt x="1289304" y="1535728"/>
                    <a:pt x="1288590" y="1544489"/>
                    <a:pt x="1288590" y="1553431"/>
                  </a:cubicBezTo>
                  <a:lnTo>
                    <a:pt x="1288590" y="1567476"/>
                  </a:lnTo>
                  <a:close/>
                  <a:moveTo>
                    <a:pt x="1306110" y="1479578"/>
                  </a:moveTo>
                  <a:lnTo>
                    <a:pt x="1301584" y="1477310"/>
                  </a:lnTo>
                  <a:cubicBezTo>
                    <a:pt x="1306276" y="1468007"/>
                    <a:pt x="1311800" y="1459220"/>
                    <a:pt x="1318058" y="1451000"/>
                  </a:cubicBezTo>
                  <a:lnTo>
                    <a:pt x="1322090" y="1454092"/>
                  </a:lnTo>
                  <a:cubicBezTo>
                    <a:pt x="1316020" y="1462055"/>
                    <a:pt x="1310662" y="1470584"/>
                    <a:pt x="1306110" y="1479578"/>
                  </a:cubicBezTo>
                  <a:close/>
                  <a:moveTo>
                    <a:pt x="1358121" y="1419355"/>
                  </a:moveTo>
                  <a:lnTo>
                    <a:pt x="1355196" y="1415207"/>
                  </a:lnTo>
                  <a:cubicBezTo>
                    <a:pt x="1363623" y="1409254"/>
                    <a:pt x="1372617" y="1404049"/>
                    <a:pt x="1382082" y="1399720"/>
                  </a:cubicBezTo>
                  <a:lnTo>
                    <a:pt x="1384199" y="1404307"/>
                  </a:lnTo>
                  <a:cubicBezTo>
                    <a:pt x="1375018" y="1408533"/>
                    <a:pt x="1366295" y="1413583"/>
                    <a:pt x="1358121" y="1419355"/>
                  </a:cubicBezTo>
                  <a:close/>
                  <a:moveTo>
                    <a:pt x="1432333" y="1390649"/>
                  </a:moveTo>
                  <a:lnTo>
                    <a:pt x="1431713" y="1385624"/>
                  </a:lnTo>
                  <a:cubicBezTo>
                    <a:pt x="1438558" y="1384774"/>
                    <a:pt x="1445532" y="1384336"/>
                    <a:pt x="1452606" y="1384336"/>
                  </a:cubicBezTo>
                  <a:lnTo>
                    <a:pt x="1452613" y="1384336"/>
                  </a:lnTo>
                  <a:cubicBezTo>
                    <a:pt x="1459526" y="1384336"/>
                    <a:pt x="1466342" y="1384748"/>
                    <a:pt x="1473037" y="1385573"/>
                  </a:cubicBezTo>
                  <a:lnTo>
                    <a:pt x="1472431" y="1390598"/>
                  </a:lnTo>
                  <a:cubicBezTo>
                    <a:pt x="1465935" y="1389824"/>
                    <a:pt x="1459321" y="1389412"/>
                    <a:pt x="1452613" y="1389412"/>
                  </a:cubicBezTo>
                  <a:lnTo>
                    <a:pt x="1452606" y="1389412"/>
                  </a:lnTo>
                  <a:cubicBezTo>
                    <a:pt x="1445742" y="1389412"/>
                    <a:pt x="1438976" y="1389824"/>
                    <a:pt x="1432333" y="1390649"/>
                  </a:cubicBezTo>
                  <a:close/>
                  <a:moveTo>
                    <a:pt x="1520603" y="1404126"/>
                  </a:moveTo>
                  <a:lnTo>
                    <a:pt x="1522707" y="1399514"/>
                  </a:lnTo>
                  <a:cubicBezTo>
                    <a:pt x="1532185" y="1403843"/>
                    <a:pt x="1541192" y="1408997"/>
                    <a:pt x="1549635" y="1414923"/>
                  </a:cubicBezTo>
                  <a:lnTo>
                    <a:pt x="1546725" y="1419072"/>
                  </a:lnTo>
                  <a:cubicBezTo>
                    <a:pt x="1538531" y="1413326"/>
                    <a:pt x="1529796" y="1408327"/>
                    <a:pt x="1520603" y="1404126"/>
                  </a:cubicBezTo>
                  <a:close/>
                  <a:moveTo>
                    <a:pt x="1582851" y="1453706"/>
                  </a:moveTo>
                  <a:lnTo>
                    <a:pt x="1586876" y="1450639"/>
                  </a:lnTo>
                  <a:cubicBezTo>
                    <a:pt x="1593156" y="1458834"/>
                    <a:pt x="1598702" y="1467595"/>
                    <a:pt x="1603422" y="1476872"/>
                  </a:cubicBezTo>
                  <a:lnTo>
                    <a:pt x="1598898" y="1479191"/>
                  </a:lnTo>
                  <a:cubicBezTo>
                    <a:pt x="1594323" y="1470172"/>
                    <a:pt x="1588941" y="1461668"/>
                    <a:pt x="1582851" y="1453706"/>
                  </a:cubicBezTo>
                  <a:close/>
                  <a:moveTo>
                    <a:pt x="1614467" y="1526735"/>
                  </a:moveTo>
                  <a:lnTo>
                    <a:pt x="1619469" y="1525910"/>
                  </a:lnTo>
                  <a:cubicBezTo>
                    <a:pt x="1620937" y="1534878"/>
                    <a:pt x="1621698" y="1544051"/>
                    <a:pt x="1621698" y="1553431"/>
                  </a:cubicBezTo>
                  <a:lnTo>
                    <a:pt x="1621698" y="1567011"/>
                  </a:lnTo>
                  <a:lnTo>
                    <a:pt x="1616631" y="1567011"/>
                  </a:lnTo>
                  <a:lnTo>
                    <a:pt x="1616631" y="1553431"/>
                  </a:lnTo>
                  <a:cubicBezTo>
                    <a:pt x="1616631" y="1544334"/>
                    <a:pt x="1615890" y="1535419"/>
                    <a:pt x="1614467" y="1526735"/>
                  </a:cubicBezTo>
                  <a:close/>
                  <a:moveTo>
                    <a:pt x="1616631" y="1618034"/>
                  </a:moveTo>
                  <a:lnTo>
                    <a:pt x="1621698" y="1618034"/>
                  </a:lnTo>
                  <a:lnTo>
                    <a:pt x="1621698" y="1648648"/>
                  </a:lnTo>
                  <a:lnTo>
                    <a:pt x="1616631" y="1648648"/>
                  </a:lnTo>
                  <a:lnTo>
                    <a:pt x="1616631" y="1618034"/>
                  </a:lnTo>
                  <a:close/>
                  <a:moveTo>
                    <a:pt x="1616631" y="1699644"/>
                  </a:moveTo>
                  <a:lnTo>
                    <a:pt x="1621698" y="1699644"/>
                  </a:lnTo>
                  <a:lnTo>
                    <a:pt x="1621698" y="1730257"/>
                  </a:lnTo>
                  <a:lnTo>
                    <a:pt x="1616631" y="1730257"/>
                  </a:lnTo>
                  <a:lnTo>
                    <a:pt x="1616631" y="1699644"/>
                  </a:lnTo>
                  <a:close/>
                  <a:moveTo>
                    <a:pt x="1616631" y="1781280"/>
                  </a:moveTo>
                  <a:lnTo>
                    <a:pt x="1621698" y="1781280"/>
                  </a:lnTo>
                  <a:lnTo>
                    <a:pt x="1621698" y="1782052"/>
                  </a:lnTo>
                  <a:cubicBezTo>
                    <a:pt x="1621698" y="1795504"/>
                    <a:pt x="1623455" y="1808569"/>
                    <a:pt x="1626752" y="1820989"/>
                  </a:cubicBezTo>
                  <a:lnTo>
                    <a:pt x="1621855" y="1822304"/>
                  </a:lnTo>
                  <a:cubicBezTo>
                    <a:pt x="1618446" y="1809445"/>
                    <a:pt x="1616631" y="1795968"/>
                    <a:pt x="1616631" y="1782052"/>
                  </a:cubicBezTo>
                  <a:lnTo>
                    <a:pt x="1616631" y="1781280"/>
                  </a:lnTo>
                  <a:close/>
                  <a:moveTo>
                    <a:pt x="1643193" y="1869306"/>
                  </a:moveTo>
                  <a:lnTo>
                    <a:pt x="1647395" y="1866471"/>
                  </a:lnTo>
                  <a:cubicBezTo>
                    <a:pt x="1653012" y="1874820"/>
                    <a:pt x="1659437" y="1882577"/>
                    <a:pt x="1666562" y="1889638"/>
                  </a:cubicBezTo>
                  <a:lnTo>
                    <a:pt x="1662990" y="1893220"/>
                  </a:lnTo>
                  <a:cubicBezTo>
                    <a:pt x="1655628" y="1885927"/>
                    <a:pt x="1648994" y="1877913"/>
                    <a:pt x="1643193" y="1869306"/>
                  </a:cubicBezTo>
                  <a:close/>
                  <a:moveTo>
                    <a:pt x="1705127" y="1923035"/>
                  </a:moveTo>
                  <a:lnTo>
                    <a:pt x="1707336" y="1918473"/>
                  </a:lnTo>
                  <a:cubicBezTo>
                    <a:pt x="1716291" y="1922802"/>
                    <a:pt x="1725737" y="1926256"/>
                    <a:pt x="1735563" y="1928781"/>
                  </a:cubicBezTo>
                  <a:lnTo>
                    <a:pt x="1734311" y="1933677"/>
                  </a:lnTo>
                  <a:cubicBezTo>
                    <a:pt x="1724151" y="1931100"/>
                    <a:pt x="1714383" y="1927518"/>
                    <a:pt x="1705127" y="1923035"/>
                  </a:cubicBezTo>
                  <a:close/>
                  <a:moveTo>
                    <a:pt x="1785698" y="1938341"/>
                  </a:moveTo>
                  <a:lnTo>
                    <a:pt x="1785403" y="1933265"/>
                  </a:lnTo>
                  <a:cubicBezTo>
                    <a:pt x="1799045" y="1932466"/>
                    <a:pt x="1812031" y="1929141"/>
                    <a:pt x="1823890" y="1923730"/>
                  </a:cubicBezTo>
                  <a:lnTo>
                    <a:pt x="1825994" y="1928342"/>
                  </a:lnTo>
                  <a:cubicBezTo>
                    <a:pt x="1813578" y="1934012"/>
                    <a:pt x="1799982" y="1937491"/>
                    <a:pt x="1785698" y="1938341"/>
                  </a:cubicBezTo>
                  <a:close/>
                  <a:moveTo>
                    <a:pt x="1866984" y="1896827"/>
                  </a:moveTo>
                  <a:lnTo>
                    <a:pt x="1863064" y="1893606"/>
                  </a:lnTo>
                  <a:cubicBezTo>
                    <a:pt x="1869351" y="1885927"/>
                    <a:pt x="1874614" y="1877397"/>
                    <a:pt x="1878646" y="1868172"/>
                  </a:cubicBezTo>
                  <a:lnTo>
                    <a:pt x="1883294" y="1870208"/>
                  </a:lnTo>
                  <a:cubicBezTo>
                    <a:pt x="1879079" y="1879846"/>
                    <a:pt x="1873566" y="1888788"/>
                    <a:pt x="1866984" y="1896827"/>
                  </a:cubicBezTo>
                  <a:close/>
                  <a:moveTo>
                    <a:pt x="1893133" y="1819572"/>
                  </a:moveTo>
                  <a:lnTo>
                    <a:pt x="1888066" y="1819366"/>
                  </a:lnTo>
                  <a:cubicBezTo>
                    <a:pt x="1888505" y="1809136"/>
                    <a:pt x="1888918" y="1798931"/>
                    <a:pt x="1889292" y="1788778"/>
                  </a:cubicBezTo>
                  <a:lnTo>
                    <a:pt x="1894359" y="1788985"/>
                  </a:lnTo>
                  <a:cubicBezTo>
                    <a:pt x="1893985" y="1799138"/>
                    <a:pt x="1893572" y="1809342"/>
                    <a:pt x="1893133" y="1819572"/>
                  </a:cubicBezTo>
                  <a:close/>
                  <a:moveTo>
                    <a:pt x="1895972" y="1737962"/>
                  </a:moveTo>
                  <a:lnTo>
                    <a:pt x="1890898" y="1737833"/>
                  </a:lnTo>
                  <a:cubicBezTo>
                    <a:pt x="1891252" y="1724176"/>
                    <a:pt x="1891540" y="1710570"/>
                    <a:pt x="1891763" y="1697041"/>
                  </a:cubicBezTo>
                  <a:lnTo>
                    <a:pt x="1896837" y="1697144"/>
                  </a:lnTo>
                  <a:cubicBezTo>
                    <a:pt x="1896614" y="1710673"/>
                    <a:pt x="1896326" y="1724279"/>
                    <a:pt x="1895972" y="1737962"/>
                  </a:cubicBezTo>
                  <a:close/>
                  <a:moveTo>
                    <a:pt x="1897355" y="1646096"/>
                  </a:moveTo>
                  <a:lnTo>
                    <a:pt x="1892288" y="1646071"/>
                  </a:lnTo>
                  <a:cubicBezTo>
                    <a:pt x="1892327" y="1635840"/>
                    <a:pt x="1892327" y="1625635"/>
                    <a:pt x="1892281" y="1615483"/>
                  </a:cubicBezTo>
                  <a:lnTo>
                    <a:pt x="1897355" y="1615457"/>
                  </a:lnTo>
                  <a:cubicBezTo>
                    <a:pt x="1897394" y="1625635"/>
                    <a:pt x="1897394" y="1635840"/>
                    <a:pt x="1897355" y="1646096"/>
                  </a:cubicBezTo>
                  <a:close/>
                  <a:moveTo>
                    <a:pt x="1896791" y="1564409"/>
                  </a:moveTo>
                  <a:lnTo>
                    <a:pt x="1891717" y="1564512"/>
                  </a:lnTo>
                  <a:cubicBezTo>
                    <a:pt x="1891534" y="1554282"/>
                    <a:pt x="1891304" y="1544077"/>
                    <a:pt x="1891029" y="1533924"/>
                  </a:cubicBezTo>
                  <a:lnTo>
                    <a:pt x="1896096" y="1533795"/>
                  </a:lnTo>
                  <a:cubicBezTo>
                    <a:pt x="1896372" y="1543948"/>
                    <a:pt x="1896601" y="1554178"/>
                    <a:pt x="1896791" y="1564409"/>
                  </a:cubicBezTo>
                  <a:close/>
                  <a:moveTo>
                    <a:pt x="1894313" y="1482773"/>
                  </a:moveTo>
                  <a:lnTo>
                    <a:pt x="1889246" y="1482979"/>
                  </a:lnTo>
                  <a:cubicBezTo>
                    <a:pt x="1888656" y="1469322"/>
                    <a:pt x="1887987" y="1455741"/>
                    <a:pt x="1887227" y="1442264"/>
                  </a:cubicBezTo>
                  <a:lnTo>
                    <a:pt x="1892288" y="1441981"/>
                  </a:lnTo>
                  <a:cubicBezTo>
                    <a:pt x="1893048" y="1455483"/>
                    <a:pt x="1893723" y="1469089"/>
                    <a:pt x="1894313" y="1482773"/>
                  </a:cubicBezTo>
                  <a:close/>
                  <a:moveTo>
                    <a:pt x="1888964" y="1391010"/>
                  </a:moveTo>
                  <a:lnTo>
                    <a:pt x="1883903" y="1391397"/>
                  </a:lnTo>
                  <a:cubicBezTo>
                    <a:pt x="1883143" y="1381192"/>
                    <a:pt x="1882330" y="1371014"/>
                    <a:pt x="1881465" y="1360912"/>
                  </a:cubicBezTo>
                  <a:lnTo>
                    <a:pt x="1886512" y="1360474"/>
                  </a:lnTo>
                  <a:cubicBezTo>
                    <a:pt x="1887384" y="1370601"/>
                    <a:pt x="1888197" y="1380779"/>
                    <a:pt x="1888964" y="1391010"/>
                  </a:cubicBezTo>
                  <a:close/>
                  <a:moveTo>
                    <a:pt x="1881642" y="1309658"/>
                  </a:moveTo>
                  <a:lnTo>
                    <a:pt x="1876601" y="1310173"/>
                  </a:lnTo>
                  <a:cubicBezTo>
                    <a:pt x="1875519" y="1300020"/>
                    <a:pt x="1874385" y="1289867"/>
                    <a:pt x="1873185" y="1279791"/>
                  </a:cubicBezTo>
                  <a:lnTo>
                    <a:pt x="1878220" y="1279199"/>
                  </a:lnTo>
                  <a:cubicBezTo>
                    <a:pt x="1879420" y="1289300"/>
                    <a:pt x="1880560" y="1299453"/>
                    <a:pt x="1881642" y="1309658"/>
                  </a:cubicBezTo>
                  <a:close/>
                  <a:moveTo>
                    <a:pt x="1871625" y="1228563"/>
                  </a:moveTo>
                  <a:lnTo>
                    <a:pt x="1866604" y="1229285"/>
                  </a:lnTo>
                  <a:cubicBezTo>
                    <a:pt x="1864690" y="1215730"/>
                    <a:pt x="1862651" y="1202304"/>
                    <a:pt x="1860501" y="1188956"/>
                  </a:cubicBezTo>
                  <a:lnTo>
                    <a:pt x="1865509" y="1188157"/>
                  </a:lnTo>
                  <a:cubicBezTo>
                    <a:pt x="1867666" y="1201532"/>
                    <a:pt x="1869705" y="1214983"/>
                    <a:pt x="1871625" y="1228563"/>
                  </a:cubicBezTo>
                  <a:close/>
                  <a:moveTo>
                    <a:pt x="1856745" y="1137830"/>
                  </a:moveTo>
                  <a:lnTo>
                    <a:pt x="1851756" y="1138784"/>
                  </a:lnTo>
                  <a:cubicBezTo>
                    <a:pt x="1849875" y="1128709"/>
                    <a:pt x="1847915" y="1118710"/>
                    <a:pt x="1845889" y="1108789"/>
                  </a:cubicBezTo>
                  <a:lnTo>
                    <a:pt x="1850852" y="1107758"/>
                  </a:lnTo>
                  <a:cubicBezTo>
                    <a:pt x="1852890" y="1117731"/>
                    <a:pt x="1854850" y="1127755"/>
                    <a:pt x="1856745" y="1137830"/>
                  </a:cubicBezTo>
                  <a:close/>
                  <a:moveTo>
                    <a:pt x="1839937" y="1057870"/>
                  </a:moveTo>
                  <a:lnTo>
                    <a:pt x="1835001" y="1059004"/>
                  </a:lnTo>
                  <a:cubicBezTo>
                    <a:pt x="1832667" y="1049057"/>
                    <a:pt x="1830261" y="1039162"/>
                    <a:pt x="1827777" y="1029318"/>
                  </a:cubicBezTo>
                  <a:lnTo>
                    <a:pt x="1832693" y="1028081"/>
                  </a:lnTo>
                  <a:cubicBezTo>
                    <a:pt x="1835184" y="1037951"/>
                    <a:pt x="1837603" y="1047871"/>
                    <a:pt x="1839937" y="1057870"/>
                  </a:cubicBezTo>
                  <a:close/>
                  <a:moveTo>
                    <a:pt x="1819406" y="978733"/>
                  </a:moveTo>
                  <a:lnTo>
                    <a:pt x="1814529" y="980125"/>
                  </a:lnTo>
                  <a:cubicBezTo>
                    <a:pt x="1810772" y="967009"/>
                    <a:pt x="1806859" y="953996"/>
                    <a:pt x="1802795" y="941111"/>
                  </a:cubicBezTo>
                  <a:lnTo>
                    <a:pt x="1807632" y="939591"/>
                  </a:lnTo>
                  <a:cubicBezTo>
                    <a:pt x="1811710" y="952527"/>
                    <a:pt x="1815630" y="965566"/>
                    <a:pt x="1819406" y="978733"/>
                  </a:cubicBezTo>
                  <a:close/>
                  <a:moveTo>
                    <a:pt x="1791415" y="891145"/>
                  </a:moveTo>
                  <a:lnTo>
                    <a:pt x="1786636" y="892820"/>
                  </a:lnTo>
                  <a:cubicBezTo>
                    <a:pt x="1783220" y="883209"/>
                    <a:pt x="1779713" y="873648"/>
                    <a:pt x="1776114" y="864139"/>
                  </a:cubicBezTo>
                  <a:lnTo>
                    <a:pt x="1780854" y="862335"/>
                  </a:lnTo>
                  <a:cubicBezTo>
                    <a:pt x="1784472" y="871870"/>
                    <a:pt x="1787986" y="881456"/>
                    <a:pt x="1791415" y="891145"/>
                  </a:cubicBezTo>
                  <a:close/>
                  <a:moveTo>
                    <a:pt x="1761824" y="814921"/>
                  </a:moveTo>
                  <a:lnTo>
                    <a:pt x="1757157" y="816879"/>
                  </a:lnTo>
                  <a:cubicBezTo>
                    <a:pt x="1753171" y="807499"/>
                    <a:pt x="1749087" y="798171"/>
                    <a:pt x="1744905" y="788920"/>
                  </a:cubicBezTo>
                  <a:lnTo>
                    <a:pt x="1749526" y="786807"/>
                  </a:lnTo>
                  <a:cubicBezTo>
                    <a:pt x="1753728" y="796110"/>
                    <a:pt x="1757825" y="805463"/>
                    <a:pt x="1761824" y="814921"/>
                  </a:cubicBezTo>
                  <a:close/>
                  <a:moveTo>
                    <a:pt x="1727514" y="740681"/>
                  </a:moveTo>
                  <a:lnTo>
                    <a:pt x="1722984" y="742974"/>
                  </a:lnTo>
                  <a:cubicBezTo>
                    <a:pt x="1716868" y="730811"/>
                    <a:pt x="1710561" y="718777"/>
                    <a:pt x="1704072" y="706897"/>
                  </a:cubicBezTo>
                  <a:lnTo>
                    <a:pt x="1708516" y="704475"/>
                  </a:lnTo>
                  <a:cubicBezTo>
                    <a:pt x="1715039" y="716407"/>
                    <a:pt x="1721371" y="728466"/>
                    <a:pt x="1727514" y="740681"/>
                  </a:cubicBezTo>
                  <a:close/>
                  <a:moveTo>
                    <a:pt x="1683016" y="660153"/>
                  </a:moveTo>
                  <a:lnTo>
                    <a:pt x="1678676" y="662781"/>
                  </a:lnTo>
                  <a:cubicBezTo>
                    <a:pt x="1673399" y="654071"/>
                    <a:pt x="1668011" y="645439"/>
                    <a:pt x="1662505" y="636884"/>
                  </a:cubicBezTo>
                  <a:lnTo>
                    <a:pt x="1666772" y="634126"/>
                  </a:lnTo>
                  <a:cubicBezTo>
                    <a:pt x="1672298" y="642733"/>
                    <a:pt x="1677713" y="651418"/>
                    <a:pt x="1683016" y="660153"/>
                  </a:cubicBezTo>
                  <a:close/>
                  <a:moveTo>
                    <a:pt x="1638132" y="591788"/>
                  </a:moveTo>
                  <a:lnTo>
                    <a:pt x="1633996" y="594726"/>
                  </a:lnTo>
                  <a:cubicBezTo>
                    <a:pt x="1628102" y="586428"/>
                    <a:pt x="1622091" y="578208"/>
                    <a:pt x="1615962" y="570091"/>
                  </a:cubicBezTo>
                  <a:lnTo>
                    <a:pt x="1620013" y="567024"/>
                  </a:lnTo>
                  <a:cubicBezTo>
                    <a:pt x="1626168" y="575193"/>
                    <a:pt x="1632206" y="583465"/>
                    <a:pt x="1638132" y="591788"/>
                  </a:cubicBezTo>
                  <a:close/>
                  <a:moveTo>
                    <a:pt x="1588285" y="526928"/>
                  </a:moveTo>
                  <a:lnTo>
                    <a:pt x="1584385" y="530175"/>
                  </a:lnTo>
                  <a:cubicBezTo>
                    <a:pt x="1575732" y="519738"/>
                    <a:pt x="1566869" y="509482"/>
                    <a:pt x="1557790" y="499355"/>
                  </a:cubicBezTo>
                  <a:lnTo>
                    <a:pt x="1561566" y="495954"/>
                  </a:lnTo>
                  <a:cubicBezTo>
                    <a:pt x="1570691" y="506132"/>
                    <a:pt x="1579593" y="516466"/>
                    <a:pt x="1588285" y="526928"/>
                  </a:cubicBezTo>
                  <a:close/>
                  <a:moveTo>
                    <a:pt x="1526552" y="458692"/>
                  </a:moveTo>
                  <a:lnTo>
                    <a:pt x="1522939" y="462248"/>
                  </a:lnTo>
                  <a:cubicBezTo>
                    <a:pt x="1515816" y="455032"/>
                    <a:pt x="1508572" y="447869"/>
                    <a:pt x="1501206" y="440808"/>
                  </a:cubicBezTo>
                  <a:lnTo>
                    <a:pt x="1504717" y="437149"/>
                  </a:lnTo>
                  <a:cubicBezTo>
                    <a:pt x="1512117" y="444261"/>
                    <a:pt x="1519396" y="451425"/>
                    <a:pt x="1526552" y="458692"/>
                  </a:cubicBezTo>
                  <a:close/>
                  <a:moveTo>
                    <a:pt x="1467026" y="402619"/>
                  </a:moveTo>
                  <a:lnTo>
                    <a:pt x="1463687" y="406433"/>
                  </a:lnTo>
                  <a:cubicBezTo>
                    <a:pt x="1456056" y="399758"/>
                    <a:pt x="1448305" y="393161"/>
                    <a:pt x="1440432" y="386642"/>
                  </a:cubicBezTo>
                  <a:lnTo>
                    <a:pt x="1443667" y="382725"/>
                  </a:lnTo>
                  <a:cubicBezTo>
                    <a:pt x="1451575" y="389270"/>
                    <a:pt x="1459361" y="395893"/>
                    <a:pt x="1467026" y="402619"/>
                  </a:cubicBezTo>
                  <a:close/>
                  <a:moveTo>
                    <a:pt x="1403578" y="351004"/>
                  </a:moveTo>
                  <a:lnTo>
                    <a:pt x="1400519" y="355050"/>
                  </a:lnTo>
                  <a:cubicBezTo>
                    <a:pt x="1389763" y="346906"/>
                    <a:pt x="1378797" y="338918"/>
                    <a:pt x="1367620" y="331059"/>
                  </a:cubicBezTo>
                  <a:lnTo>
                    <a:pt x="1370538" y="326910"/>
                  </a:lnTo>
                  <a:cubicBezTo>
                    <a:pt x="1381763" y="334795"/>
                    <a:pt x="1392775" y="342835"/>
                    <a:pt x="1403578" y="351004"/>
                  </a:cubicBezTo>
                  <a:close/>
                  <a:moveTo>
                    <a:pt x="1328128" y="298358"/>
                  </a:moveTo>
                  <a:lnTo>
                    <a:pt x="1325384" y="302635"/>
                  </a:lnTo>
                  <a:cubicBezTo>
                    <a:pt x="1316870" y="297146"/>
                    <a:pt x="1308241" y="291735"/>
                    <a:pt x="1299498" y="286401"/>
                  </a:cubicBezTo>
                  <a:lnTo>
                    <a:pt x="1302139" y="282072"/>
                  </a:lnTo>
                  <a:cubicBezTo>
                    <a:pt x="1310917" y="287432"/>
                    <a:pt x="1319580" y="292869"/>
                    <a:pt x="1328128" y="298358"/>
                  </a:cubicBezTo>
                  <a:close/>
                  <a:moveTo>
                    <a:pt x="1258003" y="256303"/>
                  </a:moveTo>
                  <a:lnTo>
                    <a:pt x="1255530" y="260735"/>
                  </a:lnTo>
                  <a:cubicBezTo>
                    <a:pt x="1246694" y="255814"/>
                    <a:pt x="1237749" y="250943"/>
                    <a:pt x="1228692" y="246150"/>
                  </a:cubicBezTo>
                  <a:lnTo>
                    <a:pt x="1231066" y="241666"/>
                  </a:lnTo>
                  <a:cubicBezTo>
                    <a:pt x="1240156" y="246485"/>
                    <a:pt x="1249134" y="251356"/>
                    <a:pt x="1258003" y="256303"/>
                  </a:cubicBezTo>
                  <a:close/>
                  <a:moveTo>
                    <a:pt x="1185489" y="218551"/>
                  </a:moveTo>
                  <a:lnTo>
                    <a:pt x="1183275" y="223112"/>
                  </a:lnTo>
                  <a:cubicBezTo>
                    <a:pt x="1171165" y="217237"/>
                    <a:pt x="1158868" y="211465"/>
                    <a:pt x="1146382" y="205822"/>
                  </a:cubicBezTo>
                  <a:lnTo>
                    <a:pt x="1148472" y="201209"/>
                  </a:lnTo>
                  <a:cubicBezTo>
                    <a:pt x="1160999" y="206878"/>
                    <a:pt x="1173337" y="212651"/>
                    <a:pt x="1185489" y="218551"/>
                  </a:cubicBezTo>
                  <a:close/>
                  <a:moveTo>
                    <a:pt x="1101586" y="180903"/>
                  </a:moveTo>
                  <a:lnTo>
                    <a:pt x="1099645" y="185593"/>
                  </a:lnTo>
                  <a:cubicBezTo>
                    <a:pt x="1090299" y="181728"/>
                    <a:pt x="1080852" y="177914"/>
                    <a:pt x="1071305" y="174152"/>
                  </a:cubicBezTo>
                  <a:lnTo>
                    <a:pt x="1073160" y="169436"/>
                  </a:lnTo>
                  <a:cubicBezTo>
                    <a:pt x="1082736" y="173198"/>
                    <a:pt x="1092211" y="177012"/>
                    <a:pt x="1101586" y="180903"/>
                  </a:cubicBezTo>
                  <a:close/>
                  <a:moveTo>
                    <a:pt x="1025342" y="151449"/>
                  </a:moveTo>
                  <a:lnTo>
                    <a:pt x="1023625" y="156216"/>
                  </a:lnTo>
                  <a:cubicBezTo>
                    <a:pt x="1014105" y="152789"/>
                    <a:pt x="1004490" y="149414"/>
                    <a:pt x="994779" y="146115"/>
                  </a:cubicBezTo>
                  <a:lnTo>
                    <a:pt x="996416" y="141297"/>
                  </a:lnTo>
                  <a:cubicBezTo>
                    <a:pt x="1006153" y="144620"/>
                    <a:pt x="1015795" y="147996"/>
                    <a:pt x="1025342" y="151449"/>
                  </a:cubicBezTo>
                  <a:close/>
                  <a:moveTo>
                    <a:pt x="947854" y="125474"/>
                  </a:moveTo>
                  <a:lnTo>
                    <a:pt x="946344" y="130293"/>
                  </a:lnTo>
                  <a:cubicBezTo>
                    <a:pt x="933492" y="126299"/>
                    <a:pt x="920482" y="122382"/>
                    <a:pt x="907312" y="118568"/>
                  </a:cubicBezTo>
                  <a:lnTo>
                    <a:pt x="908724" y="113698"/>
                  </a:lnTo>
                  <a:cubicBezTo>
                    <a:pt x="921927" y="117512"/>
                    <a:pt x="934971" y="121454"/>
                    <a:pt x="947854" y="125474"/>
                  </a:cubicBezTo>
                  <a:close/>
                  <a:moveTo>
                    <a:pt x="859510" y="100041"/>
                  </a:moveTo>
                  <a:lnTo>
                    <a:pt x="858213" y="104962"/>
                  </a:lnTo>
                  <a:cubicBezTo>
                    <a:pt x="848429" y="102360"/>
                    <a:pt x="838559" y="99809"/>
                    <a:pt x="828605" y="97335"/>
                  </a:cubicBezTo>
                  <a:lnTo>
                    <a:pt x="829835" y="92413"/>
                  </a:lnTo>
                  <a:cubicBezTo>
                    <a:pt x="839812" y="94913"/>
                    <a:pt x="849704" y="97438"/>
                    <a:pt x="859510" y="100041"/>
                  </a:cubicBezTo>
                  <a:close/>
                  <a:moveTo>
                    <a:pt x="780164" y="80559"/>
                  </a:moveTo>
                  <a:lnTo>
                    <a:pt x="779038" y="85507"/>
                  </a:lnTo>
                  <a:cubicBezTo>
                    <a:pt x="769167" y="83239"/>
                    <a:pt x="759214" y="81049"/>
                    <a:pt x="749182" y="78884"/>
                  </a:cubicBezTo>
                  <a:lnTo>
                    <a:pt x="750246" y="73937"/>
                  </a:lnTo>
                  <a:cubicBezTo>
                    <a:pt x="760299" y="76101"/>
                    <a:pt x="770272" y="78291"/>
                    <a:pt x="780164" y="80559"/>
                  </a:cubicBezTo>
                  <a:close/>
                  <a:moveTo>
                    <a:pt x="700214" y="63706"/>
                  </a:moveTo>
                  <a:lnTo>
                    <a:pt x="699246" y="68680"/>
                  </a:lnTo>
                  <a:cubicBezTo>
                    <a:pt x="686021" y="66129"/>
                    <a:pt x="672661" y="63629"/>
                    <a:pt x="659165" y="61207"/>
                  </a:cubicBezTo>
                  <a:lnTo>
                    <a:pt x="660059" y="56208"/>
                  </a:lnTo>
                  <a:cubicBezTo>
                    <a:pt x="673579" y="58630"/>
                    <a:pt x="686964" y="61130"/>
                    <a:pt x="700214" y="63706"/>
                  </a:cubicBezTo>
                  <a:close/>
                  <a:moveTo>
                    <a:pt x="609724" y="47652"/>
                  </a:moveTo>
                  <a:lnTo>
                    <a:pt x="608918" y="52677"/>
                  </a:lnTo>
                  <a:cubicBezTo>
                    <a:pt x="598917" y="51054"/>
                    <a:pt x="588844" y="49482"/>
                    <a:pt x="578699" y="47961"/>
                  </a:cubicBezTo>
                  <a:lnTo>
                    <a:pt x="579455" y="42937"/>
                  </a:lnTo>
                  <a:cubicBezTo>
                    <a:pt x="589617" y="44483"/>
                    <a:pt x="599706" y="46055"/>
                    <a:pt x="609724" y="47652"/>
                  </a:cubicBezTo>
                  <a:close/>
                  <a:moveTo>
                    <a:pt x="528915" y="35747"/>
                  </a:moveTo>
                  <a:lnTo>
                    <a:pt x="528239" y="40772"/>
                  </a:lnTo>
                  <a:cubicBezTo>
                    <a:pt x="518197" y="39432"/>
                    <a:pt x="508086" y="38118"/>
                    <a:pt x="497908" y="36829"/>
                  </a:cubicBezTo>
                  <a:lnTo>
                    <a:pt x="498537" y="31805"/>
                  </a:lnTo>
                  <a:cubicBezTo>
                    <a:pt x="508731" y="33067"/>
                    <a:pt x="518857" y="34381"/>
                    <a:pt x="528915" y="35747"/>
                  </a:cubicBezTo>
                  <a:close/>
                  <a:moveTo>
                    <a:pt x="447836" y="25852"/>
                  </a:moveTo>
                  <a:lnTo>
                    <a:pt x="447280" y="30877"/>
                  </a:lnTo>
                  <a:cubicBezTo>
                    <a:pt x="433875" y="29408"/>
                    <a:pt x="420355" y="27990"/>
                    <a:pt x="406719" y="26625"/>
                  </a:cubicBezTo>
                  <a:lnTo>
                    <a:pt x="407219" y="21600"/>
                  </a:lnTo>
                  <a:cubicBezTo>
                    <a:pt x="420873" y="22940"/>
                    <a:pt x="434412" y="24357"/>
                    <a:pt x="447836" y="25852"/>
                  </a:cubicBezTo>
                  <a:close/>
                  <a:moveTo>
                    <a:pt x="356385" y="16910"/>
                  </a:moveTo>
                  <a:lnTo>
                    <a:pt x="355952" y="21961"/>
                  </a:lnTo>
                  <a:cubicBezTo>
                    <a:pt x="345851" y="21085"/>
                    <a:pt x="335688" y="20260"/>
                    <a:pt x="325464" y="19461"/>
                  </a:cubicBezTo>
                  <a:lnTo>
                    <a:pt x="325859" y="14411"/>
                  </a:lnTo>
                  <a:cubicBezTo>
                    <a:pt x="336096" y="15209"/>
                    <a:pt x="346271" y="16034"/>
                    <a:pt x="356385" y="16910"/>
                  </a:cubicBezTo>
                  <a:close/>
                  <a:moveTo>
                    <a:pt x="274945" y="10751"/>
                  </a:moveTo>
                  <a:lnTo>
                    <a:pt x="274613" y="15802"/>
                  </a:lnTo>
                  <a:cubicBezTo>
                    <a:pt x="264494" y="15158"/>
                    <a:pt x="254317" y="14513"/>
                    <a:pt x="244081" y="13921"/>
                  </a:cubicBezTo>
                  <a:lnTo>
                    <a:pt x="244378" y="8844"/>
                  </a:lnTo>
                  <a:cubicBezTo>
                    <a:pt x="254626" y="9463"/>
                    <a:pt x="264814" y="10081"/>
                    <a:pt x="274945" y="10751"/>
                  </a:cubicBezTo>
                  <a:close/>
                  <a:moveTo>
                    <a:pt x="193408" y="6164"/>
                  </a:moveTo>
                  <a:lnTo>
                    <a:pt x="193166" y="11215"/>
                  </a:lnTo>
                  <a:cubicBezTo>
                    <a:pt x="179681" y="10571"/>
                    <a:pt x="166099" y="10004"/>
                    <a:pt x="152411" y="9463"/>
                  </a:cubicBezTo>
                  <a:lnTo>
                    <a:pt x="152608" y="4412"/>
                  </a:lnTo>
                  <a:cubicBezTo>
                    <a:pt x="166309" y="4927"/>
                    <a:pt x="179904" y="5520"/>
                    <a:pt x="193408" y="6164"/>
                  </a:cubicBezTo>
                  <a:close/>
                  <a:moveTo>
                    <a:pt x="101595" y="2686"/>
                  </a:moveTo>
                  <a:lnTo>
                    <a:pt x="101450" y="7762"/>
                  </a:lnTo>
                  <a:cubicBezTo>
                    <a:pt x="91309" y="7479"/>
                    <a:pt x="81116" y="7221"/>
                    <a:pt x="70863" y="6989"/>
                  </a:cubicBezTo>
                  <a:lnTo>
                    <a:pt x="70981" y="1912"/>
                  </a:lnTo>
                  <a:cubicBezTo>
                    <a:pt x="81234" y="2145"/>
                    <a:pt x="91440" y="2402"/>
                    <a:pt x="101595" y="2686"/>
                  </a:cubicBezTo>
                  <a:close/>
                  <a:moveTo>
                    <a:pt x="19948" y="1011"/>
                  </a:moveTo>
                  <a:lnTo>
                    <a:pt x="19883" y="6061"/>
                  </a:lnTo>
                  <a:cubicBezTo>
                    <a:pt x="14796" y="6010"/>
                    <a:pt x="9702" y="5958"/>
                    <a:pt x="4589" y="5907"/>
                  </a:cubicBezTo>
                  <a:lnTo>
                    <a:pt x="4642" y="830"/>
                  </a:lnTo>
                  <a:cubicBezTo>
                    <a:pt x="9755" y="882"/>
                    <a:pt x="14861" y="933"/>
                    <a:pt x="19948" y="1011"/>
                  </a:cubicBezTo>
                  <a:close/>
                </a:path>
              </a:pathLst>
            </a:custGeom>
            <a:solidFill>
              <a:srgbClr val="FFFFFF"/>
            </a:solidFill>
            <a:ln w="161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EEDE3B-60DA-4C4E-8A5B-63422FE90022}"/>
              </a:ext>
            </a:extLst>
          </p:cNvPr>
          <p:cNvGrpSpPr/>
          <p:nvPr/>
        </p:nvGrpSpPr>
        <p:grpSpPr>
          <a:xfrm>
            <a:off x="6927851" y="1321254"/>
            <a:ext cx="2985135" cy="1011980"/>
            <a:chOff x="1457324" y="3390900"/>
            <a:chExt cx="2985135" cy="1011980"/>
          </a:xfrm>
        </p:grpSpPr>
        <p:sp>
          <p:nvSpPr>
            <p:cNvPr id="27" name="Google Shape;398;p18">
              <a:extLst>
                <a:ext uri="{FF2B5EF4-FFF2-40B4-BE49-F238E27FC236}">
                  <a16:creationId xmlns:a16="http://schemas.microsoft.com/office/drawing/2014/main" id="{D7768893-936C-4916-AE20-5C206FDC32CE}"/>
                </a:ext>
              </a:extLst>
            </p:cNvPr>
            <p:cNvSpPr/>
            <p:nvPr/>
          </p:nvSpPr>
          <p:spPr>
            <a:xfrm>
              <a:off x="1457324" y="3390900"/>
              <a:ext cx="2985135" cy="1011980"/>
            </a:xfrm>
            <a:prstGeom prst="wedgeRoundRectCallout">
              <a:avLst>
                <a:gd name="adj1" fmla="val 57098"/>
                <a:gd name="adj2" fmla="val -14398"/>
                <a:gd name="adj3" fmla="val 16667"/>
              </a:avLst>
            </a:prstGeom>
            <a:solidFill>
              <a:schemeClr val="accent1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bg1"/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63D8258-6DC3-4174-A474-59AE6803E915}"/>
                </a:ext>
              </a:extLst>
            </p:cNvPr>
            <p:cNvGrpSpPr/>
            <p:nvPr/>
          </p:nvGrpSpPr>
          <p:grpSpPr>
            <a:xfrm>
              <a:off x="1571219" y="3516813"/>
              <a:ext cx="2674164" cy="760154"/>
              <a:chOff x="1469203" y="3516813"/>
              <a:chExt cx="2674164" cy="760154"/>
            </a:xfrm>
          </p:grpSpPr>
          <p:sp>
            <p:nvSpPr>
              <p:cNvPr id="29" name="Google Shape;399;p18">
                <a:extLst>
                  <a:ext uri="{FF2B5EF4-FFF2-40B4-BE49-F238E27FC236}">
                    <a16:creationId xmlns:a16="http://schemas.microsoft.com/office/drawing/2014/main" id="{6D26C3DE-C678-4E62-A0F2-62678BEAE8DF}"/>
                  </a:ext>
                </a:extLst>
              </p:cNvPr>
              <p:cNvSpPr/>
              <p:nvPr/>
            </p:nvSpPr>
            <p:spPr>
              <a:xfrm>
                <a:off x="398136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30" name="Google Shape;400;p18">
                <a:extLst>
                  <a:ext uri="{FF2B5EF4-FFF2-40B4-BE49-F238E27FC236}">
                    <a16:creationId xmlns:a16="http://schemas.microsoft.com/office/drawing/2014/main" id="{53C88ECC-F914-4A4B-8E0C-1A282C669B72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 xml:space="preserve">Konsep Dasar</a:t>
                </a:r>
              </a:p>
            </p:txBody>
          </p:sp>
          <p:sp>
            <p:nvSpPr>
              <p:cNvPr id="31" name="Google Shape;401;p18">
                <a:extLst>
                  <a:ext uri="{FF2B5EF4-FFF2-40B4-BE49-F238E27FC236}">
                    <a16:creationId xmlns:a16="http://schemas.microsoft.com/office/drawing/2014/main" id="{035E0E82-970A-4709-8C3F-79A930BC7078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 xml:space="preserve">Bab 1</a:t>
                </a:r>
              </a:p>
            </p:txBody>
          </p:sp>
          <p:cxnSp>
            <p:nvCxnSpPr>
              <p:cNvPr id="32" name="Google Shape;402;p18">
                <a:extLst>
                  <a:ext uri="{FF2B5EF4-FFF2-40B4-BE49-F238E27FC236}">
                    <a16:creationId xmlns:a16="http://schemas.microsoft.com/office/drawing/2014/main" id="{B5F22A1A-9E67-4E14-A08B-616B772AF3AA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5" name="Graphic 4">
            <a:extLst>
              <a:ext uri="{FF2B5EF4-FFF2-40B4-BE49-F238E27FC236}">
                <a16:creationId xmlns:a16="http://schemas.microsoft.com/office/drawing/2014/main" id="{48BE3D0A-0BA2-436D-9027-DBCE5AD08996}"/>
              </a:ext>
            </a:extLst>
          </p:cNvPr>
          <p:cNvGrpSpPr/>
          <p:nvPr/>
        </p:nvGrpSpPr>
        <p:grpSpPr>
          <a:xfrm>
            <a:off x="10321691" y="1401084"/>
            <a:ext cx="375935" cy="564800"/>
            <a:chOff x="9268674" y="75498"/>
            <a:chExt cx="614121" cy="922647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AE39B99-6A04-44D1-AEFE-572AEA7DC9F9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6DB321A-B906-45AD-B31C-96A87A97FBDC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41D5CD4-18CE-4E10-B11A-5F0D41A19583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99C9555-D19B-41BA-8690-819289514D1C}"/>
              </a:ext>
            </a:extLst>
          </p:cNvPr>
          <p:cNvGrpSpPr/>
          <p:nvPr/>
        </p:nvGrpSpPr>
        <p:grpSpPr>
          <a:xfrm>
            <a:off x="6176383" y="2959776"/>
            <a:ext cx="2985135" cy="1011980"/>
            <a:chOff x="1457324" y="3390900"/>
            <a:chExt cx="2985135" cy="1011980"/>
          </a:xfrm>
        </p:grpSpPr>
        <p:sp>
          <p:nvSpPr>
            <p:cNvPr id="62" name="Google Shape;398;p18">
              <a:extLst>
                <a:ext uri="{FF2B5EF4-FFF2-40B4-BE49-F238E27FC236}">
                  <a16:creationId xmlns:a16="http://schemas.microsoft.com/office/drawing/2014/main" id="{E02171B6-8015-48A0-8403-0098EFAA9B07}"/>
                </a:ext>
              </a:extLst>
            </p:cNvPr>
            <p:cNvSpPr/>
            <p:nvPr/>
          </p:nvSpPr>
          <p:spPr>
            <a:xfrm>
              <a:off x="1457324" y="3390900"/>
              <a:ext cx="2985135" cy="1011980"/>
            </a:xfrm>
            <a:prstGeom prst="wedgeRoundRectCallout">
              <a:avLst>
                <a:gd name="adj1" fmla="val 57098"/>
                <a:gd name="adj2" fmla="val -14398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5AF338D-ABAB-4C4B-860F-91E9EBA35546}"/>
                </a:ext>
              </a:extLst>
            </p:cNvPr>
            <p:cNvGrpSpPr/>
            <p:nvPr/>
          </p:nvGrpSpPr>
          <p:grpSpPr>
            <a:xfrm>
              <a:off x="1571219" y="3516813"/>
              <a:ext cx="2674164" cy="760154"/>
              <a:chOff x="1469203" y="3516813"/>
              <a:chExt cx="2674164" cy="760154"/>
            </a:xfrm>
          </p:grpSpPr>
          <p:sp>
            <p:nvSpPr>
              <p:cNvPr id="64" name="Google Shape;399;p18">
                <a:extLst>
                  <a:ext uri="{FF2B5EF4-FFF2-40B4-BE49-F238E27FC236}">
                    <a16:creationId xmlns:a16="http://schemas.microsoft.com/office/drawing/2014/main" id="{10CDD32F-3AB6-4B65-BC3A-A338FDF3C01B}"/>
                  </a:ext>
                </a:extLst>
              </p:cNvPr>
              <p:cNvSpPr/>
              <p:nvPr/>
            </p:nvSpPr>
            <p:spPr>
              <a:xfrm>
                <a:off x="398136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5" name="Google Shape;400;p18">
                <a:extLst>
                  <a:ext uri="{FF2B5EF4-FFF2-40B4-BE49-F238E27FC236}">
                    <a16:creationId xmlns:a16="http://schemas.microsoft.com/office/drawing/2014/main" id="{54DAD9BB-F0C6-4C61-A216-D70240386B72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 xml:space="preserve">Turunan</a:t>
                </a:r>
              </a:p>
            </p:txBody>
          </p:sp>
          <p:sp>
            <p:nvSpPr>
              <p:cNvPr id="66" name="Google Shape;401;p18">
                <a:extLst>
                  <a:ext uri="{FF2B5EF4-FFF2-40B4-BE49-F238E27FC236}">
                    <a16:creationId xmlns:a16="http://schemas.microsoft.com/office/drawing/2014/main" id="{489BCF24-8CF1-43E3-9571-9E372C07B71C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 xml:space="preserve">Bab 2</a:t>
                </a:r>
              </a:p>
            </p:txBody>
          </p:sp>
          <p:cxnSp>
            <p:nvCxnSpPr>
              <p:cNvPr id="67" name="Google Shape;402;p18">
                <a:extLst>
                  <a:ext uri="{FF2B5EF4-FFF2-40B4-BE49-F238E27FC236}">
                    <a16:creationId xmlns:a16="http://schemas.microsoft.com/office/drawing/2014/main" id="{E456414B-3841-4C18-8179-D91A8A66920A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8" name="Graphic 4">
            <a:extLst>
              <a:ext uri="{FF2B5EF4-FFF2-40B4-BE49-F238E27FC236}">
                <a16:creationId xmlns:a16="http://schemas.microsoft.com/office/drawing/2014/main" id="{64C142CA-29D7-46D3-8F2A-E7255DE81F0E}"/>
              </a:ext>
            </a:extLst>
          </p:cNvPr>
          <p:cNvGrpSpPr/>
          <p:nvPr/>
        </p:nvGrpSpPr>
        <p:grpSpPr>
          <a:xfrm>
            <a:off x="9570223" y="3039606"/>
            <a:ext cx="375935" cy="564800"/>
            <a:chOff x="9268674" y="75498"/>
            <a:chExt cx="614121" cy="922647"/>
          </a:xfrm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61DF794-8B34-479B-8939-28A02554AD02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8DABBA9-CE38-4C9B-84CA-57B3B6F268B8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96A6DBD-1DD8-4A12-AB1C-0CF3D4643493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DA03A71-23C6-4A6F-B352-F68546CF6E15}"/>
              </a:ext>
            </a:extLst>
          </p:cNvPr>
          <p:cNvGrpSpPr/>
          <p:nvPr/>
        </p:nvGrpSpPr>
        <p:grpSpPr>
          <a:xfrm>
            <a:off x="716687" y="3936147"/>
            <a:ext cx="2985135" cy="1011980"/>
            <a:chOff x="1457324" y="3390900"/>
            <a:chExt cx="2985135" cy="1011980"/>
          </a:xfrm>
        </p:grpSpPr>
        <p:sp>
          <p:nvSpPr>
            <p:cNvPr id="73" name="Google Shape;398;p18">
              <a:extLst>
                <a:ext uri="{FF2B5EF4-FFF2-40B4-BE49-F238E27FC236}">
                  <a16:creationId xmlns:a16="http://schemas.microsoft.com/office/drawing/2014/main" id="{49FA38B8-2A7B-4571-8348-1DC082F6FABB}"/>
                </a:ext>
              </a:extLst>
            </p:cNvPr>
            <p:cNvSpPr/>
            <p:nvPr/>
          </p:nvSpPr>
          <p:spPr>
            <a:xfrm>
              <a:off x="1457324" y="3390900"/>
              <a:ext cx="2985135" cy="1011980"/>
            </a:xfrm>
            <a:prstGeom prst="wedgeRoundRectCallout">
              <a:avLst>
                <a:gd name="adj1" fmla="val 53056"/>
                <a:gd name="adj2" fmla="val 28271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9D489EC-60B3-48A1-9EDF-23E4A4C9576E}"/>
                </a:ext>
              </a:extLst>
            </p:cNvPr>
            <p:cNvGrpSpPr/>
            <p:nvPr/>
          </p:nvGrpSpPr>
          <p:grpSpPr>
            <a:xfrm>
              <a:off x="1571219" y="3516813"/>
              <a:ext cx="2674164" cy="760154"/>
              <a:chOff x="1469203" y="3516813"/>
              <a:chExt cx="2674164" cy="760154"/>
            </a:xfrm>
          </p:grpSpPr>
          <p:sp>
            <p:nvSpPr>
              <p:cNvPr id="75" name="Google Shape;399;p18">
                <a:extLst>
                  <a:ext uri="{FF2B5EF4-FFF2-40B4-BE49-F238E27FC236}">
                    <a16:creationId xmlns:a16="http://schemas.microsoft.com/office/drawing/2014/main" id="{CF722DDD-49BE-4137-AF97-A04FEFD4D61B}"/>
                  </a:ext>
                </a:extLst>
              </p:cNvPr>
              <p:cNvSpPr/>
              <p:nvPr/>
            </p:nvSpPr>
            <p:spPr>
              <a:xfrm>
                <a:off x="398136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76" name="Google Shape;400;p18">
                <a:extLst>
                  <a:ext uri="{FF2B5EF4-FFF2-40B4-BE49-F238E27FC236}">
                    <a16:creationId xmlns:a16="http://schemas.microsoft.com/office/drawing/2014/main" id="{39EDC310-9D59-4F0F-AA25-55B3A7224C79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 xml:space="preserve">Integral</a:t>
                </a:r>
              </a:p>
            </p:txBody>
          </p:sp>
          <p:sp>
            <p:nvSpPr>
              <p:cNvPr id="77" name="Google Shape;401;p18">
                <a:extLst>
                  <a:ext uri="{FF2B5EF4-FFF2-40B4-BE49-F238E27FC236}">
                    <a16:creationId xmlns:a16="http://schemas.microsoft.com/office/drawing/2014/main" id="{062F2BBB-A38D-47A1-8BF3-F03AD0F70E77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 xml:space="preserve">Bab 3</a:t>
                </a:r>
              </a:p>
            </p:txBody>
          </p:sp>
          <p:cxnSp>
            <p:nvCxnSpPr>
              <p:cNvPr id="78" name="Google Shape;402;p18">
                <a:extLst>
                  <a:ext uri="{FF2B5EF4-FFF2-40B4-BE49-F238E27FC236}">
                    <a16:creationId xmlns:a16="http://schemas.microsoft.com/office/drawing/2014/main" id="{E6C2C06C-CF76-4D8E-8075-4200BFE97799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9" name="Graphic 4">
            <a:extLst>
              <a:ext uri="{FF2B5EF4-FFF2-40B4-BE49-F238E27FC236}">
                <a16:creationId xmlns:a16="http://schemas.microsoft.com/office/drawing/2014/main" id="{5B191803-DE97-484B-956A-8DE623D808FA}"/>
              </a:ext>
            </a:extLst>
          </p:cNvPr>
          <p:cNvGrpSpPr/>
          <p:nvPr/>
        </p:nvGrpSpPr>
        <p:grpSpPr>
          <a:xfrm>
            <a:off x="3950618" y="4220179"/>
            <a:ext cx="375935" cy="564800"/>
            <a:chOff x="9268674" y="75498"/>
            <a:chExt cx="614121" cy="922647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878F243-65A7-45C5-9ADE-AB413B113ADB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A35C93B-AEFC-4C09-A359-6640B71F71E1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8737E8-4247-4FDC-B19E-F81552B5C381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2648FEF-37EF-453D-A751-6F4CD93884BF}"/>
              </a:ext>
            </a:extLst>
          </p:cNvPr>
          <p:cNvGrpSpPr/>
          <p:nvPr/>
        </p:nvGrpSpPr>
        <p:grpSpPr>
          <a:xfrm>
            <a:off x="8497854" y="5059201"/>
            <a:ext cx="2985135" cy="1011980"/>
            <a:chOff x="1457324" y="3390900"/>
            <a:chExt cx="2985135" cy="1011980"/>
          </a:xfrm>
        </p:grpSpPr>
        <p:sp>
          <p:nvSpPr>
            <p:cNvPr id="84" name="Google Shape;398;p18">
              <a:extLst>
                <a:ext uri="{FF2B5EF4-FFF2-40B4-BE49-F238E27FC236}">
                  <a16:creationId xmlns:a16="http://schemas.microsoft.com/office/drawing/2014/main" id="{917EF8FD-DC64-41DB-B0D2-B75353FA7B97}"/>
                </a:ext>
              </a:extLst>
            </p:cNvPr>
            <p:cNvSpPr/>
            <p:nvPr/>
          </p:nvSpPr>
          <p:spPr>
            <a:xfrm>
              <a:off x="1457324" y="3390900"/>
              <a:ext cx="2985135" cy="1011980"/>
            </a:xfrm>
            <a:prstGeom prst="wedgeRoundRectCallout">
              <a:avLst>
                <a:gd name="adj1" fmla="val -56814"/>
                <a:gd name="adj2" fmla="val -36046"/>
                <a:gd name="adj3" fmla="val 16667"/>
              </a:avLst>
            </a:prstGeom>
            <a:solidFill>
              <a:schemeClr val="accent1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bg1"/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016C92A-3213-4954-8C13-8AA2EA61E348}"/>
                </a:ext>
              </a:extLst>
            </p:cNvPr>
            <p:cNvGrpSpPr/>
            <p:nvPr/>
          </p:nvGrpSpPr>
          <p:grpSpPr>
            <a:xfrm>
              <a:off x="1571219" y="3516813"/>
              <a:ext cx="2674164" cy="760154"/>
              <a:chOff x="1469203" y="3516813"/>
              <a:chExt cx="2674164" cy="760154"/>
            </a:xfrm>
          </p:grpSpPr>
          <p:sp>
            <p:nvSpPr>
              <p:cNvPr id="86" name="Google Shape;399;p18">
                <a:extLst>
                  <a:ext uri="{FF2B5EF4-FFF2-40B4-BE49-F238E27FC236}">
                    <a16:creationId xmlns:a16="http://schemas.microsoft.com/office/drawing/2014/main" id="{098CC2DE-74E8-4AEA-82ED-5D2C5C44AB3B}"/>
                  </a:ext>
                </a:extLst>
              </p:cNvPr>
              <p:cNvSpPr/>
              <p:nvPr/>
            </p:nvSpPr>
            <p:spPr>
              <a:xfrm>
                <a:off x="398136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87" name="Google Shape;400;p18">
                <a:extLst>
                  <a:ext uri="{FF2B5EF4-FFF2-40B4-BE49-F238E27FC236}">
                    <a16:creationId xmlns:a16="http://schemas.microsoft.com/office/drawing/2014/main" id="{6F65D31A-9E13-4DF3-A551-9C6DC05C577F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 xml:space="preserve">Aplikasi &amp; Teorema</a:t>
                </a:r>
              </a:p>
            </p:txBody>
          </p:sp>
          <p:sp>
            <p:nvSpPr>
              <p:cNvPr id="88" name="Google Shape;401;p18">
                <a:extLst>
                  <a:ext uri="{FF2B5EF4-FFF2-40B4-BE49-F238E27FC236}">
                    <a16:creationId xmlns:a16="http://schemas.microsoft.com/office/drawing/2014/main" id="{DB7A9814-155F-4DC8-9230-3627711D28D7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 xml:space="preserve">Bab 4</a:t>
                </a:r>
              </a:p>
            </p:txBody>
          </p:sp>
          <p:cxnSp>
            <p:nvCxnSpPr>
              <p:cNvPr id="89" name="Google Shape;402;p18">
                <a:extLst>
                  <a:ext uri="{FF2B5EF4-FFF2-40B4-BE49-F238E27FC236}">
                    <a16:creationId xmlns:a16="http://schemas.microsoft.com/office/drawing/2014/main" id="{EF260881-C304-428B-8F28-5660F932B9F4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90" name="Graphic 4">
            <a:extLst>
              <a:ext uri="{FF2B5EF4-FFF2-40B4-BE49-F238E27FC236}">
                <a16:creationId xmlns:a16="http://schemas.microsoft.com/office/drawing/2014/main" id="{DA1A0B96-C4E0-49CE-95F7-C1EC213624D0}"/>
              </a:ext>
            </a:extLst>
          </p:cNvPr>
          <p:cNvGrpSpPr/>
          <p:nvPr/>
        </p:nvGrpSpPr>
        <p:grpSpPr>
          <a:xfrm>
            <a:off x="8152135" y="4567881"/>
            <a:ext cx="375935" cy="564800"/>
            <a:chOff x="9268674" y="75498"/>
            <a:chExt cx="614121" cy="922647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0551F8A-6D3B-4E24-B2BF-D442E09EBDC5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01E85061-50CE-4F65-9C62-27FFBE55E9B5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C495C-22E0-409A-B6C5-BB386B397A7D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681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5734007-55E7-4B7C-8CD4-FC390BFDF0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7C57D41-7724-44C2-9F02-C9FE14746E93}"/>
              </a:ext>
            </a:extLst>
          </p:cNvPr>
          <p:cNvSpPr/>
          <p:nvPr/>
        </p:nvSpPr>
        <p:spPr>
          <a:xfrm>
            <a:off x="2" y="0"/>
            <a:ext cx="5316091" cy="6858000"/>
          </a:xfrm>
          <a:custGeom>
            <a:avLst/>
            <a:gdLst>
              <a:gd name="connsiteX0" fmla="*/ 0 w 5316091"/>
              <a:gd name="connsiteY0" fmla="*/ 0 h 6858000"/>
              <a:gd name="connsiteX1" fmla="*/ 4780220 w 5316091"/>
              <a:gd name="connsiteY1" fmla="*/ 0 h 6858000"/>
              <a:gd name="connsiteX2" fmla="*/ 4780220 w 5316091"/>
              <a:gd name="connsiteY2" fmla="*/ 1787155 h 6858000"/>
              <a:gd name="connsiteX3" fmla="*/ 4723463 w 5316091"/>
              <a:gd name="connsiteY3" fmla="*/ 1924201 h 6858000"/>
              <a:gd name="connsiteX4" fmla="*/ 4442057 w 5316091"/>
              <a:gd name="connsiteY4" fmla="*/ 2603580 h 6858000"/>
              <a:gd name="connsiteX5" fmla="*/ 4723463 w 5316091"/>
              <a:gd name="connsiteY5" fmla="*/ 3282960 h 6858000"/>
              <a:gd name="connsiteX6" fmla="*/ 5217776 w 5316091"/>
              <a:gd name="connsiteY6" fmla="*/ 3777246 h 6858000"/>
              <a:gd name="connsiteX7" fmla="*/ 5217776 w 5316091"/>
              <a:gd name="connsiteY7" fmla="*/ 4251968 h 6858000"/>
              <a:gd name="connsiteX8" fmla="*/ 4980394 w 5316091"/>
              <a:gd name="connsiteY8" fmla="*/ 4350330 h 6858000"/>
              <a:gd name="connsiteX9" fmla="*/ 4743009 w 5316091"/>
              <a:gd name="connsiteY9" fmla="*/ 4251968 h 6858000"/>
              <a:gd name="connsiteX10" fmla="*/ 4035075 w 5316091"/>
              <a:gd name="connsiteY10" fmla="*/ 3544019 h 6858000"/>
              <a:gd name="connsiteX11" fmla="*/ 3508171 w 5316091"/>
              <a:gd name="connsiteY11" fmla="*/ 3325765 h 6858000"/>
              <a:gd name="connsiteX12" fmla="*/ 2981221 w 5316091"/>
              <a:gd name="connsiteY12" fmla="*/ 3544019 h 6858000"/>
              <a:gd name="connsiteX13" fmla="*/ 2981221 w 5316091"/>
              <a:gd name="connsiteY13" fmla="*/ 4597844 h 6858000"/>
              <a:gd name="connsiteX14" fmla="*/ 4266539 w 5316091"/>
              <a:gd name="connsiteY14" fmla="*/ 5883120 h 6858000"/>
              <a:gd name="connsiteX15" fmla="*/ 4554718 w 5316091"/>
              <a:gd name="connsiteY15" fmla="*/ 6578862 h 6858000"/>
              <a:gd name="connsiteX16" fmla="*/ 4554718 w 5316091"/>
              <a:gd name="connsiteY16" fmla="*/ 6858000 h 6858000"/>
              <a:gd name="connsiteX17" fmla="*/ 0 w 5316091"/>
              <a:gd name="connsiteY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316091" h="6858000">
                <a:moveTo>
                  <a:pt x="0" y="0"/>
                </a:moveTo>
                <a:lnTo>
                  <a:pt x="4780220" y="0"/>
                </a:lnTo>
                <a:lnTo>
                  <a:pt x="4780220" y="1787155"/>
                </a:lnTo>
                <a:cubicBezTo>
                  <a:pt x="4780220" y="1838555"/>
                  <a:pt x="4759822" y="1887850"/>
                  <a:pt x="4723463" y="1924201"/>
                </a:cubicBezTo>
                <a:cubicBezTo>
                  <a:pt x="4543285" y="2104383"/>
                  <a:pt x="4442057" y="2348764"/>
                  <a:pt x="4442057" y="2603580"/>
                </a:cubicBezTo>
                <a:cubicBezTo>
                  <a:pt x="4442057" y="2858398"/>
                  <a:pt x="4543285" y="3102778"/>
                  <a:pt x="4723463" y="3282960"/>
                </a:cubicBezTo>
                <a:lnTo>
                  <a:pt x="5217776" y="3777246"/>
                </a:lnTo>
                <a:cubicBezTo>
                  <a:pt x="5348863" y="3908335"/>
                  <a:pt x="5348863" y="4120881"/>
                  <a:pt x="5217776" y="4251968"/>
                </a:cubicBezTo>
                <a:cubicBezTo>
                  <a:pt x="5154788" y="4314913"/>
                  <a:pt x="5069429" y="4350330"/>
                  <a:pt x="4980394" y="4350330"/>
                </a:cubicBezTo>
                <a:cubicBezTo>
                  <a:pt x="4891358" y="4350330"/>
                  <a:pt x="4805999" y="4314956"/>
                  <a:pt x="4743009" y="4251968"/>
                </a:cubicBezTo>
                <a:lnTo>
                  <a:pt x="4035075" y="3544019"/>
                </a:lnTo>
                <a:cubicBezTo>
                  <a:pt x="3895335" y="3404274"/>
                  <a:pt x="3705788" y="3325765"/>
                  <a:pt x="3508171" y="3325765"/>
                </a:cubicBezTo>
                <a:cubicBezTo>
                  <a:pt x="3310509" y="3325765"/>
                  <a:pt x="3121004" y="3404279"/>
                  <a:pt x="2981221" y="3544019"/>
                </a:cubicBezTo>
                <a:cubicBezTo>
                  <a:pt x="2690263" y="3835034"/>
                  <a:pt x="2690263" y="4306842"/>
                  <a:pt x="2981221" y="4597844"/>
                </a:cubicBezTo>
                <a:lnTo>
                  <a:pt x="4266539" y="5883120"/>
                </a:lnTo>
                <a:cubicBezTo>
                  <a:pt x="4451022" y="6067648"/>
                  <a:pt x="4554718" y="6317899"/>
                  <a:pt x="4554718" y="6578862"/>
                </a:cubicBezTo>
                <a:lnTo>
                  <a:pt x="455471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561797-1B5B-407D-8C1A-E35636469CE6}"/>
              </a:ext>
            </a:extLst>
          </p:cNvPr>
          <p:cNvSpPr txBox="1"/>
          <p:nvPr/>
        </p:nvSpPr>
        <p:spPr>
          <a:xfrm>
            <a:off x="586910" y="985294"/>
            <a:ext cx="3518365" cy="1426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chemeClr val="bg1"/>
                </a:solidFill>
                <a:latin typeface="+mj-lt"/>
              </a:rPr>
              <a:t>Roadmaps Infographic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0999BC-EFAA-4336-BFB8-B343C5A3685B}"/>
              </a:ext>
            </a:extLst>
          </p:cNvPr>
          <p:cNvSpPr txBox="1"/>
          <p:nvPr/>
        </p:nvSpPr>
        <p:spPr>
          <a:xfrm>
            <a:off x="2213006" y="328206"/>
            <a:ext cx="17291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A Well-designed Roadmap</a:t>
            </a:r>
            <a:endParaRPr lang="en-ID" sz="10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0F2826-DA2D-4AD4-BF5F-9CA43B5C2235}"/>
              </a:ext>
            </a:extLst>
          </p:cNvPr>
          <p:cNvSpPr txBox="1"/>
          <p:nvPr/>
        </p:nvSpPr>
        <p:spPr>
          <a:xfrm>
            <a:off x="592536" y="320511"/>
            <a:ext cx="17728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chemeClr val="bg1"/>
                </a:solidFill>
                <a:latin typeface="+mj-lt"/>
                <a:cs typeface="Elms Sans SemiBold" pitchFamily="2" charset="0"/>
              </a:rPr>
              <a:t>Roadmaps Infographic</a:t>
            </a:r>
            <a:endParaRPr lang="en-ID" sz="1100" b="0" dirty="0">
              <a:solidFill>
                <a:schemeClr val="bg1"/>
              </a:solidFill>
              <a:latin typeface="+mj-lt"/>
              <a:cs typeface="Elms Sans SemiBold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B7C929-1E8A-49C2-8577-CF6E00ECCAF8}"/>
              </a:ext>
            </a:extLst>
          </p:cNvPr>
          <p:cNvCxnSpPr>
            <a:cxnSpLocks/>
          </p:cNvCxnSpPr>
          <p:nvPr/>
        </p:nvCxnSpPr>
        <p:spPr>
          <a:xfrm>
            <a:off x="2215389" y="354280"/>
            <a:ext cx="0" cy="1940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18962BA-0DA7-411A-960B-05C35304E7A2}"/>
              </a:ext>
            </a:extLst>
          </p:cNvPr>
          <p:cNvSpPr txBox="1"/>
          <p:nvPr/>
        </p:nvSpPr>
        <p:spPr>
          <a:xfrm>
            <a:off x="605150" y="5548009"/>
            <a:ext cx="2597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Turn Ideas Into Action By Mapping Every Important Stage Of Your Journey</a:t>
            </a:r>
            <a:endParaRPr lang="en-ID" sz="16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6" name="Graphic 45">
            <a:extLst>
              <a:ext uri="{FF2B5EF4-FFF2-40B4-BE49-F238E27FC236}">
                <a16:creationId xmlns:a16="http://schemas.microsoft.com/office/drawing/2014/main" id="{660944C1-B7FD-41E9-BDFE-9E196455E85D}"/>
              </a:ext>
            </a:extLst>
          </p:cNvPr>
          <p:cNvGrpSpPr/>
          <p:nvPr/>
        </p:nvGrpSpPr>
        <p:grpSpPr>
          <a:xfrm>
            <a:off x="3140411" y="2793991"/>
            <a:ext cx="404883" cy="536723"/>
            <a:chOff x="1869848" y="-91796"/>
            <a:chExt cx="1515808" cy="200939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E42D482-515E-461A-9ABA-56682461E2AB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DE91DA9-7F59-41CF-9921-FF30C8107259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82AB35-0E22-498C-B822-20BDC67AE55A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85F2BF9-52A4-4D99-877C-131D85D8C8B7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1B89711-C56A-41E8-88ED-AA908D7535AD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23" name="Graphic 69">
            <a:extLst>
              <a:ext uri="{FF2B5EF4-FFF2-40B4-BE49-F238E27FC236}">
                <a16:creationId xmlns:a16="http://schemas.microsoft.com/office/drawing/2014/main" id="{81BC86F0-A4B6-452E-98D2-3A69481BBA36}"/>
              </a:ext>
            </a:extLst>
          </p:cNvPr>
          <p:cNvGrpSpPr/>
          <p:nvPr/>
        </p:nvGrpSpPr>
        <p:grpSpPr>
          <a:xfrm>
            <a:off x="3614713" y="2793991"/>
            <a:ext cx="415966" cy="602757"/>
            <a:chOff x="5320703" y="3652300"/>
            <a:chExt cx="1355534" cy="196423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D133B37-4708-47B0-86D6-FA9B53D261A4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9AAFBC4-8A90-4D97-834F-36E3242BCA0D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203A1A4-CE7D-4158-BA12-CFA38AC2E295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243157-58B4-4552-9E56-9317BA8CC644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C32CBAF-568F-4B65-BADF-32859CBC0147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A506D22-5E84-42A4-889B-BEA9DBBEB6BD}"/>
              </a:ext>
            </a:extLst>
          </p:cNvPr>
          <p:cNvGrpSpPr/>
          <p:nvPr/>
        </p:nvGrpSpPr>
        <p:grpSpPr>
          <a:xfrm flipH="1">
            <a:off x="2748777" y="-880334"/>
            <a:ext cx="2890656" cy="8353154"/>
            <a:chOff x="6834369" y="-855154"/>
            <a:chExt cx="2890656" cy="8353154"/>
          </a:xfrm>
        </p:grpSpPr>
        <p:sp>
          <p:nvSpPr>
            <p:cNvPr id="8" name="Freeform: Shape 81">
              <a:extLst>
                <a:ext uri="{FF2B5EF4-FFF2-40B4-BE49-F238E27FC236}">
                  <a16:creationId xmlns:a16="http://schemas.microsoft.com/office/drawing/2014/main" id="{C5B058CD-D3D8-4857-AC77-141C39C1A06A}"/>
                </a:ext>
              </a:extLst>
            </p:cNvPr>
            <p:cNvSpPr/>
            <p:nvPr/>
          </p:nvSpPr>
          <p:spPr>
            <a:xfrm rot="5400000">
              <a:off x="4103120" y="1876095"/>
              <a:ext cx="8353154" cy="2890656"/>
            </a:xfrm>
            <a:custGeom>
              <a:avLst/>
              <a:gdLst>
                <a:gd name="connsiteX0" fmla="*/ 14 w 3289915"/>
                <a:gd name="connsiteY0" fmla="*/ 927402 h 1138495"/>
                <a:gd name="connsiteX1" fmla="*/ 14 w 3289915"/>
                <a:gd name="connsiteY1" fmla="*/ 794427 h 1138495"/>
                <a:gd name="connsiteX2" fmla="*/ 1044969 w 3289915"/>
                <a:gd name="connsiteY2" fmla="*/ 794427 h 1138495"/>
                <a:gd name="connsiteX3" fmla="*/ 1098945 w 3289915"/>
                <a:gd name="connsiteY3" fmla="*/ 772073 h 1138495"/>
                <a:gd name="connsiteX4" fmla="*/ 1366520 w 3289915"/>
                <a:gd name="connsiteY4" fmla="*/ 661240 h 1138495"/>
                <a:gd name="connsiteX5" fmla="*/ 1634096 w 3289915"/>
                <a:gd name="connsiteY5" fmla="*/ 772073 h 1138495"/>
                <a:gd name="connsiteX6" fmla="*/ 1828772 w 3289915"/>
                <a:gd name="connsiteY6" fmla="*/ 966760 h 1138495"/>
                <a:gd name="connsiteX7" fmla="*/ 2015743 w 3289915"/>
                <a:gd name="connsiteY7" fmla="*/ 966760 h 1138495"/>
                <a:gd name="connsiteX8" fmla="*/ 2054483 w 3289915"/>
                <a:gd name="connsiteY8" fmla="*/ 873266 h 1138495"/>
                <a:gd name="connsiteX9" fmla="*/ 2015743 w 3289915"/>
                <a:gd name="connsiteY9" fmla="*/ 779771 h 1138495"/>
                <a:gd name="connsiteX10" fmla="*/ 1736915 w 3289915"/>
                <a:gd name="connsiteY10" fmla="*/ 500949 h 1138495"/>
                <a:gd name="connsiteX11" fmla="*/ 1650955 w 3289915"/>
                <a:gd name="connsiteY11" fmla="*/ 293426 h 1138495"/>
                <a:gd name="connsiteX12" fmla="*/ 1736915 w 3289915"/>
                <a:gd name="connsiteY12" fmla="*/ 85885 h 1138495"/>
                <a:gd name="connsiteX13" fmla="*/ 2151967 w 3289915"/>
                <a:gd name="connsiteY13" fmla="*/ 85885 h 1138495"/>
                <a:gd name="connsiteX14" fmla="*/ 2658177 w 3289915"/>
                <a:gd name="connsiteY14" fmla="*/ 592112 h 1138495"/>
                <a:gd name="connsiteX15" fmla="*/ 2932197 w 3289915"/>
                <a:gd name="connsiteY15" fmla="*/ 705612 h 1138495"/>
                <a:gd name="connsiteX16" fmla="*/ 3289929 w 3289915"/>
                <a:gd name="connsiteY16" fmla="*/ 705612 h 1138495"/>
                <a:gd name="connsiteX17" fmla="*/ 3289929 w 3289915"/>
                <a:gd name="connsiteY17" fmla="*/ 838570 h 1138495"/>
                <a:gd name="connsiteX18" fmla="*/ 2932197 w 3289915"/>
                <a:gd name="connsiteY18" fmla="*/ 838570 h 1138495"/>
                <a:gd name="connsiteX19" fmla="*/ 2564153 w 3289915"/>
                <a:gd name="connsiteY19" fmla="*/ 686119 h 1138495"/>
                <a:gd name="connsiteX20" fmla="*/ 2057943 w 3289915"/>
                <a:gd name="connsiteY20" fmla="*/ 179909 h 1138495"/>
                <a:gd name="connsiteX21" fmla="*/ 1830927 w 3289915"/>
                <a:gd name="connsiteY21" fmla="*/ 179909 h 1138495"/>
                <a:gd name="connsiteX22" fmla="*/ 1783924 w 3289915"/>
                <a:gd name="connsiteY22" fmla="*/ 293426 h 1138495"/>
                <a:gd name="connsiteX23" fmla="*/ 1830927 w 3289915"/>
                <a:gd name="connsiteY23" fmla="*/ 406925 h 1138495"/>
                <a:gd name="connsiteX24" fmla="*/ 2109767 w 3289915"/>
                <a:gd name="connsiteY24" fmla="*/ 685766 h 1138495"/>
                <a:gd name="connsiteX25" fmla="*/ 2187440 w 3289915"/>
                <a:gd name="connsiteY25" fmla="*/ 873266 h 1138495"/>
                <a:gd name="connsiteX26" fmla="*/ 2109767 w 3289915"/>
                <a:gd name="connsiteY26" fmla="*/ 1060766 h 1138495"/>
                <a:gd name="connsiteX27" fmla="*/ 1734756 w 3289915"/>
                <a:gd name="connsiteY27" fmla="*/ 1060766 h 1138495"/>
                <a:gd name="connsiteX28" fmla="*/ 1540080 w 3289915"/>
                <a:gd name="connsiteY28" fmla="*/ 866097 h 1138495"/>
                <a:gd name="connsiteX29" fmla="*/ 1366520 w 3289915"/>
                <a:gd name="connsiteY29" fmla="*/ 794198 h 1138495"/>
                <a:gd name="connsiteX30" fmla="*/ 1192961 w 3289915"/>
                <a:gd name="connsiteY30" fmla="*/ 866097 h 1138495"/>
                <a:gd name="connsiteX31" fmla="*/ 1044967 w 3289915"/>
                <a:gd name="connsiteY31" fmla="*/ 927402 h 1138495"/>
                <a:gd name="connsiteX32" fmla="*/ 14 w 3289915"/>
                <a:gd name="connsiteY32" fmla="*/ 927402 h 1138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289915" h="1138495">
                  <a:moveTo>
                    <a:pt x="14" y="927402"/>
                  </a:moveTo>
                  <a:lnTo>
                    <a:pt x="14" y="794427"/>
                  </a:lnTo>
                  <a:lnTo>
                    <a:pt x="1044969" y="794427"/>
                  </a:lnTo>
                  <a:cubicBezTo>
                    <a:pt x="1065213" y="794427"/>
                    <a:pt x="1084628" y="786393"/>
                    <a:pt x="1098945" y="772073"/>
                  </a:cubicBezTo>
                  <a:cubicBezTo>
                    <a:pt x="1169910" y="701109"/>
                    <a:pt x="1266160" y="661240"/>
                    <a:pt x="1366520" y="661240"/>
                  </a:cubicBezTo>
                  <a:cubicBezTo>
                    <a:pt x="1466881" y="661240"/>
                    <a:pt x="1563131" y="701109"/>
                    <a:pt x="1634096" y="772073"/>
                  </a:cubicBezTo>
                  <a:lnTo>
                    <a:pt x="1828772" y="966760"/>
                  </a:lnTo>
                  <a:cubicBezTo>
                    <a:pt x="1880402" y="1018389"/>
                    <a:pt x="1964114" y="1018389"/>
                    <a:pt x="2015743" y="966760"/>
                  </a:cubicBezTo>
                  <a:cubicBezTo>
                    <a:pt x="2040534" y="941952"/>
                    <a:pt x="2054483" y="908333"/>
                    <a:pt x="2054483" y="873266"/>
                  </a:cubicBezTo>
                  <a:cubicBezTo>
                    <a:pt x="2054483" y="838199"/>
                    <a:pt x="2040551" y="804580"/>
                    <a:pt x="2015743" y="779771"/>
                  </a:cubicBezTo>
                  <a:lnTo>
                    <a:pt x="1736915" y="500949"/>
                  </a:lnTo>
                  <a:cubicBezTo>
                    <a:pt x="1681876" y="445912"/>
                    <a:pt x="1650955" y="371258"/>
                    <a:pt x="1650955" y="293426"/>
                  </a:cubicBezTo>
                  <a:cubicBezTo>
                    <a:pt x="1650955" y="215576"/>
                    <a:pt x="1681878" y="140939"/>
                    <a:pt x="1736915" y="85885"/>
                  </a:cubicBezTo>
                  <a:cubicBezTo>
                    <a:pt x="1851532" y="-28710"/>
                    <a:pt x="2037355" y="-28710"/>
                    <a:pt x="2151967" y="85885"/>
                  </a:cubicBezTo>
                  <a:lnTo>
                    <a:pt x="2658177" y="592112"/>
                  </a:lnTo>
                  <a:cubicBezTo>
                    <a:pt x="2730854" y="664771"/>
                    <a:pt x="2829416" y="705612"/>
                    <a:pt x="2932197" y="705612"/>
                  </a:cubicBezTo>
                  <a:lnTo>
                    <a:pt x="3289929" y="705612"/>
                  </a:lnTo>
                  <a:lnTo>
                    <a:pt x="3289929" y="838570"/>
                  </a:lnTo>
                  <a:lnTo>
                    <a:pt x="2932197" y="838570"/>
                  </a:lnTo>
                  <a:cubicBezTo>
                    <a:pt x="2794154" y="838570"/>
                    <a:pt x="2661762" y="783727"/>
                    <a:pt x="2564153" y="686119"/>
                  </a:cubicBezTo>
                  <a:lnTo>
                    <a:pt x="2057943" y="179909"/>
                  </a:lnTo>
                  <a:cubicBezTo>
                    <a:pt x="1995261" y="117226"/>
                    <a:pt x="1893627" y="117226"/>
                    <a:pt x="1830927" y="179909"/>
                  </a:cubicBezTo>
                  <a:cubicBezTo>
                    <a:pt x="1800821" y="210014"/>
                    <a:pt x="1783924" y="250855"/>
                    <a:pt x="1783924" y="293426"/>
                  </a:cubicBezTo>
                  <a:cubicBezTo>
                    <a:pt x="1783924" y="335997"/>
                    <a:pt x="1800821" y="376820"/>
                    <a:pt x="1830927" y="406925"/>
                  </a:cubicBezTo>
                  <a:lnTo>
                    <a:pt x="2109767" y="685766"/>
                  </a:lnTo>
                  <a:cubicBezTo>
                    <a:pt x="2159489" y="735488"/>
                    <a:pt x="2187440" y="802938"/>
                    <a:pt x="2187440" y="873266"/>
                  </a:cubicBezTo>
                  <a:cubicBezTo>
                    <a:pt x="2187440" y="943594"/>
                    <a:pt x="2159489" y="1011044"/>
                    <a:pt x="2109767" y="1060766"/>
                  </a:cubicBezTo>
                  <a:cubicBezTo>
                    <a:pt x="2006208" y="1164325"/>
                    <a:pt x="1838307" y="1164325"/>
                    <a:pt x="1734756" y="1060766"/>
                  </a:cubicBezTo>
                  <a:lnTo>
                    <a:pt x="1540080" y="866097"/>
                  </a:lnTo>
                  <a:cubicBezTo>
                    <a:pt x="1494048" y="820065"/>
                    <a:pt x="1431618" y="794198"/>
                    <a:pt x="1366520" y="794198"/>
                  </a:cubicBezTo>
                  <a:cubicBezTo>
                    <a:pt x="1301423" y="794198"/>
                    <a:pt x="1238992" y="820065"/>
                    <a:pt x="1192961" y="866097"/>
                  </a:cubicBezTo>
                  <a:cubicBezTo>
                    <a:pt x="1153712" y="905349"/>
                    <a:pt x="1100475" y="927402"/>
                    <a:pt x="1044967" y="927402"/>
                  </a:cubicBezTo>
                  <a:lnTo>
                    <a:pt x="14" y="927402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76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9" name="Freeform: Shape 84">
              <a:extLst>
                <a:ext uri="{FF2B5EF4-FFF2-40B4-BE49-F238E27FC236}">
                  <a16:creationId xmlns:a16="http://schemas.microsoft.com/office/drawing/2014/main" id="{D0E50190-D9E3-44C5-BB74-CFB02F39D47B}"/>
                </a:ext>
              </a:extLst>
            </p:cNvPr>
            <p:cNvSpPr/>
            <p:nvPr/>
          </p:nvSpPr>
          <p:spPr>
            <a:xfrm rot="5400000">
              <a:off x="4104588" y="2039907"/>
              <a:ext cx="8353154" cy="2563032"/>
            </a:xfrm>
            <a:custGeom>
              <a:avLst/>
              <a:gdLst>
                <a:gd name="connsiteX0" fmla="*/ 14 w 3289915"/>
                <a:gd name="connsiteY0" fmla="*/ 799509 h 1009459"/>
                <a:gd name="connsiteX1" fmla="*/ 14 w 3289915"/>
                <a:gd name="connsiteY1" fmla="*/ 794441 h 1009459"/>
                <a:gd name="connsiteX2" fmla="*/ 15266 w 3289915"/>
                <a:gd name="connsiteY2" fmla="*/ 794441 h 1009459"/>
                <a:gd name="connsiteX3" fmla="*/ 15266 w 3289915"/>
                <a:gd name="connsiteY3" fmla="*/ 799509 h 1009459"/>
                <a:gd name="connsiteX4" fmla="*/ 14 w 3289915"/>
                <a:gd name="connsiteY4" fmla="*/ 799509 h 1009459"/>
                <a:gd name="connsiteX5" fmla="*/ 66111 w 3289915"/>
                <a:gd name="connsiteY5" fmla="*/ 799509 h 1009459"/>
                <a:gd name="connsiteX6" fmla="*/ 66111 w 3289915"/>
                <a:gd name="connsiteY6" fmla="*/ 794441 h 1009459"/>
                <a:gd name="connsiteX7" fmla="*/ 106786 w 3289915"/>
                <a:gd name="connsiteY7" fmla="*/ 794441 h 1009459"/>
                <a:gd name="connsiteX8" fmla="*/ 106786 w 3289915"/>
                <a:gd name="connsiteY8" fmla="*/ 799509 h 1009459"/>
                <a:gd name="connsiteX9" fmla="*/ 66111 w 3289915"/>
                <a:gd name="connsiteY9" fmla="*/ 799509 h 1009459"/>
                <a:gd name="connsiteX10" fmla="*/ 157629 w 3289915"/>
                <a:gd name="connsiteY10" fmla="*/ 799509 h 1009459"/>
                <a:gd name="connsiteX11" fmla="*/ 157629 w 3289915"/>
                <a:gd name="connsiteY11" fmla="*/ 794441 h 1009459"/>
                <a:gd name="connsiteX12" fmla="*/ 188135 w 3289915"/>
                <a:gd name="connsiteY12" fmla="*/ 794441 h 1009459"/>
                <a:gd name="connsiteX13" fmla="*/ 188135 w 3289915"/>
                <a:gd name="connsiteY13" fmla="*/ 799509 h 1009459"/>
                <a:gd name="connsiteX14" fmla="*/ 157629 w 3289915"/>
                <a:gd name="connsiteY14" fmla="*/ 799509 h 1009459"/>
                <a:gd name="connsiteX15" fmla="*/ 238981 w 3289915"/>
                <a:gd name="connsiteY15" fmla="*/ 799509 h 1009459"/>
                <a:gd name="connsiteX16" fmla="*/ 238981 w 3289915"/>
                <a:gd name="connsiteY16" fmla="*/ 794441 h 1009459"/>
                <a:gd name="connsiteX17" fmla="*/ 269489 w 3289915"/>
                <a:gd name="connsiteY17" fmla="*/ 794441 h 1009459"/>
                <a:gd name="connsiteX18" fmla="*/ 269489 w 3289915"/>
                <a:gd name="connsiteY18" fmla="*/ 799509 h 1009459"/>
                <a:gd name="connsiteX19" fmla="*/ 238981 w 3289915"/>
                <a:gd name="connsiteY19" fmla="*/ 799509 h 1009459"/>
                <a:gd name="connsiteX20" fmla="*/ 320332 w 3289915"/>
                <a:gd name="connsiteY20" fmla="*/ 799509 h 1009459"/>
                <a:gd name="connsiteX21" fmla="*/ 320332 w 3289915"/>
                <a:gd name="connsiteY21" fmla="*/ 794441 h 1009459"/>
                <a:gd name="connsiteX22" fmla="*/ 361007 w 3289915"/>
                <a:gd name="connsiteY22" fmla="*/ 794441 h 1009459"/>
                <a:gd name="connsiteX23" fmla="*/ 361007 w 3289915"/>
                <a:gd name="connsiteY23" fmla="*/ 799509 h 1009459"/>
                <a:gd name="connsiteX24" fmla="*/ 320332 w 3289915"/>
                <a:gd name="connsiteY24" fmla="*/ 799509 h 1009459"/>
                <a:gd name="connsiteX25" fmla="*/ 411849 w 3289915"/>
                <a:gd name="connsiteY25" fmla="*/ 799509 h 1009459"/>
                <a:gd name="connsiteX26" fmla="*/ 411849 w 3289915"/>
                <a:gd name="connsiteY26" fmla="*/ 794441 h 1009459"/>
                <a:gd name="connsiteX27" fmla="*/ 442356 w 3289915"/>
                <a:gd name="connsiteY27" fmla="*/ 794441 h 1009459"/>
                <a:gd name="connsiteX28" fmla="*/ 442356 w 3289915"/>
                <a:gd name="connsiteY28" fmla="*/ 799509 h 1009459"/>
                <a:gd name="connsiteX29" fmla="*/ 411849 w 3289915"/>
                <a:gd name="connsiteY29" fmla="*/ 799509 h 1009459"/>
                <a:gd name="connsiteX30" fmla="*/ 493200 w 3289915"/>
                <a:gd name="connsiteY30" fmla="*/ 799509 h 1009459"/>
                <a:gd name="connsiteX31" fmla="*/ 493200 w 3289915"/>
                <a:gd name="connsiteY31" fmla="*/ 794441 h 1009459"/>
                <a:gd name="connsiteX32" fmla="*/ 523708 w 3289915"/>
                <a:gd name="connsiteY32" fmla="*/ 794441 h 1009459"/>
                <a:gd name="connsiteX33" fmla="*/ 523708 w 3289915"/>
                <a:gd name="connsiteY33" fmla="*/ 799509 h 1009459"/>
                <a:gd name="connsiteX34" fmla="*/ 493200 w 3289915"/>
                <a:gd name="connsiteY34" fmla="*/ 799509 h 1009459"/>
                <a:gd name="connsiteX35" fmla="*/ 574551 w 3289915"/>
                <a:gd name="connsiteY35" fmla="*/ 799509 h 1009459"/>
                <a:gd name="connsiteX36" fmla="*/ 574551 w 3289915"/>
                <a:gd name="connsiteY36" fmla="*/ 794441 h 1009459"/>
                <a:gd name="connsiteX37" fmla="*/ 615228 w 3289915"/>
                <a:gd name="connsiteY37" fmla="*/ 794441 h 1009459"/>
                <a:gd name="connsiteX38" fmla="*/ 615228 w 3289915"/>
                <a:gd name="connsiteY38" fmla="*/ 799509 h 1009459"/>
                <a:gd name="connsiteX39" fmla="*/ 574551 w 3289915"/>
                <a:gd name="connsiteY39" fmla="*/ 799509 h 1009459"/>
                <a:gd name="connsiteX40" fmla="*/ 666071 w 3289915"/>
                <a:gd name="connsiteY40" fmla="*/ 799509 h 1009459"/>
                <a:gd name="connsiteX41" fmla="*/ 666071 w 3289915"/>
                <a:gd name="connsiteY41" fmla="*/ 794441 h 1009459"/>
                <a:gd name="connsiteX42" fmla="*/ 696577 w 3289915"/>
                <a:gd name="connsiteY42" fmla="*/ 794441 h 1009459"/>
                <a:gd name="connsiteX43" fmla="*/ 696577 w 3289915"/>
                <a:gd name="connsiteY43" fmla="*/ 799509 h 1009459"/>
                <a:gd name="connsiteX44" fmla="*/ 666071 w 3289915"/>
                <a:gd name="connsiteY44" fmla="*/ 799509 h 1009459"/>
                <a:gd name="connsiteX45" fmla="*/ 747419 w 3289915"/>
                <a:gd name="connsiteY45" fmla="*/ 799509 h 1009459"/>
                <a:gd name="connsiteX46" fmla="*/ 747419 w 3289915"/>
                <a:gd name="connsiteY46" fmla="*/ 794441 h 1009459"/>
                <a:gd name="connsiteX47" fmla="*/ 777927 w 3289915"/>
                <a:gd name="connsiteY47" fmla="*/ 794441 h 1009459"/>
                <a:gd name="connsiteX48" fmla="*/ 777927 w 3289915"/>
                <a:gd name="connsiteY48" fmla="*/ 799509 h 1009459"/>
                <a:gd name="connsiteX49" fmla="*/ 747419 w 3289915"/>
                <a:gd name="connsiteY49" fmla="*/ 799509 h 1009459"/>
                <a:gd name="connsiteX50" fmla="*/ 828772 w 3289915"/>
                <a:gd name="connsiteY50" fmla="*/ 799509 h 1009459"/>
                <a:gd name="connsiteX51" fmla="*/ 828772 w 3289915"/>
                <a:gd name="connsiteY51" fmla="*/ 794441 h 1009459"/>
                <a:gd name="connsiteX52" fmla="*/ 869447 w 3289915"/>
                <a:gd name="connsiteY52" fmla="*/ 794441 h 1009459"/>
                <a:gd name="connsiteX53" fmla="*/ 869447 w 3289915"/>
                <a:gd name="connsiteY53" fmla="*/ 799509 h 1009459"/>
                <a:gd name="connsiteX54" fmla="*/ 828772 w 3289915"/>
                <a:gd name="connsiteY54" fmla="*/ 799509 h 1009459"/>
                <a:gd name="connsiteX55" fmla="*/ 920289 w 3289915"/>
                <a:gd name="connsiteY55" fmla="*/ 799509 h 1009459"/>
                <a:gd name="connsiteX56" fmla="*/ 920289 w 3289915"/>
                <a:gd name="connsiteY56" fmla="*/ 794441 h 1009459"/>
                <a:gd name="connsiteX57" fmla="*/ 950795 w 3289915"/>
                <a:gd name="connsiteY57" fmla="*/ 794441 h 1009459"/>
                <a:gd name="connsiteX58" fmla="*/ 950795 w 3289915"/>
                <a:gd name="connsiteY58" fmla="*/ 799509 h 1009459"/>
                <a:gd name="connsiteX59" fmla="*/ 920289 w 3289915"/>
                <a:gd name="connsiteY59" fmla="*/ 799509 h 1009459"/>
                <a:gd name="connsiteX60" fmla="*/ 1001640 w 3289915"/>
                <a:gd name="connsiteY60" fmla="*/ 799509 h 1009459"/>
                <a:gd name="connsiteX61" fmla="*/ 1001640 w 3289915"/>
                <a:gd name="connsiteY61" fmla="*/ 794441 h 1009459"/>
                <a:gd name="connsiteX62" fmla="*/ 1032146 w 3289915"/>
                <a:gd name="connsiteY62" fmla="*/ 794441 h 1009459"/>
                <a:gd name="connsiteX63" fmla="*/ 1032146 w 3289915"/>
                <a:gd name="connsiteY63" fmla="*/ 799509 h 1009459"/>
                <a:gd name="connsiteX64" fmla="*/ 1001640 w 3289915"/>
                <a:gd name="connsiteY64" fmla="*/ 799509 h 1009459"/>
                <a:gd name="connsiteX65" fmla="*/ 1083210 w 3289915"/>
                <a:gd name="connsiteY65" fmla="*/ 794389 h 1009459"/>
                <a:gd name="connsiteX66" fmla="*/ 1081876 w 3289915"/>
                <a:gd name="connsiteY66" fmla="*/ 789498 h 1009459"/>
                <a:gd name="connsiteX67" fmla="*/ 1118417 w 3289915"/>
                <a:gd name="connsiteY67" fmla="*/ 773677 h 1009459"/>
                <a:gd name="connsiteX68" fmla="*/ 1121071 w 3289915"/>
                <a:gd name="connsiteY68" fmla="*/ 778003 h 1009459"/>
                <a:gd name="connsiteX69" fmla="*/ 1083210 w 3289915"/>
                <a:gd name="connsiteY69" fmla="*/ 794389 h 1009459"/>
                <a:gd name="connsiteX70" fmla="*/ 1160266 w 3289915"/>
                <a:gd name="connsiteY70" fmla="*/ 745090 h 1009459"/>
                <a:gd name="connsiteX71" fmla="*/ 1156885 w 3289915"/>
                <a:gd name="connsiteY71" fmla="*/ 741311 h 1009459"/>
                <a:gd name="connsiteX72" fmla="*/ 1180773 w 3289915"/>
                <a:gd name="connsiteY72" fmla="*/ 721977 h 1009459"/>
                <a:gd name="connsiteX73" fmla="*/ 1183767 w 3289915"/>
                <a:gd name="connsiteY73" fmla="*/ 726056 h 1009459"/>
                <a:gd name="connsiteX74" fmla="*/ 1160266 w 3289915"/>
                <a:gd name="connsiteY74" fmla="*/ 745090 h 1009459"/>
                <a:gd name="connsiteX75" fmla="*/ 1226704 w 3289915"/>
                <a:gd name="connsiteY75" fmla="*/ 699711 h 1009459"/>
                <a:gd name="connsiteX76" fmla="*/ 1224412 w 3289915"/>
                <a:gd name="connsiteY76" fmla="*/ 695191 h 1009459"/>
                <a:gd name="connsiteX77" fmla="*/ 1252483 w 3289915"/>
                <a:gd name="connsiteY77" fmla="*/ 682655 h 1009459"/>
                <a:gd name="connsiteX78" fmla="*/ 1254321 w 3289915"/>
                <a:gd name="connsiteY78" fmla="*/ 687387 h 1009459"/>
                <a:gd name="connsiteX79" fmla="*/ 1226704 w 3289915"/>
                <a:gd name="connsiteY79" fmla="*/ 699711 h 1009459"/>
                <a:gd name="connsiteX80" fmla="*/ 1302599 w 3289915"/>
                <a:gd name="connsiteY80" fmla="*/ 672996 h 1009459"/>
                <a:gd name="connsiteX81" fmla="*/ 1301550 w 3289915"/>
                <a:gd name="connsiteY81" fmla="*/ 668035 h 1009459"/>
                <a:gd name="connsiteX82" fmla="*/ 1342111 w 3289915"/>
                <a:gd name="connsiteY82" fmla="*/ 662190 h 1009459"/>
                <a:gd name="connsiteX83" fmla="*/ 1342504 w 3289915"/>
                <a:gd name="connsiteY83" fmla="*/ 667258 h 1009459"/>
                <a:gd name="connsiteX84" fmla="*/ 1302599 w 3289915"/>
                <a:gd name="connsiteY84" fmla="*/ 672996 h 1009459"/>
                <a:gd name="connsiteX85" fmla="*/ 1392878 w 3289915"/>
                <a:gd name="connsiteY85" fmla="*/ 667452 h 1009459"/>
                <a:gd name="connsiteX86" fmla="*/ 1393311 w 3289915"/>
                <a:gd name="connsiteY86" fmla="*/ 662384 h 1009459"/>
                <a:gd name="connsiteX87" fmla="*/ 1423776 w 3289915"/>
                <a:gd name="connsiteY87" fmla="*/ 666498 h 1009459"/>
                <a:gd name="connsiteX88" fmla="*/ 1422853 w 3289915"/>
                <a:gd name="connsiteY88" fmla="*/ 671495 h 1009459"/>
                <a:gd name="connsiteX89" fmla="*/ 1392878 w 3289915"/>
                <a:gd name="connsiteY89" fmla="*/ 667452 h 1009459"/>
                <a:gd name="connsiteX90" fmla="*/ 1471475 w 3289915"/>
                <a:gd name="connsiteY90" fmla="*/ 684668 h 1009459"/>
                <a:gd name="connsiteX91" fmla="*/ 1473195 w 3289915"/>
                <a:gd name="connsiteY91" fmla="*/ 679900 h 1009459"/>
                <a:gd name="connsiteX92" fmla="*/ 1501570 w 3289915"/>
                <a:gd name="connsiteY92" fmla="*/ 691730 h 1009459"/>
                <a:gd name="connsiteX93" fmla="*/ 1499392 w 3289915"/>
                <a:gd name="connsiteY93" fmla="*/ 696304 h 1009459"/>
                <a:gd name="connsiteX94" fmla="*/ 1471475 w 3289915"/>
                <a:gd name="connsiteY94" fmla="*/ 684668 h 1009459"/>
                <a:gd name="connsiteX95" fmla="*/ 1542974 w 3289915"/>
                <a:gd name="connsiteY95" fmla="*/ 721571 h 1009459"/>
                <a:gd name="connsiteX96" fmla="*/ 1545866 w 3289915"/>
                <a:gd name="connsiteY96" fmla="*/ 717404 h 1009459"/>
                <a:gd name="connsiteX97" fmla="*/ 1577929 w 3289915"/>
                <a:gd name="connsiteY97" fmla="*/ 742918 h 1009459"/>
                <a:gd name="connsiteX98" fmla="*/ 1574521 w 3289915"/>
                <a:gd name="connsiteY98" fmla="*/ 746679 h 1009459"/>
                <a:gd name="connsiteX99" fmla="*/ 1542974 w 3289915"/>
                <a:gd name="connsiteY99" fmla="*/ 721571 h 1009459"/>
                <a:gd name="connsiteX100" fmla="*/ 1610635 w 3289915"/>
                <a:gd name="connsiteY100" fmla="*/ 782276 h 1009459"/>
                <a:gd name="connsiteX101" fmla="*/ 1614222 w 3289915"/>
                <a:gd name="connsiteY101" fmla="*/ 778691 h 1009459"/>
                <a:gd name="connsiteX102" fmla="*/ 1635793 w 3289915"/>
                <a:gd name="connsiteY102" fmla="*/ 800268 h 1009459"/>
                <a:gd name="connsiteX103" fmla="*/ 1632207 w 3289915"/>
                <a:gd name="connsiteY103" fmla="*/ 803853 h 1009459"/>
                <a:gd name="connsiteX104" fmla="*/ 1610635 w 3289915"/>
                <a:gd name="connsiteY104" fmla="*/ 782276 h 1009459"/>
                <a:gd name="connsiteX105" fmla="*/ 1668159 w 3289915"/>
                <a:gd name="connsiteY105" fmla="*/ 839803 h 1009459"/>
                <a:gd name="connsiteX106" fmla="*/ 1671745 w 3289915"/>
                <a:gd name="connsiteY106" fmla="*/ 836218 h 1009459"/>
                <a:gd name="connsiteX107" fmla="*/ 1693316 w 3289915"/>
                <a:gd name="connsiteY107" fmla="*/ 857795 h 1009459"/>
                <a:gd name="connsiteX108" fmla="*/ 1689730 w 3289915"/>
                <a:gd name="connsiteY108" fmla="*/ 861379 h 1009459"/>
                <a:gd name="connsiteX109" fmla="*/ 1668159 w 3289915"/>
                <a:gd name="connsiteY109" fmla="*/ 839803 h 1009459"/>
                <a:gd name="connsiteX110" fmla="*/ 1725682 w 3289915"/>
                <a:gd name="connsiteY110" fmla="*/ 897329 h 1009459"/>
                <a:gd name="connsiteX111" fmla="*/ 1729268 w 3289915"/>
                <a:gd name="connsiteY111" fmla="*/ 893745 h 1009459"/>
                <a:gd name="connsiteX112" fmla="*/ 1758030 w 3289915"/>
                <a:gd name="connsiteY112" fmla="*/ 922508 h 1009459"/>
                <a:gd name="connsiteX113" fmla="*/ 1754445 w 3289915"/>
                <a:gd name="connsiteY113" fmla="*/ 926092 h 1009459"/>
                <a:gd name="connsiteX114" fmla="*/ 1725682 w 3289915"/>
                <a:gd name="connsiteY114" fmla="*/ 897329 h 1009459"/>
                <a:gd name="connsiteX115" fmla="*/ 1790898 w 3289915"/>
                <a:gd name="connsiteY115" fmla="*/ 961777 h 1009459"/>
                <a:gd name="connsiteX116" fmla="*/ 1794218 w 3289915"/>
                <a:gd name="connsiteY116" fmla="*/ 957946 h 1009459"/>
                <a:gd name="connsiteX117" fmla="*/ 1818425 w 3289915"/>
                <a:gd name="connsiteY117" fmla="*/ 975797 h 1009459"/>
                <a:gd name="connsiteX118" fmla="*/ 1815741 w 3289915"/>
                <a:gd name="connsiteY118" fmla="*/ 980105 h 1009459"/>
                <a:gd name="connsiteX119" fmla="*/ 1790898 w 3289915"/>
                <a:gd name="connsiteY119" fmla="*/ 961777 h 1009459"/>
                <a:gd name="connsiteX120" fmla="*/ 1862427 w 3289915"/>
                <a:gd name="connsiteY120" fmla="*/ 1001488 h 1009459"/>
                <a:gd name="connsiteX121" fmla="*/ 1863928 w 3289915"/>
                <a:gd name="connsiteY121" fmla="*/ 996650 h 1009459"/>
                <a:gd name="connsiteX122" fmla="*/ 1893274 w 3289915"/>
                <a:gd name="connsiteY122" fmla="*/ 1003342 h 1009459"/>
                <a:gd name="connsiteX123" fmla="*/ 1892515 w 3289915"/>
                <a:gd name="connsiteY123" fmla="*/ 1008357 h 1009459"/>
                <a:gd name="connsiteX124" fmla="*/ 1862427 w 3289915"/>
                <a:gd name="connsiteY124" fmla="*/ 1001488 h 1009459"/>
                <a:gd name="connsiteX125" fmla="*/ 1943861 w 3289915"/>
                <a:gd name="connsiteY125" fmla="*/ 1009398 h 1009459"/>
                <a:gd name="connsiteX126" fmla="*/ 1943314 w 3289915"/>
                <a:gd name="connsiteY126" fmla="*/ 1004349 h 1009459"/>
                <a:gd name="connsiteX127" fmla="*/ 1982530 w 3289915"/>
                <a:gd name="connsiteY127" fmla="*/ 996032 h 1009459"/>
                <a:gd name="connsiteX128" fmla="*/ 1984084 w 3289915"/>
                <a:gd name="connsiteY128" fmla="*/ 1000870 h 1009459"/>
                <a:gd name="connsiteX129" fmla="*/ 1943861 w 3289915"/>
                <a:gd name="connsiteY129" fmla="*/ 1009398 h 1009459"/>
                <a:gd name="connsiteX130" fmla="*/ 2030540 w 3289915"/>
                <a:gd name="connsiteY130" fmla="*/ 978975 h 1009459"/>
                <a:gd name="connsiteX131" fmla="*/ 2027820 w 3289915"/>
                <a:gd name="connsiteY131" fmla="*/ 974702 h 1009459"/>
                <a:gd name="connsiteX132" fmla="*/ 2051834 w 3289915"/>
                <a:gd name="connsiteY132" fmla="*/ 956604 h 1009459"/>
                <a:gd name="connsiteX133" fmla="*/ 2055189 w 3289915"/>
                <a:gd name="connsiteY133" fmla="*/ 960400 h 1009459"/>
                <a:gd name="connsiteX134" fmla="*/ 2030540 w 3289915"/>
                <a:gd name="connsiteY134" fmla="*/ 978975 h 1009459"/>
                <a:gd name="connsiteX135" fmla="*/ 2089090 w 3289915"/>
                <a:gd name="connsiteY135" fmla="*/ 921837 h 1009459"/>
                <a:gd name="connsiteX136" fmla="*/ 2084888 w 3289915"/>
                <a:gd name="connsiteY136" fmla="*/ 918994 h 1009459"/>
                <a:gd name="connsiteX137" fmla="*/ 2099755 w 3289915"/>
                <a:gd name="connsiteY137" fmla="*/ 892844 h 1009459"/>
                <a:gd name="connsiteX138" fmla="*/ 2104346 w 3289915"/>
                <a:gd name="connsiteY138" fmla="*/ 894999 h 1009459"/>
                <a:gd name="connsiteX139" fmla="*/ 2089090 w 3289915"/>
                <a:gd name="connsiteY139" fmla="*/ 921837 h 1009459"/>
                <a:gd name="connsiteX140" fmla="*/ 2120096 w 3289915"/>
                <a:gd name="connsiteY140" fmla="*/ 846124 h 1009459"/>
                <a:gd name="connsiteX141" fmla="*/ 2115117 w 3289915"/>
                <a:gd name="connsiteY141" fmla="*/ 845188 h 1009459"/>
                <a:gd name="connsiteX142" fmla="*/ 2118419 w 3289915"/>
                <a:gd name="connsiteY142" fmla="*/ 809327 h 1009459"/>
                <a:gd name="connsiteX143" fmla="*/ 2118383 w 3289915"/>
                <a:gd name="connsiteY143" fmla="*/ 805248 h 1009459"/>
                <a:gd name="connsiteX144" fmla="*/ 2123451 w 3289915"/>
                <a:gd name="connsiteY144" fmla="*/ 805142 h 1009459"/>
                <a:gd name="connsiteX145" fmla="*/ 2123486 w 3289915"/>
                <a:gd name="connsiteY145" fmla="*/ 809327 h 1009459"/>
                <a:gd name="connsiteX146" fmla="*/ 2120096 w 3289915"/>
                <a:gd name="connsiteY146" fmla="*/ 846124 h 1009459"/>
                <a:gd name="connsiteX147" fmla="*/ 2115841 w 3289915"/>
                <a:gd name="connsiteY147" fmla="*/ 754342 h 1009459"/>
                <a:gd name="connsiteX148" fmla="*/ 2110950 w 3289915"/>
                <a:gd name="connsiteY148" fmla="*/ 755737 h 1009459"/>
                <a:gd name="connsiteX149" fmla="*/ 2100532 w 3289915"/>
                <a:gd name="connsiteY149" fmla="*/ 727504 h 1009459"/>
                <a:gd name="connsiteX150" fmla="*/ 2105158 w 3289915"/>
                <a:gd name="connsiteY150" fmla="*/ 725402 h 1009459"/>
                <a:gd name="connsiteX151" fmla="*/ 2115841 w 3289915"/>
                <a:gd name="connsiteY151" fmla="*/ 754342 h 1009459"/>
                <a:gd name="connsiteX152" fmla="*/ 2077949 w 3289915"/>
                <a:gd name="connsiteY152" fmla="*/ 681842 h 1009459"/>
                <a:gd name="connsiteX153" fmla="*/ 2074029 w 3289915"/>
                <a:gd name="connsiteY153" fmla="*/ 685056 h 1009459"/>
                <a:gd name="connsiteX154" fmla="*/ 2060963 w 3289915"/>
                <a:gd name="connsiteY154" fmla="*/ 670630 h 1009459"/>
                <a:gd name="connsiteX155" fmla="*/ 2053335 w 3289915"/>
                <a:gd name="connsiteY155" fmla="*/ 663002 h 1009459"/>
                <a:gd name="connsiteX156" fmla="*/ 2056919 w 3289915"/>
                <a:gd name="connsiteY156" fmla="*/ 659400 h 1009459"/>
                <a:gd name="connsiteX157" fmla="*/ 2064547 w 3289915"/>
                <a:gd name="connsiteY157" fmla="*/ 667028 h 1009459"/>
                <a:gd name="connsiteX158" fmla="*/ 2077949 w 3289915"/>
                <a:gd name="connsiteY158" fmla="*/ 681842 h 1009459"/>
                <a:gd name="connsiteX159" fmla="*/ 2020970 w 3289915"/>
                <a:gd name="connsiteY159" fmla="*/ 623451 h 1009459"/>
                <a:gd name="connsiteX160" fmla="*/ 2017385 w 3289915"/>
                <a:gd name="connsiteY160" fmla="*/ 627035 h 1009459"/>
                <a:gd name="connsiteX161" fmla="*/ 1988622 w 3289915"/>
                <a:gd name="connsiteY161" fmla="*/ 598289 h 1009459"/>
                <a:gd name="connsiteX162" fmla="*/ 1992206 w 3289915"/>
                <a:gd name="connsiteY162" fmla="*/ 594705 h 1009459"/>
                <a:gd name="connsiteX163" fmla="*/ 2020970 w 3289915"/>
                <a:gd name="connsiteY163" fmla="*/ 623451 h 1009459"/>
                <a:gd name="connsiteX164" fmla="*/ 1956256 w 3289915"/>
                <a:gd name="connsiteY164" fmla="*/ 558738 h 1009459"/>
                <a:gd name="connsiteX165" fmla="*/ 1952672 w 3289915"/>
                <a:gd name="connsiteY165" fmla="*/ 562322 h 1009459"/>
                <a:gd name="connsiteX166" fmla="*/ 1931095 w 3289915"/>
                <a:gd name="connsiteY166" fmla="*/ 540763 h 1009459"/>
                <a:gd name="connsiteX167" fmla="*/ 1934679 w 3289915"/>
                <a:gd name="connsiteY167" fmla="*/ 537178 h 1009459"/>
                <a:gd name="connsiteX168" fmla="*/ 1956256 w 3289915"/>
                <a:gd name="connsiteY168" fmla="*/ 558738 h 1009459"/>
                <a:gd name="connsiteX169" fmla="*/ 1898730 w 3289915"/>
                <a:gd name="connsiteY169" fmla="*/ 501228 h 1009459"/>
                <a:gd name="connsiteX170" fmla="*/ 1895145 w 3289915"/>
                <a:gd name="connsiteY170" fmla="*/ 504813 h 1009459"/>
                <a:gd name="connsiteX171" fmla="*/ 1873586 w 3289915"/>
                <a:gd name="connsiteY171" fmla="*/ 483236 h 1009459"/>
                <a:gd name="connsiteX172" fmla="*/ 1877170 w 3289915"/>
                <a:gd name="connsiteY172" fmla="*/ 479651 h 1009459"/>
                <a:gd name="connsiteX173" fmla="*/ 1898730 w 3289915"/>
                <a:gd name="connsiteY173" fmla="*/ 501228 h 1009459"/>
                <a:gd name="connsiteX174" fmla="*/ 1841221 w 3289915"/>
                <a:gd name="connsiteY174" fmla="*/ 443702 h 1009459"/>
                <a:gd name="connsiteX175" fmla="*/ 1837619 w 3289915"/>
                <a:gd name="connsiteY175" fmla="*/ 447286 h 1009459"/>
                <a:gd name="connsiteX176" fmla="*/ 1808855 w 3289915"/>
                <a:gd name="connsiteY176" fmla="*/ 418523 h 1009459"/>
                <a:gd name="connsiteX177" fmla="*/ 1812457 w 3289915"/>
                <a:gd name="connsiteY177" fmla="*/ 414938 h 1009459"/>
                <a:gd name="connsiteX178" fmla="*/ 1841221 w 3289915"/>
                <a:gd name="connsiteY178" fmla="*/ 443702 h 1009459"/>
                <a:gd name="connsiteX179" fmla="*/ 1776861 w 3289915"/>
                <a:gd name="connsiteY179" fmla="*/ 378830 h 1009459"/>
                <a:gd name="connsiteX180" fmla="*/ 1773082 w 3289915"/>
                <a:gd name="connsiteY180" fmla="*/ 382202 h 1009459"/>
                <a:gd name="connsiteX181" fmla="*/ 1754164 w 3289915"/>
                <a:gd name="connsiteY181" fmla="*/ 357871 h 1009459"/>
                <a:gd name="connsiteX182" fmla="*/ 1758367 w 3289915"/>
                <a:gd name="connsiteY182" fmla="*/ 355028 h 1009459"/>
                <a:gd name="connsiteX183" fmla="*/ 1776861 w 3289915"/>
                <a:gd name="connsiteY183" fmla="*/ 378830 h 1009459"/>
                <a:gd name="connsiteX184" fmla="*/ 1735130 w 3289915"/>
                <a:gd name="connsiteY184" fmla="*/ 310568 h 1009459"/>
                <a:gd name="connsiteX185" fmla="*/ 1730401 w 3289915"/>
                <a:gd name="connsiteY185" fmla="*/ 312404 h 1009459"/>
                <a:gd name="connsiteX186" fmla="*/ 1721220 w 3289915"/>
                <a:gd name="connsiteY186" fmla="*/ 282970 h 1009459"/>
                <a:gd name="connsiteX187" fmla="*/ 1726151 w 3289915"/>
                <a:gd name="connsiteY187" fmla="*/ 281787 h 1009459"/>
                <a:gd name="connsiteX188" fmla="*/ 1735130 w 3289915"/>
                <a:gd name="connsiteY188" fmla="*/ 310568 h 1009459"/>
                <a:gd name="connsiteX189" fmla="*/ 1719986 w 3289915"/>
                <a:gd name="connsiteY189" fmla="*/ 231994 h 1009459"/>
                <a:gd name="connsiteX190" fmla="*/ 1714916 w 3289915"/>
                <a:gd name="connsiteY190" fmla="*/ 232064 h 1009459"/>
                <a:gd name="connsiteX191" fmla="*/ 1714900 w 3289915"/>
                <a:gd name="connsiteY191" fmla="*/ 229486 h 1009459"/>
                <a:gd name="connsiteX192" fmla="*/ 1718130 w 3289915"/>
                <a:gd name="connsiteY192" fmla="*/ 191100 h 1009459"/>
                <a:gd name="connsiteX193" fmla="*/ 1723129 w 3289915"/>
                <a:gd name="connsiteY193" fmla="*/ 191948 h 1009459"/>
                <a:gd name="connsiteX194" fmla="*/ 1719971 w 3289915"/>
                <a:gd name="connsiteY194" fmla="*/ 229486 h 1009459"/>
                <a:gd name="connsiteX195" fmla="*/ 1719986 w 3289915"/>
                <a:gd name="connsiteY195" fmla="*/ 231994 h 1009459"/>
                <a:gd name="connsiteX196" fmla="*/ 1736993 w 3289915"/>
                <a:gd name="connsiteY196" fmla="*/ 143744 h 1009459"/>
                <a:gd name="connsiteX197" fmla="*/ 1732307 w 3289915"/>
                <a:gd name="connsiteY197" fmla="*/ 141801 h 1009459"/>
                <a:gd name="connsiteX198" fmla="*/ 1745966 w 3289915"/>
                <a:gd name="connsiteY198" fmla="*/ 114168 h 1009459"/>
                <a:gd name="connsiteX199" fmla="*/ 1750350 w 3289915"/>
                <a:gd name="connsiteY199" fmla="*/ 116711 h 1009459"/>
                <a:gd name="connsiteX200" fmla="*/ 1736993 w 3289915"/>
                <a:gd name="connsiteY200" fmla="*/ 143744 h 1009459"/>
                <a:gd name="connsiteX201" fmla="*/ 1780251 w 3289915"/>
                <a:gd name="connsiteY201" fmla="*/ 76417 h 1009459"/>
                <a:gd name="connsiteX202" fmla="*/ 1776525 w 3289915"/>
                <a:gd name="connsiteY202" fmla="*/ 72974 h 1009459"/>
                <a:gd name="connsiteX203" fmla="*/ 1782140 w 3289915"/>
                <a:gd name="connsiteY203" fmla="*/ 67165 h 1009459"/>
                <a:gd name="connsiteX204" fmla="*/ 1799003 w 3289915"/>
                <a:gd name="connsiteY204" fmla="*/ 51874 h 1009459"/>
                <a:gd name="connsiteX205" fmla="*/ 1802216 w 3289915"/>
                <a:gd name="connsiteY205" fmla="*/ 55794 h 1009459"/>
                <a:gd name="connsiteX206" fmla="*/ 1785725 w 3289915"/>
                <a:gd name="connsiteY206" fmla="*/ 70749 h 1009459"/>
                <a:gd name="connsiteX207" fmla="*/ 1780251 w 3289915"/>
                <a:gd name="connsiteY207" fmla="*/ 76417 h 1009459"/>
                <a:gd name="connsiteX208" fmla="*/ 1844328 w 3289915"/>
                <a:gd name="connsiteY208" fmla="*/ 28514 h 1009459"/>
                <a:gd name="connsiteX209" fmla="*/ 1842068 w 3289915"/>
                <a:gd name="connsiteY209" fmla="*/ 23976 h 1009459"/>
                <a:gd name="connsiteX210" fmla="*/ 1880331 w 3289915"/>
                <a:gd name="connsiteY210" fmla="*/ 9038 h 1009459"/>
                <a:gd name="connsiteX211" fmla="*/ 1881744 w 3289915"/>
                <a:gd name="connsiteY211" fmla="*/ 13911 h 1009459"/>
                <a:gd name="connsiteX212" fmla="*/ 1844328 w 3289915"/>
                <a:gd name="connsiteY212" fmla="*/ 28514 h 1009459"/>
                <a:gd name="connsiteX213" fmla="*/ 1931183 w 3289915"/>
                <a:gd name="connsiteY213" fmla="*/ 5401 h 1009459"/>
                <a:gd name="connsiteX214" fmla="*/ 1930883 w 3289915"/>
                <a:gd name="connsiteY214" fmla="*/ 333 h 1009459"/>
                <a:gd name="connsiteX215" fmla="*/ 1961712 w 3289915"/>
                <a:gd name="connsiteY215" fmla="*/ 580 h 1009459"/>
                <a:gd name="connsiteX216" fmla="*/ 1961324 w 3289915"/>
                <a:gd name="connsiteY216" fmla="*/ 5648 h 1009459"/>
                <a:gd name="connsiteX217" fmla="*/ 1931183 w 3289915"/>
                <a:gd name="connsiteY217" fmla="*/ 5401 h 1009459"/>
                <a:gd name="connsiteX218" fmla="*/ 2010622 w 3289915"/>
                <a:gd name="connsiteY218" fmla="*/ 14936 h 1009459"/>
                <a:gd name="connsiteX219" fmla="*/ 2012123 w 3289915"/>
                <a:gd name="connsiteY219" fmla="*/ 10097 h 1009459"/>
                <a:gd name="connsiteX220" fmla="*/ 2040904 w 3289915"/>
                <a:gd name="connsiteY220" fmla="*/ 21133 h 1009459"/>
                <a:gd name="connsiteX221" fmla="*/ 2038768 w 3289915"/>
                <a:gd name="connsiteY221" fmla="*/ 25724 h 1009459"/>
                <a:gd name="connsiteX222" fmla="*/ 2010622 w 3289915"/>
                <a:gd name="connsiteY222" fmla="*/ 14936 h 1009459"/>
                <a:gd name="connsiteX223" fmla="*/ 2081639 w 3289915"/>
                <a:gd name="connsiteY223" fmla="*/ 51786 h 1009459"/>
                <a:gd name="connsiteX224" fmla="*/ 2084747 w 3289915"/>
                <a:gd name="connsiteY224" fmla="*/ 47778 h 1009459"/>
                <a:gd name="connsiteX225" fmla="*/ 2106748 w 3289915"/>
                <a:gd name="connsiteY225" fmla="*/ 67165 h 1009459"/>
                <a:gd name="connsiteX226" fmla="*/ 2114993 w 3289915"/>
                <a:gd name="connsiteY226" fmla="*/ 75411 h 1009459"/>
                <a:gd name="connsiteX227" fmla="*/ 2111409 w 3289915"/>
                <a:gd name="connsiteY227" fmla="*/ 78995 h 1009459"/>
                <a:gd name="connsiteX228" fmla="*/ 2103163 w 3289915"/>
                <a:gd name="connsiteY228" fmla="*/ 70749 h 1009459"/>
                <a:gd name="connsiteX229" fmla="*/ 2081639 w 3289915"/>
                <a:gd name="connsiteY229" fmla="*/ 51786 h 1009459"/>
                <a:gd name="connsiteX230" fmla="*/ 2147359 w 3289915"/>
                <a:gd name="connsiteY230" fmla="*/ 114945 h 1009459"/>
                <a:gd name="connsiteX231" fmla="*/ 2150943 w 3289915"/>
                <a:gd name="connsiteY231" fmla="*/ 111361 h 1009459"/>
                <a:gd name="connsiteX232" fmla="*/ 2172502 w 3289915"/>
                <a:gd name="connsiteY232" fmla="*/ 132938 h 1009459"/>
                <a:gd name="connsiteX233" fmla="*/ 2168918 w 3289915"/>
                <a:gd name="connsiteY233" fmla="*/ 136522 h 1009459"/>
                <a:gd name="connsiteX234" fmla="*/ 2147359 w 3289915"/>
                <a:gd name="connsiteY234" fmla="*/ 114945 h 1009459"/>
                <a:gd name="connsiteX235" fmla="*/ 2204868 w 3289915"/>
                <a:gd name="connsiteY235" fmla="*/ 172472 h 1009459"/>
                <a:gd name="connsiteX236" fmla="*/ 2208470 w 3289915"/>
                <a:gd name="connsiteY236" fmla="*/ 168887 h 1009459"/>
                <a:gd name="connsiteX237" fmla="*/ 2230029 w 3289915"/>
                <a:gd name="connsiteY237" fmla="*/ 190464 h 1009459"/>
                <a:gd name="connsiteX238" fmla="*/ 2226445 w 3289915"/>
                <a:gd name="connsiteY238" fmla="*/ 194049 h 1009459"/>
                <a:gd name="connsiteX239" fmla="*/ 2204868 w 3289915"/>
                <a:gd name="connsiteY239" fmla="*/ 172472 h 1009459"/>
                <a:gd name="connsiteX240" fmla="*/ 2262395 w 3289915"/>
                <a:gd name="connsiteY240" fmla="*/ 229998 h 1009459"/>
                <a:gd name="connsiteX241" fmla="*/ 2265979 w 3289915"/>
                <a:gd name="connsiteY241" fmla="*/ 226414 h 1009459"/>
                <a:gd name="connsiteX242" fmla="*/ 2294742 w 3289915"/>
                <a:gd name="connsiteY242" fmla="*/ 255177 h 1009459"/>
                <a:gd name="connsiteX243" fmla="*/ 2291158 w 3289915"/>
                <a:gd name="connsiteY243" fmla="*/ 258762 h 1009459"/>
                <a:gd name="connsiteX244" fmla="*/ 2262395 w 3289915"/>
                <a:gd name="connsiteY244" fmla="*/ 229998 h 1009459"/>
                <a:gd name="connsiteX245" fmla="*/ 2327107 w 3289915"/>
                <a:gd name="connsiteY245" fmla="*/ 294712 h 1009459"/>
                <a:gd name="connsiteX246" fmla="*/ 2330692 w 3289915"/>
                <a:gd name="connsiteY246" fmla="*/ 291127 h 1009459"/>
                <a:gd name="connsiteX247" fmla="*/ 2352269 w 3289915"/>
                <a:gd name="connsiteY247" fmla="*/ 312686 h 1009459"/>
                <a:gd name="connsiteX248" fmla="*/ 2348685 w 3289915"/>
                <a:gd name="connsiteY248" fmla="*/ 316271 h 1009459"/>
                <a:gd name="connsiteX249" fmla="*/ 2327107 w 3289915"/>
                <a:gd name="connsiteY249" fmla="*/ 294712 h 1009459"/>
                <a:gd name="connsiteX250" fmla="*/ 2384634 w 3289915"/>
                <a:gd name="connsiteY250" fmla="*/ 352220 h 1009459"/>
                <a:gd name="connsiteX251" fmla="*/ 2388219 w 3289915"/>
                <a:gd name="connsiteY251" fmla="*/ 348636 h 1009459"/>
                <a:gd name="connsiteX252" fmla="*/ 2409796 w 3289915"/>
                <a:gd name="connsiteY252" fmla="*/ 370213 h 1009459"/>
                <a:gd name="connsiteX253" fmla="*/ 2406211 w 3289915"/>
                <a:gd name="connsiteY253" fmla="*/ 373798 h 1009459"/>
                <a:gd name="connsiteX254" fmla="*/ 2384634 w 3289915"/>
                <a:gd name="connsiteY254" fmla="*/ 352220 h 1009459"/>
                <a:gd name="connsiteX255" fmla="*/ 2442161 w 3289915"/>
                <a:gd name="connsiteY255" fmla="*/ 409747 h 1009459"/>
                <a:gd name="connsiteX256" fmla="*/ 2445745 w 3289915"/>
                <a:gd name="connsiteY256" fmla="*/ 406163 h 1009459"/>
                <a:gd name="connsiteX257" fmla="*/ 2474509 w 3289915"/>
                <a:gd name="connsiteY257" fmla="*/ 434926 h 1009459"/>
                <a:gd name="connsiteX258" fmla="*/ 2470924 w 3289915"/>
                <a:gd name="connsiteY258" fmla="*/ 438510 h 1009459"/>
                <a:gd name="connsiteX259" fmla="*/ 2442161 w 3289915"/>
                <a:gd name="connsiteY259" fmla="*/ 409747 h 1009459"/>
                <a:gd name="connsiteX260" fmla="*/ 2506874 w 3289915"/>
                <a:gd name="connsiteY260" fmla="*/ 474460 h 1009459"/>
                <a:gd name="connsiteX261" fmla="*/ 2510458 w 3289915"/>
                <a:gd name="connsiteY261" fmla="*/ 470876 h 1009459"/>
                <a:gd name="connsiteX262" fmla="*/ 2532035 w 3289915"/>
                <a:gd name="connsiteY262" fmla="*/ 492453 h 1009459"/>
                <a:gd name="connsiteX263" fmla="*/ 2528451 w 3289915"/>
                <a:gd name="connsiteY263" fmla="*/ 496037 h 1009459"/>
                <a:gd name="connsiteX264" fmla="*/ 2506874 w 3289915"/>
                <a:gd name="connsiteY264" fmla="*/ 474460 h 1009459"/>
                <a:gd name="connsiteX265" fmla="*/ 2564401 w 3289915"/>
                <a:gd name="connsiteY265" fmla="*/ 531987 h 1009459"/>
                <a:gd name="connsiteX266" fmla="*/ 2567985 w 3289915"/>
                <a:gd name="connsiteY266" fmla="*/ 528403 h 1009459"/>
                <a:gd name="connsiteX267" fmla="*/ 2589562 w 3289915"/>
                <a:gd name="connsiteY267" fmla="*/ 549979 h 1009459"/>
                <a:gd name="connsiteX268" fmla="*/ 2585978 w 3289915"/>
                <a:gd name="connsiteY268" fmla="*/ 553564 h 1009459"/>
                <a:gd name="connsiteX269" fmla="*/ 2564401 w 3289915"/>
                <a:gd name="connsiteY269" fmla="*/ 531987 h 1009459"/>
                <a:gd name="connsiteX270" fmla="*/ 2622227 w 3289915"/>
                <a:gd name="connsiteY270" fmla="*/ 589337 h 1009459"/>
                <a:gd name="connsiteX271" fmla="*/ 2625671 w 3289915"/>
                <a:gd name="connsiteY271" fmla="*/ 585611 h 1009459"/>
                <a:gd name="connsiteX272" fmla="*/ 2656571 w 3289915"/>
                <a:gd name="connsiteY272" fmla="*/ 611709 h 1009459"/>
                <a:gd name="connsiteX273" fmla="*/ 2653463 w 3289915"/>
                <a:gd name="connsiteY273" fmla="*/ 615717 h 1009459"/>
                <a:gd name="connsiteX274" fmla="*/ 2622227 w 3289915"/>
                <a:gd name="connsiteY274" fmla="*/ 589337 h 1009459"/>
                <a:gd name="connsiteX275" fmla="*/ 2695628 w 3289915"/>
                <a:gd name="connsiteY275" fmla="*/ 644604 h 1009459"/>
                <a:gd name="connsiteX276" fmla="*/ 2698241 w 3289915"/>
                <a:gd name="connsiteY276" fmla="*/ 640278 h 1009459"/>
                <a:gd name="connsiteX277" fmla="*/ 2724709 w 3289915"/>
                <a:gd name="connsiteY277" fmla="*/ 655110 h 1009459"/>
                <a:gd name="connsiteX278" fmla="*/ 2722378 w 3289915"/>
                <a:gd name="connsiteY278" fmla="*/ 659612 h 1009459"/>
                <a:gd name="connsiteX279" fmla="*/ 2695628 w 3289915"/>
                <a:gd name="connsiteY279" fmla="*/ 644604 h 1009459"/>
                <a:gd name="connsiteX280" fmla="*/ 2768993 w 3289915"/>
                <a:gd name="connsiteY280" fmla="*/ 680518 h 1009459"/>
                <a:gd name="connsiteX281" fmla="*/ 2770812 w 3289915"/>
                <a:gd name="connsiteY281" fmla="*/ 675786 h 1009459"/>
                <a:gd name="connsiteX282" fmla="*/ 2799487 w 3289915"/>
                <a:gd name="connsiteY282" fmla="*/ 685674 h 1009459"/>
                <a:gd name="connsiteX283" fmla="*/ 2798004 w 3289915"/>
                <a:gd name="connsiteY283" fmla="*/ 690512 h 1009459"/>
                <a:gd name="connsiteX284" fmla="*/ 2768993 w 3289915"/>
                <a:gd name="connsiteY284" fmla="*/ 680518 h 1009459"/>
                <a:gd name="connsiteX285" fmla="*/ 2847602 w 3289915"/>
                <a:gd name="connsiteY285" fmla="*/ 702784 h 1009459"/>
                <a:gd name="connsiteX286" fmla="*/ 2848538 w 3289915"/>
                <a:gd name="connsiteY286" fmla="*/ 697804 h 1009459"/>
                <a:gd name="connsiteX287" fmla="*/ 2888567 w 3289915"/>
                <a:gd name="connsiteY287" fmla="*/ 703507 h 1009459"/>
                <a:gd name="connsiteX288" fmla="*/ 2888090 w 3289915"/>
                <a:gd name="connsiteY288" fmla="*/ 708558 h 1009459"/>
                <a:gd name="connsiteX289" fmla="*/ 2847602 w 3289915"/>
                <a:gd name="connsiteY289" fmla="*/ 702784 h 1009459"/>
                <a:gd name="connsiteX290" fmla="*/ 2939101 w 3289915"/>
                <a:gd name="connsiteY290" fmla="*/ 710676 h 1009459"/>
                <a:gd name="connsiteX291" fmla="*/ 2939101 w 3289915"/>
                <a:gd name="connsiteY291" fmla="*/ 705609 h 1009459"/>
                <a:gd name="connsiteX292" fmla="*/ 2969612 w 3289915"/>
                <a:gd name="connsiteY292" fmla="*/ 705609 h 1009459"/>
                <a:gd name="connsiteX293" fmla="*/ 2969612 w 3289915"/>
                <a:gd name="connsiteY293" fmla="*/ 710676 h 1009459"/>
                <a:gd name="connsiteX294" fmla="*/ 2939101 w 3289915"/>
                <a:gd name="connsiteY294" fmla="*/ 710676 h 1009459"/>
                <a:gd name="connsiteX295" fmla="*/ 3020465 w 3289915"/>
                <a:gd name="connsiteY295" fmla="*/ 710676 h 1009459"/>
                <a:gd name="connsiteX296" fmla="*/ 3020465 w 3289915"/>
                <a:gd name="connsiteY296" fmla="*/ 705609 h 1009459"/>
                <a:gd name="connsiteX297" fmla="*/ 3050959 w 3289915"/>
                <a:gd name="connsiteY297" fmla="*/ 705609 h 1009459"/>
                <a:gd name="connsiteX298" fmla="*/ 3050959 w 3289915"/>
                <a:gd name="connsiteY298" fmla="*/ 710676 h 1009459"/>
                <a:gd name="connsiteX299" fmla="*/ 3020465 w 3289915"/>
                <a:gd name="connsiteY299" fmla="*/ 710676 h 1009459"/>
                <a:gd name="connsiteX300" fmla="*/ 3101811 w 3289915"/>
                <a:gd name="connsiteY300" fmla="*/ 710676 h 1009459"/>
                <a:gd name="connsiteX301" fmla="*/ 3101811 w 3289915"/>
                <a:gd name="connsiteY301" fmla="*/ 705609 h 1009459"/>
                <a:gd name="connsiteX302" fmla="*/ 3142475 w 3289915"/>
                <a:gd name="connsiteY302" fmla="*/ 705609 h 1009459"/>
                <a:gd name="connsiteX303" fmla="*/ 3142475 w 3289915"/>
                <a:gd name="connsiteY303" fmla="*/ 710676 h 1009459"/>
                <a:gd name="connsiteX304" fmla="*/ 3101811 w 3289915"/>
                <a:gd name="connsiteY304" fmla="*/ 710676 h 1009459"/>
                <a:gd name="connsiteX305" fmla="*/ 3193327 w 3289915"/>
                <a:gd name="connsiteY305" fmla="*/ 710676 h 1009459"/>
                <a:gd name="connsiteX306" fmla="*/ 3193327 w 3289915"/>
                <a:gd name="connsiteY306" fmla="*/ 705609 h 1009459"/>
                <a:gd name="connsiteX307" fmla="*/ 3223839 w 3289915"/>
                <a:gd name="connsiteY307" fmla="*/ 705609 h 1009459"/>
                <a:gd name="connsiteX308" fmla="*/ 3223839 w 3289915"/>
                <a:gd name="connsiteY308" fmla="*/ 710676 h 1009459"/>
                <a:gd name="connsiteX309" fmla="*/ 3193327 w 3289915"/>
                <a:gd name="connsiteY309" fmla="*/ 710676 h 1009459"/>
                <a:gd name="connsiteX310" fmla="*/ 3274673 w 3289915"/>
                <a:gd name="connsiteY310" fmla="*/ 710676 h 1009459"/>
                <a:gd name="connsiteX311" fmla="*/ 3274673 w 3289915"/>
                <a:gd name="connsiteY311" fmla="*/ 705609 h 1009459"/>
                <a:gd name="connsiteX312" fmla="*/ 3289929 w 3289915"/>
                <a:gd name="connsiteY312" fmla="*/ 705609 h 1009459"/>
                <a:gd name="connsiteX313" fmla="*/ 3289929 w 3289915"/>
                <a:gd name="connsiteY313" fmla="*/ 710676 h 1009459"/>
                <a:gd name="connsiteX314" fmla="*/ 3274673 w 3289915"/>
                <a:gd name="connsiteY314" fmla="*/ 710676 h 100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</a:cxnLst>
              <a:rect l="l" t="t" r="r" b="b"/>
              <a:pathLst>
                <a:path w="3289915" h="1009459">
                  <a:moveTo>
                    <a:pt x="14" y="799509"/>
                  </a:moveTo>
                  <a:lnTo>
                    <a:pt x="14" y="794441"/>
                  </a:lnTo>
                  <a:lnTo>
                    <a:pt x="15266" y="794441"/>
                  </a:lnTo>
                  <a:lnTo>
                    <a:pt x="15266" y="799509"/>
                  </a:lnTo>
                  <a:lnTo>
                    <a:pt x="14" y="799509"/>
                  </a:lnTo>
                  <a:close/>
                  <a:moveTo>
                    <a:pt x="66111" y="799509"/>
                  </a:moveTo>
                  <a:lnTo>
                    <a:pt x="66111" y="794441"/>
                  </a:lnTo>
                  <a:lnTo>
                    <a:pt x="106786" y="794441"/>
                  </a:lnTo>
                  <a:lnTo>
                    <a:pt x="106786" y="799509"/>
                  </a:lnTo>
                  <a:lnTo>
                    <a:pt x="66111" y="799509"/>
                  </a:lnTo>
                  <a:close/>
                  <a:moveTo>
                    <a:pt x="157629" y="799509"/>
                  </a:moveTo>
                  <a:lnTo>
                    <a:pt x="157629" y="794441"/>
                  </a:lnTo>
                  <a:lnTo>
                    <a:pt x="188135" y="794441"/>
                  </a:lnTo>
                  <a:lnTo>
                    <a:pt x="188135" y="799509"/>
                  </a:lnTo>
                  <a:lnTo>
                    <a:pt x="157629" y="799509"/>
                  </a:lnTo>
                  <a:close/>
                  <a:moveTo>
                    <a:pt x="238981" y="799509"/>
                  </a:moveTo>
                  <a:lnTo>
                    <a:pt x="238981" y="794441"/>
                  </a:lnTo>
                  <a:lnTo>
                    <a:pt x="269489" y="794441"/>
                  </a:lnTo>
                  <a:lnTo>
                    <a:pt x="269489" y="799509"/>
                  </a:lnTo>
                  <a:lnTo>
                    <a:pt x="238981" y="799509"/>
                  </a:lnTo>
                  <a:close/>
                  <a:moveTo>
                    <a:pt x="320332" y="799509"/>
                  </a:moveTo>
                  <a:lnTo>
                    <a:pt x="320332" y="794441"/>
                  </a:lnTo>
                  <a:lnTo>
                    <a:pt x="361007" y="794441"/>
                  </a:lnTo>
                  <a:lnTo>
                    <a:pt x="361007" y="799509"/>
                  </a:lnTo>
                  <a:lnTo>
                    <a:pt x="320332" y="799509"/>
                  </a:lnTo>
                  <a:close/>
                  <a:moveTo>
                    <a:pt x="411849" y="799509"/>
                  </a:moveTo>
                  <a:lnTo>
                    <a:pt x="411849" y="794441"/>
                  </a:lnTo>
                  <a:lnTo>
                    <a:pt x="442356" y="794441"/>
                  </a:lnTo>
                  <a:lnTo>
                    <a:pt x="442356" y="799509"/>
                  </a:lnTo>
                  <a:lnTo>
                    <a:pt x="411849" y="799509"/>
                  </a:lnTo>
                  <a:close/>
                  <a:moveTo>
                    <a:pt x="493200" y="799509"/>
                  </a:moveTo>
                  <a:lnTo>
                    <a:pt x="493200" y="794441"/>
                  </a:lnTo>
                  <a:lnTo>
                    <a:pt x="523708" y="794441"/>
                  </a:lnTo>
                  <a:lnTo>
                    <a:pt x="523708" y="799509"/>
                  </a:lnTo>
                  <a:lnTo>
                    <a:pt x="493200" y="799509"/>
                  </a:lnTo>
                  <a:close/>
                  <a:moveTo>
                    <a:pt x="574551" y="799509"/>
                  </a:moveTo>
                  <a:lnTo>
                    <a:pt x="574551" y="794441"/>
                  </a:lnTo>
                  <a:lnTo>
                    <a:pt x="615228" y="794441"/>
                  </a:lnTo>
                  <a:lnTo>
                    <a:pt x="615228" y="799509"/>
                  </a:lnTo>
                  <a:lnTo>
                    <a:pt x="574551" y="799509"/>
                  </a:lnTo>
                  <a:close/>
                  <a:moveTo>
                    <a:pt x="666071" y="799509"/>
                  </a:moveTo>
                  <a:lnTo>
                    <a:pt x="666071" y="794441"/>
                  </a:lnTo>
                  <a:lnTo>
                    <a:pt x="696577" y="794441"/>
                  </a:lnTo>
                  <a:lnTo>
                    <a:pt x="696577" y="799509"/>
                  </a:lnTo>
                  <a:lnTo>
                    <a:pt x="666071" y="799509"/>
                  </a:lnTo>
                  <a:close/>
                  <a:moveTo>
                    <a:pt x="747419" y="799509"/>
                  </a:moveTo>
                  <a:lnTo>
                    <a:pt x="747419" y="794441"/>
                  </a:lnTo>
                  <a:lnTo>
                    <a:pt x="777927" y="794441"/>
                  </a:lnTo>
                  <a:lnTo>
                    <a:pt x="777927" y="799509"/>
                  </a:lnTo>
                  <a:lnTo>
                    <a:pt x="747419" y="799509"/>
                  </a:lnTo>
                  <a:close/>
                  <a:moveTo>
                    <a:pt x="828772" y="799509"/>
                  </a:moveTo>
                  <a:lnTo>
                    <a:pt x="828772" y="794441"/>
                  </a:lnTo>
                  <a:lnTo>
                    <a:pt x="869447" y="794441"/>
                  </a:lnTo>
                  <a:lnTo>
                    <a:pt x="869447" y="799509"/>
                  </a:lnTo>
                  <a:lnTo>
                    <a:pt x="828772" y="799509"/>
                  </a:lnTo>
                  <a:close/>
                  <a:moveTo>
                    <a:pt x="920289" y="799509"/>
                  </a:moveTo>
                  <a:lnTo>
                    <a:pt x="920289" y="794441"/>
                  </a:lnTo>
                  <a:lnTo>
                    <a:pt x="950795" y="794441"/>
                  </a:lnTo>
                  <a:lnTo>
                    <a:pt x="950795" y="799509"/>
                  </a:lnTo>
                  <a:lnTo>
                    <a:pt x="920289" y="799509"/>
                  </a:lnTo>
                  <a:close/>
                  <a:moveTo>
                    <a:pt x="1001640" y="799509"/>
                  </a:moveTo>
                  <a:lnTo>
                    <a:pt x="1001640" y="794441"/>
                  </a:lnTo>
                  <a:lnTo>
                    <a:pt x="1032146" y="794441"/>
                  </a:lnTo>
                  <a:lnTo>
                    <a:pt x="1032146" y="799509"/>
                  </a:lnTo>
                  <a:lnTo>
                    <a:pt x="1001640" y="799509"/>
                  </a:lnTo>
                  <a:close/>
                  <a:moveTo>
                    <a:pt x="1083210" y="794389"/>
                  </a:moveTo>
                  <a:lnTo>
                    <a:pt x="1081876" y="789498"/>
                  </a:lnTo>
                  <a:cubicBezTo>
                    <a:pt x="1094739" y="785984"/>
                    <a:pt x="1107046" y="780669"/>
                    <a:pt x="1118417" y="773677"/>
                  </a:cubicBezTo>
                  <a:lnTo>
                    <a:pt x="1121071" y="778003"/>
                  </a:lnTo>
                  <a:cubicBezTo>
                    <a:pt x="1109288" y="785242"/>
                    <a:pt x="1096538" y="790751"/>
                    <a:pt x="1083210" y="794389"/>
                  </a:cubicBezTo>
                  <a:close/>
                  <a:moveTo>
                    <a:pt x="1160266" y="745090"/>
                  </a:moveTo>
                  <a:lnTo>
                    <a:pt x="1156885" y="741311"/>
                  </a:lnTo>
                  <a:cubicBezTo>
                    <a:pt x="1164555" y="734460"/>
                    <a:pt x="1172529" y="727998"/>
                    <a:pt x="1180773" y="721977"/>
                  </a:cubicBezTo>
                  <a:lnTo>
                    <a:pt x="1183767" y="726056"/>
                  </a:lnTo>
                  <a:cubicBezTo>
                    <a:pt x="1175656" y="731989"/>
                    <a:pt x="1167811" y="738345"/>
                    <a:pt x="1160266" y="745090"/>
                  </a:cubicBezTo>
                  <a:close/>
                  <a:moveTo>
                    <a:pt x="1226704" y="699711"/>
                  </a:moveTo>
                  <a:lnTo>
                    <a:pt x="1224412" y="695191"/>
                  </a:lnTo>
                  <a:cubicBezTo>
                    <a:pt x="1233562" y="690547"/>
                    <a:pt x="1242931" y="686380"/>
                    <a:pt x="1252483" y="682655"/>
                  </a:cubicBezTo>
                  <a:lnTo>
                    <a:pt x="1254321" y="687387"/>
                  </a:lnTo>
                  <a:cubicBezTo>
                    <a:pt x="1244924" y="691042"/>
                    <a:pt x="1235706" y="695156"/>
                    <a:pt x="1226704" y="699711"/>
                  </a:cubicBezTo>
                  <a:close/>
                  <a:moveTo>
                    <a:pt x="1302599" y="672996"/>
                  </a:moveTo>
                  <a:lnTo>
                    <a:pt x="1301550" y="668035"/>
                  </a:lnTo>
                  <a:cubicBezTo>
                    <a:pt x="1314876" y="665227"/>
                    <a:pt x="1328423" y="663267"/>
                    <a:pt x="1342111" y="662190"/>
                  </a:cubicBezTo>
                  <a:lnTo>
                    <a:pt x="1342504" y="667258"/>
                  </a:lnTo>
                  <a:cubicBezTo>
                    <a:pt x="1329037" y="668299"/>
                    <a:pt x="1315710" y="670224"/>
                    <a:pt x="1302599" y="672996"/>
                  </a:cubicBezTo>
                  <a:close/>
                  <a:moveTo>
                    <a:pt x="1392878" y="667452"/>
                  </a:moveTo>
                  <a:lnTo>
                    <a:pt x="1393311" y="662384"/>
                  </a:lnTo>
                  <a:cubicBezTo>
                    <a:pt x="1403559" y="663267"/>
                    <a:pt x="1413726" y="664644"/>
                    <a:pt x="1423776" y="666498"/>
                  </a:cubicBezTo>
                  <a:lnTo>
                    <a:pt x="1422853" y="671495"/>
                  </a:lnTo>
                  <a:cubicBezTo>
                    <a:pt x="1412965" y="669659"/>
                    <a:pt x="1402962" y="668299"/>
                    <a:pt x="1392878" y="667452"/>
                  </a:cubicBezTo>
                  <a:close/>
                  <a:moveTo>
                    <a:pt x="1471475" y="684668"/>
                  </a:moveTo>
                  <a:lnTo>
                    <a:pt x="1473195" y="679900"/>
                  </a:lnTo>
                  <a:cubicBezTo>
                    <a:pt x="1482841" y="683379"/>
                    <a:pt x="1492310" y="687316"/>
                    <a:pt x="1501570" y="691730"/>
                  </a:cubicBezTo>
                  <a:lnTo>
                    <a:pt x="1499392" y="696304"/>
                  </a:lnTo>
                  <a:cubicBezTo>
                    <a:pt x="1490281" y="691978"/>
                    <a:pt x="1480964" y="688093"/>
                    <a:pt x="1471475" y="684668"/>
                  </a:cubicBezTo>
                  <a:close/>
                  <a:moveTo>
                    <a:pt x="1542974" y="721571"/>
                  </a:moveTo>
                  <a:lnTo>
                    <a:pt x="1545866" y="717404"/>
                  </a:lnTo>
                  <a:cubicBezTo>
                    <a:pt x="1557046" y="725173"/>
                    <a:pt x="1567761" y="733684"/>
                    <a:pt x="1577929" y="742918"/>
                  </a:cubicBezTo>
                  <a:lnTo>
                    <a:pt x="1574521" y="746679"/>
                  </a:lnTo>
                  <a:cubicBezTo>
                    <a:pt x="1564515" y="737586"/>
                    <a:pt x="1553974" y="729199"/>
                    <a:pt x="1542974" y="721571"/>
                  </a:cubicBezTo>
                  <a:close/>
                  <a:moveTo>
                    <a:pt x="1610635" y="782276"/>
                  </a:moveTo>
                  <a:lnTo>
                    <a:pt x="1614222" y="778691"/>
                  </a:lnTo>
                  <a:lnTo>
                    <a:pt x="1635793" y="800268"/>
                  </a:lnTo>
                  <a:lnTo>
                    <a:pt x="1632207" y="803853"/>
                  </a:lnTo>
                  <a:lnTo>
                    <a:pt x="1610635" y="782276"/>
                  </a:lnTo>
                  <a:close/>
                  <a:moveTo>
                    <a:pt x="1668159" y="839803"/>
                  </a:moveTo>
                  <a:lnTo>
                    <a:pt x="1671745" y="836218"/>
                  </a:lnTo>
                  <a:lnTo>
                    <a:pt x="1693316" y="857795"/>
                  </a:lnTo>
                  <a:lnTo>
                    <a:pt x="1689730" y="861379"/>
                  </a:lnTo>
                  <a:lnTo>
                    <a:pt x="1668159" y="839803"/>
                  </a:lnTo>
                  <a:close/>
                  <a:moveTo>
                    <a:pt x="1725682" y="897329"/>
                  </a:moveTo>
                  <a:lnTo>
                    <a:pt x="1729268" y="893745"/>
                  </a:lnTo>
                  <a:lnTo>
                    <a:pt x="1758030" y="922508"/>
                  </a:lnTo>
                  <a:lnTo>
                    <a:pt x="1754445" y="926092"/>
                  </a:lnTo>
                  <a:lnTo>
                    <a:pt x="1725682" y="897329"/>
                  </a:lnTo>
                  <a:close/>
                  <a:moveTo>
                    <a:pt x="1790898" y="961777"/>
                  </a:moveTo>
                  <a:lnTo>
                    <a:pt x="1794218" y="957946"/>
                  </a:lnTo>
                  <a:cubicBezTo>
                    <a:pt x="1801916" y="964585"/>
                    <a:pt x="1810021" y="970553"/>
                    <a:pt x="1818425" y="975797"/>
                  </a:cubicBezTo>
                  <a:lnTo>
                    <a:pt x="1815741" y="980105"/>
                  </a:lnTo>
                  <a:cubicBezTo>
                    <a:pt x="1807107" y="974702"/>
                    <a:pt x="1798808" y="968593"/>
                    <a:pt x="1790898" y="961777"/>
                  </a:cubicBezTo>
                  <a:close/>
                  <a:moveTo>
                    <a:pt x="1862427" y="1001488"/>
                  </a:moveTo>
                  <a:lnTo>
                    <a:pt x="1863928" y="996650"/>
                  </a:lnTo>
                  <a:cubicBezTo>
                    <a:pt x="1873551" y="999634"/>
                    <a:pt x="1883368" y="1001876"/>
                    <a:pt x="1893274" y="1003342"/>
                  </a:cubicBezTo>
                  <a:lnTo>
                    <a:pt x="1892515" y="1008357"/>
                  </a:lnTo>
                  <a:cubicBezTo>
                    <a:pt x="1882362" y="1006856"/>
                    <a:pt x="1872297" y="1004560"/>
                    <a:pt x="1862427" y="1001488"/>
                  </a:cubicBezTo>
                  <a:close/>
                  <a:moveTo>
                    <a:pt x="1943861" y="1009398"/>
                  </a:moveTo>
                  <a:lnTo>
                    <a:pt x="1943314" y="1004349"/>
                  </a:lnTo>
                  <a:cubicBezTo>
                    <a:pt x="1956574" y="1002936"/>
                    <a:pt x="1969729" y="1000164"/>
                    <a:pt x="1982530" y="996032"/>
                  </a:cubicBezTo>
                  <a:lnTo>
                    <a:pt x="1984084" y="1000870"/>
                  </a:lnTo>
                  <a:cubicBezTo>
                    <a:pt x="1970947" y="1005090"/>
                    <a:pt x="1957475" y="1007933"/>
                    <a:pt x="1943861" y="1009398"/>
                  </a:cubicBezTo>
                  <a:close/>
                  <a:moveTo>
                    <a:pt x="2030540" y="978975"/>
                  </a:moveTo>
                  <a:lnTo>
                    <a:pt x="2027820" y="974702"/>
                  </a:lnTo>
                  <a:cubicBezTo>
                    <a:pt x="2036172" y="969370"/>
                    <a:pt x="2044206" y="963331"/>
                    <a:pt x="2051834" y="956604"/>
                  </a:cubicBezTo>
                  <a:lnTo>
                    <a:pt x="2055189" y="960400"/>
                  </a:lnTo>
                  <a:cubicBezTo>
                    <a:pt x="2047367" y="967304"/>
                    <a:pt x="2039121" y="973502"/>
                    <a:pt x="2030540" y="978975"/>
                  </a:cubicBezTo>
                  <a:close/>
                  <a:moveTo>
                    <a:pt x="2089090" y="921837"/>
                  </a:moveTo>
                  <a:lnTo>
                    <a:pt x="2084888" y="918994"/>
                  </a:lnTo>
                  <a:cubicBezTo>
                    <a:pt x="2090521" y="910660"/>
                    <a:pt x="2095482" y="901902"/>
                    <a:pt x="2099755" y="892844"/>
                  </a:cubicBezTo>
                  <a:lnTo>
                    <a:pt x="2104346" y="894999"/>
                  </a:lnTo>
                  <a:cubicBezTo>
                    <a:pt x="2099967" y="904304"/>
                    <a:pt x="2094864" y="913273"/>
                    <a:pt x="2089090" y="921837"/>
                  </a:cubicBezTo>
                  <a:close/>
                  <a:moveTo>
                    <a:pt x="2120096" y="846124"/>
                  </a:moveTo>
                  <a:lnTo>
                    <a:pt x="2115117" y="845188"/>
                  </a:lnTo>
                  <a:cubicBezTo>
                    <a:pt x="2117306" y="833446"/>
                    <a:pt x="2118419" y="821439"/>
                    <a:pt x="2118419" y="809327"/>
                  </a:cubicBezTo>
                  <a:cubicBezTo>
                    <a:pt x="2118419" y="807967"/>
                    <a:pt x="2118401" y="806607"/>
                    <a:pt x="2118383" y="805248"/>
                  </a:cubicBezTo>
                  <a:lnTo>
                    <a:pt x="2123451" y="805142"/>
                  </a:lnTo>
                  <a:cubicBezTo>
                    <a:pt x="2123469" y="806537"/>
                    <a:pt x="2123486" y="807932"/>
                    <a:pt x="2123486" y="809327"/>
                  </a:cubicBezTo>
                  <a:cubicBezTo>
                    <a:pt x="2123486" y="821757"/>
                    <a:pt x="2122339" y="834064"/>
                    <a:pt x="2120096" y="846124"/>
                  </a:cubicBezTo>
                  <a:close/>
                  <a:moveTo>
                    <a:pt x="2115841" y="754342"/>
                  </a:moveTo>
                  <a:lnTo>
                    <a:pt x="2110950" y="755737"/>
                  </a:lnTo>
                  <a:cubicBezTo>
                    <a:pt x="2108213" y="746061"/>
                    <a:pt x="2104735" y="736632"/>
                    <a:pt x="2100532" y="727504"/>
                  </a:cubicBezTo>
                  <a:lnTo>
                    <a:pt x="2105158" y="725402"/>
                  </a:lnTo>
                  <a:cubicBezTo>
                    <a:pt x="2109449" y="734743"/>
                    <a:pt x="2113016" y="744437"/>
                    <a:pt x="2115841" y="754342"/>
                  </a:cubicBezTo>
                  <a:close/>
                  <a:moveTo>
                    <a:pt x="2077949" y="681842"/>
                  </a:moveTo>
                  <a:lnTo>
                    <a:pt x="2074029" y="685056"/>
                  </a:lnTo>
                  <a:cubicBezTo>
                    <a:pt x="2069933" y="680042"/>
                    <a:pt x="2065571" y="675239"/>
                    <a:pt x="2060963" y="670630"/>
                  </a:cubicBezTo>
                  <a:lnTo>
                    <a:pt x="2053335" y="663002"/>
                  </a:lnTo>
                  <a:lnTo>
                    <a:pt x="2056919" y="659400"/>
                  </a:lnTo>
                  <a:lnTo>
                    <a:pt x="2064547" y="667028"/>
                  </a:lnTo>
                  <a:cubicBezTo>
                    <a:pt x="2069279" y="671760"/>
                    <a:pt x="2073746" y="676704"/>
                    <a:pt x="2077949" y="681842"/>
                  </a:cubicBezTo>
                  <a:close/>
                  <a:moveTo>
                    <a:pt x="2020970" y="623451"/>
                  </a:moveTo>
                  <a:lnTo>
                    <a:pt x="2017385" y="627035"/>
                  </a:lnTo>
                  <a:lnTo>
                    <a:pt x="1988622" y="598289"/>
                  </a:lnTo>
                  <a:lnTo>
                    <a:pt x="1992206" y="594705"/>
                  </a:lnTo>
                  <a:lnTo>
                    <a:pt x="2020970" y="623451"/>
                  </a:lnTo>
                  <a:close/>
                  <a:moveTo>
                    <a:pt x="1956256" y="558738"/>
                  </a:moveTo>
                  <a:lnTo>
                    <a:pt x="1952672" y="562322"/>
                  </a:lnTo>
                  <a:lnTo>
                    <a:pt x="1931095" y="540763"/>
                  </a:lnTo>
                  <a:lnTo>
                    <a:pt x="1934679" y="537178"/>
                  </a:lnTo>
                  <a:lnTo>
                    <a:pt x="1956256" y="558738"/>
                  </a:lnTo>
                  <a:close/>
                  <a:moveTo>
                    <a:pt x="1898730" y="501228"/>
                  </a:moveTo>
                  <a:lnTo>
                    <a:pt x="1895145" y="504813"/>
                  </a:lnTo>
                  <a:lnTo>
                    <a:pt x="1873586" y="483236"/>
                  </a:lnTo>
                  <a:lnTo>
                    <a:pt x="1877170" y="479651"/>
                  </a:lnTo>
                  <a:lnTo>
                    <a:pt x="1898730" y="501228"/>
                  </a:lnTo>
                  <a:close/>
                  <a:moveTo>
                    <a:pt x="1841221" y="443702"/>
                  </a:moveTo>
                  <a:lnTo>
                    <a:pt x="1837619" y="447286"/>
                  </a:lnTo>
                  <a:lnTo>
                    <a:pt x="1808855" y="418523"/>
                  </a:lnTo>
                  <a:lnTo>
                    <a:pt x="1812457" y="414938"/>
                  </a:lnTo>
                  <a:lnTo>
                    <a:pt x="1841221" y="443702"/>
                  </a:lnTo>
                  <a:close/>
                  <a:moveTo>
                    <a:pt x="1776861" y="378830"/>
                  </a:moveTo>
                  <a:lnTo>
                    <a:pt x="1773082" y="382202"/>
                  </a:lnTo>
                  <a:cubicBezTo>
                    <a:pt x="1766214" y="374486"/>
                    <a:pt x="1759892" y="366364"/>
                    <a:pt x="1754164" y="357871"/>
                  </a:cubicBezTo>
                  <a:lnTo>
                    <a:pt x="1758367" y="355028"/>
                  </a:lnTo>
                  <a:cubicBezTo>
                    <a:pt x="1763969" y="363327"/>
                    <a:pt x="1770151" y="371290"/>
                    <a:pt x="1776861" y="378830"/>
                  </a:cubicBezTo>
                  <a:close/>
                  <a:moveTo>
                    <a:pt x="1735130" y="310568"/>
                  </a:moveTo>
                  <a:lnTo>
                    <a:pt x="1730401" y="312404"/>
                  </a:lnTo>
                  <a:cubicBezTo>
                    <a:pt x="1726690" y="302816"/>
                    <a:pt x="1723621" y="292981"/>
                    <a:pt x="1721220" y="282970"/>
                  </a:cubicBezTo>
                  <a:lnTo>
                    <a:pt x="1726151" y="281787"/>
                  </a:lnTo>
                  <a:cubicBezTo>
                    <a:pt x="1728500" y="291586"/>
                    <a:pt x="1731501" y="301209"/>
                    <a:pt x="1735130" y="310568"/>
                  </a:cubicBezTo>
                  <a:close/>
                  <a:moveTo>
                    <a:pt x="1719986" y="231994"/>
                  </a:moveTo>
                  <a:lnTo>
                    <a:pt x="1714916" y="232064"/>
                  </a:lnTo>
                  <a:cubicBezTo>
                    <a:pt x="1714906" y="231199"/>
                    <a:pt x="1714900" y="230334"/>
                    <a:pt x="1714900" y="229486"/>
                  </a:cubicBezTo>
                  <a:cubicBezTo>
                    <a:pt x="1714900" y="216544"/>
                    <a:pt x="1715995" y="203707"/>
                    <a:pt x="1718130" y="191100"/>
                  </a:cubicBezTo>
                  <a:lnTo>
                    <a:pt x="1723129" y="191948"/>
                  </a:lnTo>
                  <a:cubicBezTo>
                    <a:pt x="1721042" y="204272"/>
                    <a:pt x="1719971" y="216826"/>
                    <a:pt x="1719971" y="229486"/>
                  </a:cubicBezTo>
                  <a:cubicBezTo>
                    <a:pt x="1719971" y="230316"/>
                    <a:pt x="1719977" y="231164"/>
                    <a:pt x="1719986" y="231994"/>
                  </a:cubicBezTo>
                  <a:close/>
                  <a:moveTo>
                    <a:pt x="1736993" y="143744"/>
                  </a:moveTo>
                  <a:lnTo>
                    <a:pt x="1732307" y="141801"/>
                  </a:lnTo>
                  <a:cubicBezTo>
                    <a:pt x="1736230" y="132302"/>
                    <a:pt x="1740793" y="123067"/>
                    <a:pt x="1745966" y="114168"/>
                  </a:cubicBezTo>
                  <a:lnTo>
                    <a:pt x="1750350" y="116711"/>
                  </a:lnTo>
                  <a:cubicBezTo>
                    <a:pt x="1745292" y="125416"/>
                    <a:pt x="1740830" y="134456"/>
                    <a:pt x="1736993" y="143744"/>
                  </a:cubicBezTo>
                  <a:close/>
                  <a:moveTo>
                    <a:pt x="1780251" y="76417"/>
                  </a:moveTo>
                  <a:lnTo>
                    <a:pt x="1776525" y="72974"/>
                  </a:lnTo>
                  <a:cubicBezTo>
                    <a:pt x="1778362" y="70997"/>
                    <a:pt x="1780233" y="69072"/>
                    <a:pt x="1782140" y="67165"/>
                  </a:cubicBezTo>
                  <a:cubicBezTo>
                    <a:pt x="1787561" y="61744"/>
                    <a:pt x="1793193" y="56642"/>
                    <a:pt x="1799003" y="51874"/>
                  </a:cubicBezTo>
                  <a:lnTo>
                    <a:pt x="1802216" y="55794"/>
                  </a:lnTo>
                  <a:cubicBezTo>
                    <a:pt x="1796531" y="60455"/>
                    <a:pt x="1791022" y="65452"/>
                    <a:pt x="1785725" y="70749"/>
                  </a:cubicBezTo>
                  <a:cubicBezTo>
                    <a:pt x="1783853" y="72621"/>
                    <a:pt x="1782034" y="74510"/>
                    <a:pt x="1780251" y="76417"/>
                  </a:cubicBezTo>
                  <a:close/>
                  <a:moveTo>
                    <a:pt x="1844328" y="28514"/>
                  </a:moveTo>
                  <a:lnTo>
                    <a:pt x="1842068" y="23976"/>
                  </a:lnTo>
                  <a:cubicBezTo>
                    <a:pt x="1854428" y="17796"/>
                    <a:pt x="1867247" y="12817"/>
                    <a:pt x="1880331" y="9038"/>
                  </a:cubicBezTo>
                  <a:lnTo>
                    <a:pt x="1881744" y="13911"/>
                  </a:lnTo>
                  <a:cubicBezTo>
                    <a:pt x="1868942" y="17602"/>
                    <a:pt x="1856423" y="22475"/>
                    <a:pt x="1844328" y="28514"/>
                  </a:cubicBezTo>
                  <a:close/>
                  <a:moveTo>
                    <a:pt x="1931183" y="5401"/>
                  </a:moveTo>
                  <a:lnTo>
                    <a:pt x="1930883" y="333"/>
                  </a:lnTo>
                  <a:cubicBezTo>
                    <a:pt x="1941160" y="-267"/>
                    <a:pt x="1951454" y="-179"/>
                    <a:pt x="1961712" y="580"/>
                  </a:cubicBezTo>
                  <a:lnTo>
                    <a:pt x="1961324" y="5648"/>
                  </a:lnTo>
                  <a:cubicBezTo>
                    <a:pt x="1951295" y="4889"/>
                    <a:pt x="1941230" y="4800"/>
                    <a:pt x="1931183" y="5401"/>
                  </a:cubicBezTo>
                  <a:close/>
                  <a:moveTo>
                    <a:pt x="2010622" y="14936"/>
                  </a:moveTo>
                  <a:lnTo>
                    <a:pt x="2012123" y="10097"/>
                  </a:lnTo>
                  <a:cubicBezTo>
                    <a:pt x="2021905" y="13099"/>
                    <a:pt x="2031528" y="16789"/>
                    <a:pt x="2040904" y="21133"/>
                  </a:cubicBezTo>
                  <a:lnTo>
                    <a:pt x="2038768" y="25724"/>
                  </a:lnTo>
                  <a:cubicBezTo>
                    <a:pt x="2029604" y="21486"/>
                    <a:pt x="2020193" y="17884"/>
                    <a:pt x="2010622" y="14936"/>
                  </a:cubicBezTo>
                  <a:close/>
                  <a:moveTo>
                    <a:pt x="2081639" y="51786"/>
                  </a:moveTo>
                  <a:lnTo>
                    <a:pt x="2084747" y="47778"/>
                  </a:lnTo>
                  <a:cubicBezTo>
                    <a:pt x="2092392" y="53693"/>
                    <a:pt x="2099738" y="60155"/>
                    <a:pt x="2106748" y="67165"/>
                  </a:cubicBezTo>
                  <a:lnTo>
                    <a:pt x="2114993" y="75411"/>
                  </a:lnTo>
                  <a:lnTo>
                    <a:pt x="2111409" y="78995"/>
                  </a:lnTo>
                  <a:lnTo>
                    <a:pt x="2103163" y="70749"/>
                  </a:lnTo>
                  <a:cubicBezTo>
                    <a:pt x="2096312" y="63899"/>
                    <a:pt x="2089108" y="57577"/>
                    <a:pt x="2081639" y="51786"/>
                  </a:cubicBezTo>
                  <a:close/>
                  <a:moveTo>
                    <a:pt x="2147359" y="114945"/>
                  </a:moveTo>
                  <a:lnTo>
                    <a:pt x="2150943" y="111361"/>
                  </a:lnTo>
                  <a:lnTo>
                    <a:pt x="2172502" y="132938"/>
                  </a:lnTo>
                  <a:lnTo>
                    <a:pt x="2168918" y="136522"/>
                  </a:lnTo>
                  <a:lnTo>
                    <a:pt x="2147359" y="114945"/>
                  </a:lnTo>
                  <a:close/>
                  <a:moveTo>
                    <a:pt x="2204868" y="172472"/>
                  </a:moveTo>
                  <a:lnTo>
                    <a:pt x="2208470" y="168887"/>
                  </a:lnTo>
                  <a:lnTo>
                    <a:pt x="2230029" y="190464"/>
                  </a:lnTo>
                  <a:lnTo>
                    <a:pt x="2226445" y="194049"/>
                  </a:lnTo>
                  <a:lnTo>
                    <a:pt x="2204868" y="172472"/>
                  </a:lnTo>
                  <a:close/>
                  <a:moveTo>
                    <a:pt x="2262395" y="229998"/>
                  </a:moveTo>
                  <a:lnTo>
                    <a:pt x="2265979" y="226414"/>
                  </a:lnTo>
                  <a:lnTo>
                    <a:pt x="2294742" y="255177"/>
                  </a:lnTo>
                  <a:lnTo>
                    <a:pt x="2291158" y="258762"/>
                  </a:lnTo>
                  <a:lnTo>
                    <a:pt x="2262395" y="229998"/>
                  </a:lnTo>
                  <a:close/>
                  <a:moveTo>
                    <a:pt x="2327107" y="294712"/>
                  </a:moveTo>
                  <a:lnTo>
                    <a:pt x="2330692" y="291127"/>
                  </a:lnTo>
                  <a:lnTo>
                    <a:pt x="2352269" y="312686"/>
                  </a:lnTo>
                  <a:lnTo>
                    <a:pt x="2348685" y="316271"/>
                  </a:lnTo>
                  <a:lnTo>
                    <a:pt x="2327107" y="294712"/>
                  </a:lnTo>
                  <a:close/>
                  <a:moveTo>
                    <a:pt x="2384634" y="352220"/>
                  </a:moveTo>
                  <a:lnTo>
                    <a:pt x="2388219" y="348636"/>
                  </a:lnTo>
                  <a:lnTo>
                    <a:pt x="2409796" y="370213"/>
                  </a:lnTo>
                  <a:lnTo>
                    <a:pt x="2406211" y="373798"/>
                  </a:lnTo>
                  <a:lnTo>
                    <a:pt x="2384634" y="352220"/>
                  </a:lnTo>
                  <a:close/>
                  <a:moveTo>
                    <a:pt x="2442161" y="409747"/>
                  </a:moveTo>
                  <a:lnTo>
                    <a:pt x="2445745" y="406163"/>
                  </a:lnTo>
                  <a:lnTo>
                    <a:pt x="2474509" y="434926"/>
                  </a:lnTo>
                  <a:lnTo>
                    <a:pt x="2470924" y="438510"/>
                  </a:lnTo>
                  <a:lnTo>
                    <a:pt x="2442161" y="409747"/>
                  </a:lnTo>
                  <a:close/>
                  <a:moveTo>
                    <a:pt x="2506874" y="474460"/>
                  </a:moveTo>
                  <a:lnTo>
                    <a:pt x="2510458" y="470876"/>
                  </a:lnTo>
                  <a:lnTo>
                    <a:pt x="2532035" y="492453"/>
                  </a:lnTo>
                  <a:lnTo>
                    <a:pt x="2528451" y="496037"/>
                  </a:lnTo>
                  <a:lnTo>
                    <a:pt x="2506874" y="474460"/>
                  </a:lnTo>
                  <a:close/>
                  <a:moveTo>
                    <a:pt x="2564401" y="531987"/>
                  </a:moveTo>
                  <a:lnTo>
                    <a:pt x="2567985" y="528403"/>
                  </a:lnTo>
                  <a:lnTo>
                    <a:pt x="2589562" y="549979"/>
                  </a:lnTo>
                  <a:lnTo>
                    <a:pt x="2585978" y="553564"/>
                  </a:lnTo>
                  <a:lnTo>
                    <a:pt x="2564401" y="531987"/>
                  </a:lnTo>
                  <a:close/>
                  <a:moveTo>
                    <a:pt x="2622227" y="589337"/>
                  </a:moveTo>
                  <a:lnTo>
                    <a:pt x="2625671" y="585611"/>
                  </a:lnTo>
                  <a:cubicBezTo>
                    <a:pt x="2635612" y="594793"/>
                    <a:pt x="2645923" y="603498"/>
                    <a:pt x="2656571" y="611709"/>
                  </a:cubicBezTo>
                  <a:lnTo>
                    <a:pt x="2653463" y="615717"/>
                  </a:lnTo>
                  <a:cubicBezTo>
                    <a:pt x="2642710" y="607436"/>
                    <a:pt x="2632274" y="598625"/>
                    <a:pt x="2622227" y="589337"/>
                  </a:cubicBezTo>
                  <a:close/>
                  <a:moveTo>
                    <a:pt x="2695628" y="644604"/>
                  </a:moveTo>
                  <a:lnTo>
                    <a:pt x="2698241" y="640278"/>
                  </a:lnTo>
                  <a:cubicBezTo>
                    <a:pt x="2706911" y="645522"/>
                    <a:pt x="2715739" y="650466"/>
                    <a:pt x="2724709" y="655110"/>
                  </a:cubicBezTo>
                  <a:lnTo>
                    <a:pt x="2722378" y="659612"/>
                  </a:lnTo>
                  <a:cubicBezTo>
                    <a:pt x="2713303" y="654915"/>
                    <a:pt x="2704386" y="649919"/>
                    <a:pt x="2695628" y="644604"/>
                  </a:cubicBezTo>
                  <a:close/>
                  <a:moveTo>
                    <a:pt x="2768993" y="680518"/>
                  </a:moveTo>
                  <a:lnTo>
                    <a:pt x="2770812" y="675786"/>
                  </a:lnTo>
                  <a:cubicBezTo>
                    <a:pt x="2780258" y="679388"/>
                    <a:pt x="2789811" y="682690"/>
                    <a:pt x="2799487" y="685674"/>
                  </a:cubicBezTo>
                  <a:lnTo>
                    <a:pt x="2798004" y="690512"/>
                  </a:lnTo>
                  <a:cubicBezTo>
                    <a:pt x="2788221" y="687511"/>
                    <a:pt x="2778545" y="684173"/>
                    <a:pt x="2768993" y="680518"/>
                  </a:cubicBezTo>
                  <a:close/>
                  <a:moveTo>
                    <a:pt x="2847602" y="702784"/>
                  </a:moveTo>
                  <a:lnTo>
                    <a:pt x="2848538" y="697804"/>
                  </a:lnTo>
                  <a:cubicBezTo>
                    <a:pt x="2861763" y="700294"/>
                    <a:pt x="2875112" y="702201"/>
                    <a:pt x="2888567" y="703507"/>
                  </a:cubicBezTo>
                  <a:lnTo>
                    <a:pt x="2888090" y="708558"/>
                  </a:lnTo>
                  <a:cubicBezTo>
                    <a:pt x="2874476" y="707233"/>
                    <a:pt x="2860969" y="705291"/>
                    <a:pt x="2847602" y="702784"/>
                  </a:cubicBezTo>
                  <a:close/>
                  <a:moveTo>
                    <a:pt x="2939101" y="710676"/>
                  </a:moveTo>
                  <a:lnTo>
                    <a:pt x="2939101" y="705609"/>
                  </a:lnTo>
                  <a:lnTo>
                    <a:pt x="2969612" y="705609"/>
                  </a:lnTo>
                  <a:lnTo>
                    <a:pt x="2969612" y="710676"/>
                  </a:lnTo>
                  <a:lnTo>
                    <a:pt x="2939101" y="710676"/>
                  </a:lnTo>
                  <a:close/>
                  <a:moveTo>
                    <a:pt x="3020465" y="710676"/>
                  </a:moveTo>
                  <a:lnTo>
                    <a:pt x="3020465" y="705609"/>
                  </a:lnTo>
                  <a:lnTo>
                    <a:pt x="3050959" y="705609"/>
                  </a:lnTo>
                  <a:lnTo>
                    <a:pt x="3050959" y="710676"/>
                  </a:lnTo>
                  <a:lnTo>
                    <a:pt x="3020465" y="710676"/>
                  </a:lnTo>
                  <a:close/>
                  <a:moveTo>
                    <a:pt x="3101811" y="710676"/>
                  </a:moveTo>
                  <a:lnTo>
                    <a:pt x="3101811" y="705609"/>
                  </a:lnTo>
                  <a:lnTo>
                    <a:pt x="3142475" y="705609"/>
                  </a:lnTo>
                  <a:lnTo>
                    <a:pt x="3142475" y="710676"/>
                  </a:lnTo>
                  <a:lnTo>
                    <a:pt x="3101811" y="710676"/>
                  </a:lnTo>
                  <a:close/>
                  <a:moveTo>
                    <a:pt x="3193327" y="710676"/>
                  </a:moveTo>
                  <a:lnTo>
                    <a:pt x="3193327" y="705609"/>
                  </a:lnTo>
                  <a:lnTo>
                    <a:pt x="3223839" y="705609"/>
                  </a:lnTo>
                  <a:lnTo>
                    <a:pt x="3223839" y="710676"/>
                  </a:lnTo>
                  <a:lnTo>
                    <a:pt x="3193327" y="710676"/>
                  </a:lnTo>
                  <a:close/>
                  <a:moveTo>
                    <a:pt x="3274673" y="710676"/>
                  </a:moveTo>
                  <a:lnTo>
                    <a:pt x="3274673" y="705609"/>
                  </a:lnTo>
                  <a:lnTo>
                    <a:pt x="3289929" y="705609"/>
                  </a:lnTo>
                  <a:lnTo>
                    <a:pt x="3289929" y="710676"/>
                  </a:lnTo>
                  <a:lnTo>
                    <a:pt x="3274673" y="710676"/>
                  </a:lnTo>
                  <a:close/>
                </a:path>
              </a:pathLst>
            </a:custGeom>
            <a:solidFill>
              <a:srgbClr val="FFFFFF"/>
            </a:solidFill>
            <a:ln w="176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4039E40-F524-4A3A-AE04-D81A968B6C28}"/>
              </a:ext>
            </a:extLst>
          </p:cNvPr>
          <p:cNvGrpSpPr/>
          <p:nvPr/>
        </p:nvGrpSpPr>
        <p:grpSpPr>
          <a:xfrm>
            <a:off x="7003471" y="1085179"/>
            <a:ext cx="4253865" cy="1298183"/>
            <a:chOff x="7242810" y="1113271"/>
            <a:chExt cx="4253865" cy="1298183"/>
          </a:xfrm>
        </p:grpSpPr>
        <p:sp>
          <p:nvSpPr>
            <p:cNvPr id="30" name="Rectangle: Rounded Corners 93">
              <a:extLst>
                <a:ext uri="{FF2B5EF4-FFF2-40B4-BE49-F238E27FC236}">
                  <a16:creationId xmlns:a16="http://schemas.microsoft.com/office/drawing/2014/main" id="{0A44FBD2-2F4E-4F99-B949-1A46749A2BDB}"/>
                </a:ext>
              </a:extLst>
            </p:cNvPr>
            <p:cNvSpPr/>
            <p:nvPr/>
          </p:nvSpPr>
          <p:spPr>
            <a:xfrm>
              <a:off x="7242810" y="1113271"/>
              <a:ext cx="4253865" cy="1298183"/>
            </a:xfrm>
            <a:prstGeom prst="roundRect">
              <a:avLst>
                <a:gd name="adj" fmla="val 12251"/>
              </a:avLst>
            </a:prstGeom>
            <a:solidFill>
              <a:schemeClr val="accent1"/>
            </a:solidFill>
            <a:ln w="9525">
              <a:noFill/>
            </a:ln>
            <a:effectLst>
              <a:outerShdw blurRad="1016000" dist="762000" dir="3000000" algn="t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E652434-B38C-444D-8A67-F1E2F589087E}"/>
                </a:ext>
              </a:extLst>
            </p:cNvPr>
            <p:cNvGrpSpPr/>
            <p:nvPr/>
          </p:nvGrpSpPr>
          <p:grpSpPr>
            <a:xfrm>
              <a:off x="7519588" y="1301414"/>
              <a:ext cx="3847272" cy="921896"/>
              <a:chOff x="7503341" y="1306990"/>
              <a:chExt cx="3847272" cy="921896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5637F91-D560-4146-81C6-D987AE7C212E}"/>
                  </a:ext>
                </a:extLst>
              </p:cNvPr>
              <p:cNvGrpSpPr/>
              <p:nvPr/>
            </p:nvGrpSpPr>
            <p:grpSpPr>
              <a:xfrm>
                <a:off x="7503341" y="1306990"/>
                <a:ext cx="921893" cy="921896"/>
                <a:chOff x="6334398" y="534160"/>
                <a:chExt cx="1123335" cy="1123339"/>
              </a:xfrm>
            </p:grpSpPr>
            <p:sp>
              <p:nvSpPr>
                <p:cNvPr id="32" name="Pie 29">
                  <a:extLst>
                    <a:ext uri="{FF2B5EF4-FFF2-40B4-BE49-F238E27FC236}">
                      <a16:creationId xmlns:a16="http://schemas.microsoft.com/office/drawing/2014/main" id="{552AAFF1-0372-404B-AF98-1D401659A2BD}"/>
                    </a:ext>
                  </a:extLst>
                </p:cNvPr>
                <p:cNvSpPr/>
                <p:nvPr/>
              </p:nvSpPr>
              <p:spPr>
                <a:xfrm>
                  <a:off x="6334398" y="534162"/>
                  <a:ext cx="1123335" cy="1123337"/>
                </a:xfrm>
                <a:prstGeom prst="pie">
                  <a:avLst>
                    <a:gd name="adj1" fmla="val 16137849"/>
                    <a:gd name="adj2" fmla="val 14919774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Pie 28">
                  <a:extLst>
                    <a:ext uri="{FF2B5EF4-FFF2-40B4-BE49-F238E27FC236}">
                      <a16:creationId xmlns:a16="http://schemas.microsoft.com/office/drawing/2014/main" id="{8A00A0F0-69C2-45A3-870E-CA853D55AB40}"/>
                    </a:ext>
                  </a:extLst>
                </p:cNvPr>
                <p:cNvSpPr/>
                <p:nvPr/>
              </p:nvSpPr>
              <p:spPr>
                <a:xfrm>
                  <a:off x="6334398" y="534160"/>
                  <a:ext cx="1123335" cy="1123337"/>
                </a:xfrm>
                <a:prstGeom prst="pie">
                  <a:avLst>
                    <a:gd name="adj1" fmla="val 8385765"/>
                    <a:gd name="adj2" fmla="val 16200000"/>
                  </a:avLst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F85956A3-D5D2-415E-9815-BFD4BB5AE2B6}"/>
                    </a:ext>
                  </a:extLst>
                </p:cNvPr>
                <p:cNvSpPr/>
                <p:nvPr/>
              </p:nvSpPr>
              <p:spPr>
                <a:xfrm>
                  <a:off x="6514326" y="714090"/>
                  <a:ext cx="763479" cy="76348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en-US" sz="1600">
                    <a:solidFill>
                      <a:schemeClr val="accent1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E463AE6-9854-4D65-91DC-85C1F57DEFFE}"/>
                  </a:ext>
                </a:extLst>
              </p:cNvPr>
              <p:cNvGrpSpPr/>
              <p:nvPr/>
            </p:nvGrpSpPr>
            <p:grpSpPr>
              <a:xfrm>
                <a:off x="8571295" y="1340452"/>
                <a:ext cx="2779318" cy="843821"/>
                <a:chOff x="8571295" y="1314855"/>
                <a:chExt cx="2779318" cy="843821"/>
              </a:xfrm>
            </p:grpSpPr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2E3060A-6126-451D-BBE4-4FA52ED1F8CD}"/>
                    </a:ext>
                  </a:extLst>
                </p:cNvPr>
                <p:cNvSpPr txBox="1"/>
                <p:nvPr/>
              </p:nvSpPr>
              <p:spPr>
                <a:xfrm>
                  <a:off x="8571295" y="1314855"/>
                  <a:ext cx="24268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  <a:latin typeface="+mj-lt"/>
                    </a:rPr>
                    <a:t>Project Progress A</a:t>
                  </a:r>
                  <a:endParaRPr lang="en-ID" sz="1600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7AA5B68-A695-4EDA-B1ED-97590FFE8A34}"/>
                    </a:ext>
                  </a:extLst>
                </p:cNvPr>
                <p:cNvSpPr txBox="1"/>
                <p:nvPr/>
              </p:nvSpPr>
              <p:spPr>
                <a:xfrm>
                  <a:off x="8571297" y="1684187"/>
                  <a:ext cx="2779316" cy="474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ID" sz="1000" dirty="0">
                      <a:solidFill>
                        <a:schemeClr val="bg1"/>
                      </a:solidFill>
                    </a:rPr>
                    <a:t>Lorem ipsum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sit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consectetuer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adipiscing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elit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. Aenean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commodo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ligula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eget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. 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F5795E-B7C0-4D00-9270-310E29A2B8B1}"/>
                  </a:ext>
                </a:extLst>
              </p:cNvPr>
              <p:cNvSpPr txBox="1"/>
              <p:nvPr/>
            </p:nvSpPr>
            <p:spPr>
              <a:xfrm>
                <a:off x="7666445" y="1629439"/>
                <a:ext cx="5956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+mj-lt"/>
                  </a:rPr>
                  <a:t>45%</a:t>
                </a:r>
                <a:endParaRPr lang="en-ID" sz="12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</p:grpSp>
      <p:grpSp>
        <p:nvGrpSpPr>
          <p:cNvPr id="41" name="Graphic 4">
            <a:extLst>
              <a:ext uri="{FF2B5EF4-FFF2-40B4-BE49-F238E27FC236}">
                <a16:creationId xmlns:a16="http://schemas.microsoft.com/office/drawing/2014/main" id="{0691F004-3FB3-4CB2-A746-6F6CCB4EBE8A}"/>
              </a:ext>
            </a:extLst>
          </p:cNvPr>
          <p:cNvGrpSpPr/>
          <p:nvPr/>
        </p:nvGrpSpPr>
        <p:grpSpPr>
          <a:xfrm>
            <a:off x="4834831" y="1451870"/>
            <a:ext cx="375935" cy="564800"/>
            <a:chOff x="9268674" y="75498"/>
            <a:chExt cx="614121" cy="922647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5144CBA-5DC9-4EB8-B06D-5AA7CD6A7D5A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3C3323E-62BF-4195-BEAA-4391AC7263FD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93BB4E1-079D-4A0A-90E6-32C65896594B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EB44561-4791-4563-94D8-A27A4E6F1B19}"/>
              </a:ext>
            </a:extLst>
          </p:cNvPr>
          <p:cNvGrpSpPr/>
          <p:nvPr/>
        </p:nvGrpSpPr>
        <p:grpSpPr>
          <a:xfrm>
            <a:off x="7003469" y="3047860"/>
            <a:ext cx="4253865" cy="1298183"/>
            <a:chOff x="7242810" y="1113271"/>
            <a:chExt cx="4253865" cy="1298183"/>
          </a:xfrm>
        </p:grpSpPr>
        <p:sp>
          <p:nvSpPr>
            <p:cNvPr id="46" name="Rectangle: Rounded Corners 93">
              <a:extLst>
                <a:ext uri="{FF2B5EF4-FFF2-40B4-BE49-F238E27FC236}">
                  <a16:creationId xmlns:a16="http://schemas.microsoft.com/office/drawing/2014/main" id="{0006CDD2-E216-4A1C-93AD-B24D21DA45D0}"/>
                </a:ext>
              </a:extLst>
            </p:cNvPr>
            <p:cNvSpPr/>
            <p:nvPr/>
          </p:nvSpPr>
          <p:spPr>
            <a:xfrm>
              <a:off x="7242810" y="1113271"/>
              <a:ext cx="4253865" cy="1298183"/>
            </a:xfrm>
            <a:prstGeom prst="roundRect">
              <a:avLst>
                <a:gd name="adj" fmla="val 12251"/>
              </a:avLst>
            </a:prstGeom>
            <a:solidFill>
              <a:schemeClr val="accent2"/>
            </a:solidFill>
            <a:ln w="9525">
              <a:noFill/>
            </a:ln>
            <a:effectLst>
              <a:outerShdw blurRad="1016000" dist="762000" dir="3000000" algn="t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0434FB3-0106-4B30-AE48-D41CA57480C2}"/>
                </a:ext>
              </a:extLst>
            </p:cNvPr>
            <p:cNvGrpSpPr/>
            <p:nvPr/>
          </p:nvGrpSpPr>
          <p:grpSpPr>
            <a:xfrm>
              <a:off x="7519588" y="1301414"/>
              <a:ext cx="3847272" cy="921896"/>
              <a:chOff x="7503341" y="1306990"/>
              <a:chExt cx="3847272" cy="921896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1708D1B3-3387-4D9B-91C4-D83A21CAD7DE}"/>
                  </a:ext>
                </a:extLst>
              </p:cNvPr>
              <p:cNvGrpSpPr/>
              <p:nvPr/>
            </p:nvGrpSpPr>
            <p:grpSpPr>
              <a:xfrm>
                <a:off x="7503341" y="1306990"/>
                <a:ext cx="921893" cy="921896"/>
                <a:chOff x="6334398" y="534160"/>
                <a:chExt cx="1123335" cy="1123339"/>
              </a:xfrm>
            </p:grpSpPr>
            <p:sp>
              <p:nvSpPr>
                <p:cNvPr id="53" name="Pie 29">
                  <a:extLst>
                    <a:ext uri="{FF2B5EF4-FFF2-40B4-BE49-F238E27FC236}">
                      <a16:creationId xmlns:a16="http://schemas.microsoft.com/office/drawing/2014/main" id="{678178F0-5880-4A81-A232-2E27CA38DD74}"/>
                    </a:ext>
                  </a:extLst>
                </p:cNvPr>
                <p:cNvSpPr/>
                <p:nvPr/>
              </p:nvSpPr>
              <p:spPr>
                <a:xfrm>
                  <a:off x="6334398" y="534162"/>
                  <a:ext cx="1123335" cy="1123337"/>
                </a:xfrm>
                <a:prstGeom prst="pie">
                  <a:avLst>
                    <a:gd name="adj1" fmla="val 16137849"/>
                    <a:gd name="adj2" fmla="val 14919774"/>
                  </a:avLst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Pie 28">
                  <a:extLst>
                    <a:ext uri="{FF2B5EF4-FFF2-40B4-BE49-F238E27FC236}">
                      <a16:creationId xmlns:a16="http://schemas.microsoft.com/office/drawing/2014/main" id="{9946521D-B837-4FC8-9406-21BF4BCA7331}"/>
                    </a:ext>
                  </a:extLst>
                </p:cNvPr>
                <p:cNvSpPr/>
                <p:nvPr/>
              </p:nvSpPr>
              <p:spPr>
                <a:xfrm>
                  <a:off x="6334398" y="534160"/>
                  <a:ext cx="1123335" cy="1123337"/>
                </a:xfrm>
                <a:prstGeom prst="pie">
                  <a:avLst>
                    <a:gd name="adj1" fmla="val 4773484"/>
                    <a:gd name="adj2" fmla="val 16200000"/>
                  </a:avLst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105E8C13-9F81-4F4B-92D1-257FECFBBC8C}"/>
                    </a:ext>
                  </a:extLst>
                </p:cNvPr>
                <p:cNvSpPr/>
                <p:nvPr/>
              </p:nvSpPr>
              <p:spPr>
                <a:xfrm>
                  <a:off x="6514326" y="714090"/>
                  <a:ext cx="763479" cy="763480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en-US" sz="16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0A33B30-30FD-4E53-92C0-F71503D4F88A}"/>
                  </a:ext>
                </a:extLst>
              </p:cNvPr>
              <p:cNvGrpSpPr/>
              <p:nvPr/>
            </p:nvGrpSpPr>
            <p:grpSpPr>
              <a:xfrm>
                <a:off x="8571295" y="1340452"/>
                <a:ext cx="2779318" cy="843821"/>
                <a:chOff x="8571295" y="1314855"/>
                <a:chExt cx="2779318" cy="843821"/>
              </a:xfrm>
            </p:grpSpPr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C51F5E6-26C5-46F1-AB5C-9313C3B4F939}"/>
                    </a:ext>
                  </a:extLst>
                </p:cNvPr>
                <p:cNvSpPr txBox="1"/>
                <p:nvPr/>
              </p:nvSpPr>
              <p:spPr>
                <a:xfrm>
                  <a:off x="8571295" y="1314855"/>
                  <a:ext cx="24268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j-lt"/>
                    </a:rPr>
                    <a:t>Project Progress B</a:t>
                  </a:r>
                  <a:endParaRPr lang="en-ID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endParaRP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52FFEF5-4E54-4AC7-85DE-1BB3CAC0EC48}"/>
                    </a:ext>
                  </a:extLst>
                </p:cNvPr>
                <p:cNvSpPr txBox="1"/>
                <p:nvPr/>
              </p:nvSpPr>
              <p:spPr>
                <a:xfrm>
                  <a:off x="8571297" y="1684187"/>
                  <a:ext cx="2779316" cy="474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Lorem ipsum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sit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consectetuer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adipiscing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elit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. Aenean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commodo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ligula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eget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. </a:t>
                  </a:r>
                </a:p>
              </p:txBody>
            </p: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CE7263C-531C-4F2F-808C-697A12B906C9}"/>
                  </a:ext>
                </a:extLst>
              </p:cNvPr>
              <p:cNvSpPr txBox="1"/>
              <p:nvPr/>
            </p:nvSpPr>
            <p:spPr>
              <a:xfrm>
                <a:off x="7666445" y="1629439"/>
                <a:ext cx="5956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rPr>
                  <a:t>55%</a:t>
                </a:r>
                <a:endParaRPr lang="en-ID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C094FC0-DB5C-4F48-A22E-C8FAB0DAB684}"/>
              </a:ext>
            </a:extLst>
          </p:cNvPr>
          <p:cNvGrpSpPr/>
          <p:nvPr/>
        </p:nvGrpSpPr>
        <p:grpSpPr>
          <a:xfrm>
            <a:off x="7003469" y="5010542"/>
            <a:ext cx="4253865" cy="1298183"/>
            <a:chOff x="7242810" y="1113271"/>
            <a:chExt cx="4253865" cy="1298183"/>
          </a:xfrm>
        </p:grpSpPr>
        <p:sp>
          <p:nvSpPr>
            <p:cNvPr id="57" name="Rectangle: Rounded Corners 93">
              <a:extLst>
                <a:ext uri="{FF2B5EF4-FFF2-40B4-BE49-F238E27FC236}">
                  <a16:creationId xmlns:a16="http://schemas.microsoft.com/office/drawing/2014/main" id="{890144FB-7FD8-436C-808D-0939C62D4881}"/>
                </a:ext>
              </a:extLst>
            </p:cNvPr>
            <p:cNvSpPr/>
            <p:nvPr/>
          </p:nvSpPr>
          <p:spPr>
            <a:xfrm>
              <a:off x="7242810" y="1113271"/>
              <a:ext cx="4253865" cy="1298183"/>
            </a:xfrm>
            <a:prstGeom prst="roundRect">
              <a:avLst>
                <a:gd name="adj" fmla="val 12251"/>
              </a:avLst>
            </a:prstGeom>
            <a:solidFill>
              <a:schemeClr val="accent1"/>
            </a:solidFill>
            <a:ln w="9525">
              <a:noFill/>
            </a:ln>
            <a:effectLst>
              <a:outerShdw blurRad="1016000" dist="762000" dir="3000000" algn="t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0BE845D-CD8D-48EA-A0C1-F20C741A2DB1}"/>
                </a:ext>
              </a:extLst>
            </p:cNvPr>
            <p:cNvGrpSpPr/>
            <p:nvPr/>
          </p:nvGrpSpPr>
          <p:grpSpPr>
            <a:xfrm>
              <a:off x="7519588" y="1301414"/>
              <a:ext cx="3847272" cy="921896"/>
              <a:chOff x="7503341" y="1306990"/>
              <a:chExt cx="3847272" cy="921896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0C7C21C0-A9F0-4D30-8F85-7AF55F243B07}"/>
                  </a:ext>
                </a:extLst>
              </p:cNvPr>
              <p:cNvGrpSpPr/>
              <p:nvPr/>
            </p:nvGrpSpPr>
            <p:grpSpPr>
              <a:xfrm>
                <a:off x="7503341" y="1306990"/>
                <a:ext cx="921893" cy="921896"/>
                <a:chOff x="6334398" y="534160"/>
                <a:chExt cx="1123335" cy="1123339"/>
              </a:xfrm>
            </p:grpSpPr>
            <p:sp>
              <p:nvSpPr>
                <p:cNvPr id="64" name="Pie 29">
                  <a:extLst>
                    <a:ext uri="{FF2B5EF4-FFF2-40B4-BE49-F238E27FC236}">
                      <a16:creationId xmlns:a16="http://schemas.microsoft.com/office/drawing/2014/main" id="{6A31F9D9-ABCC-4096-84BD-B778976CD92B}"/>
                    </a:ext>
                  </a:extLst>
                </p:cNvPr>
                <p:cNvSpPr/>
                <p:nvPr/>
              </p:nvSpPr>
              <p:spPr>
                <a:xfrm>
                  <a:off x="6334398" y="534162"/>
                  <a:ext cx="1123335" cy="1123337"/>
                </a:xfrm>
                <a:prstGeom prst="pie">
                  <a:avLst>
                    <a:gd name="adj1" fmla="val 16137849"/>
                    <a:gd name="adj2" fmla="val 14919774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Pie 28">
                  <a:extLst>
                    <a:ext uri="{FF2B5EF4-FFF2-40B4-BE49-F238E27FC236}">
                      <a16:creationId xmlns:a16="http://schemas.microsoft.com/office/drawing/2014/main" id="{9B9AB1CC-124C-4C7D-B978-D478F2F39F13}"/>
                    </a:ext>
                  </a:extLst>
                </p:cNvPr>
                <p:cNvSpPr/>
                <p:nvPr/>
              </p:nvSpPr>
              <p:spPr>
                <a:xfrm>
                  <a:off x="6334398" y="534160"/>
                  <a:ext cx="1123335" cy="1123337"/>
                </a:xfrm>
                <a:prstGeom prst="pie">
                  <a:avLst>
                    <a:gd name="adj1" fmla="val 1022280"/>
                    <a:gd name="adj2" fmla="val 16200000"/>
                  </a:avLst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0430F03C-A945-441D-9A3F-EF183B5A90D5}"/>
                    </a:ext>
                  </a:extLst>
                </p:cNvPr>
                <p:cNvSpPr/>
                <p:nvPr/>
              </p:nvSpPr>
              <p:spPr>
                <a:xfrm>
                  <a:off x="6514326" y="714090"/>
                  <a:ext cx="763479" cy="76348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en-US" sz="1600">
                    <a:solidFill>
                      <a:schemeClr val="accent1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C259F473-D236-4A61-A154-1E8916323E18}"/>
                  </a:ext>
                </a:extLst>
              </p:cNvPr>
              <p:cNvGrpSpPr/>
              <p:nvPr/>
            </p:nvGrpSpPr>
            <p:grpSpPr>
              <a:xfrm>
                <a:off x="8571295" y="1340452"/>
                <a:ext cx="2779318" cy="843821"/>
                <a:chOff x="8571295" y="1314855"/>
                <a:chExt cx="2779318" cy="843821"/>
              </a:xfrm>
            </p:grpSpPr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D2EFC111-446F-4C68-8206-3D244776005C}"/>
                    </a:ext>
                  </a:extLst>
                </p:cNvPr>
                <p:cNvSpPr txBox="1"/>
                <p:nvPr/>
              </p:nvSpPr>
              <p:spPr>
                <a:xfrm>
                  <a:off x="8571295" y="1314855"/>
                  <a:ext cx="24268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  <a:latin typeface="+mj-lt"/>
                    </a:rPr>
                    <a:t>Project Progress C</a:t>
                  </a:r>
                  <a:endParaRPr lang="en-ID" sz="1600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2255658-2E33-4263-8BAB-054A15A08EA3}"/>
                    </a:ext>
                  </a:extLst>
                </p:cNvPr>
                <p:cNvSpPr txBox="1"/>
                <p:nvPr/>
              </p:nvSpPr>
              <p:spPr>
                <a:xfrm>
                  <a:off x="8571297" y="1684187"/>
                  <a:ext cx="2779316" cy="474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ID" sz="1000" dirty="0">
                      <a:solidFill>
                        <a:schemeClr val="bg1"/>
                      </a:solidFill>
                    </a:rPr>
                    <a:t>Lorem ipsum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sit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consectetuer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adipiscing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elit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. Aenean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commodo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ligula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eget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. </a:t>
                  </a:r>
                </a:p>
              </p:txBody>
            </p: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A6FFC68-5099-4517-B121-32484AC97E6E}"/>
                  </a:ext>
                </a:extLst>
              </p:cNvPr>
              <p:cNvSpPr txBox="1"/>
              <p:nvPr/>
            </p:nvSpPr>
            <p:spPr>
              <a:xfrm>
                <a:off x="7666445" y="1629439"/>
                <a:ext cx="5956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+mj-lt"/>
                  </a:rPr>
                  <a:t>75%</a:t>
                </a:r>
                <a:endParaRPr lang="en-ID" sz="12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AA924AD-B66D-40D3-AD7D-42AC56545D15}"/>
              </a:ext>
            </a:extLst>
          </p:cNvPr>
          <p:cNvCxnSpPr>
            <a:cxnSpLocks/>
          </p:cNvCxnSpPr>
          <p:nvPr/>
        </p:nvCxnSpPr>
        <p:spPr>
          <a:xfrm>
            <a:off x="5474154" y="1734270"/>
            <a:ext cx="1260021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aphic 4">
            <a:extLst>
              <a:ext uri="{FF2B5EF4-FFF2-40B4-BE49-F238E27FC236}">
                <a16:creationId xmlns:a16="http://schemas.microsoft.com/office/drawing/2014/main" id="{8AD909F4-8575-46C1-AE97-3F31D28705EC}"/>
              </a:ext>
            </a:extLst>
          </p:cNvPr>
          <p:cNvGrpSpPr/>
          <p:nvPr/>
        </p:nvGrpSpPr>
        <p:grpSpPr>
          <a:xfrm>
            <a:off x="5474154" y="3356398"/>
            <a:ext cx="375935" cy="564800"/>
            <a:chOff x="9268674" y="75498"/>
            <a:chExt cx="614121" cy="922647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85D36EC-21BE-473B-9BB0-B5AC9989B5F7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C9500EE-1229-48F3-A4D3-118A283A643D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B02A6C2-FD47-481A-B324-58E82F788052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D573D57-A4E4-4AE3-B248-0C5B9E6215FD}"/>
              </a:ext>
            </a:extLst>
          </p:cNvPr>
          <p:cNvCxnSpPr>
            <a:cxnSpLocks/>
          </p:cNvCxnSpPr>
          <p:nvPr/>
        </p:nvCxnSpPr>
        <p:spPr>
          <a:xfrm>
            <a:off x="5881839" y="3696952"/>
            <a:ext cx="85233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aphic 4">
            <a:extLst>
              <a:ext uri="{FF2B5EF4-FFF2-40B4-BE49-F238E27FC236}">
                <a16:creationId xmlns:a16="http://schemas.microsoft.com/office/drawing/2014/main" id="{71003AB1-4EE6-4E42-8CFC-274CB7033886}"/>
              </a:ext>
            </a:extLst>
          </p:cNvPr>
          <p:cNvGrpSpPr/>
          <p:nvPr/>
        </p:nvGrpSpPr>
        <p:grpSpPr>
          <a:xfrm>
            <a:off x="4537508" y="5377233"/>
            <a:ext cx="375935" cy="564800"/>
            <a:chOff x="9268674" y="75498"/>
            <a:chExt cx="614121" cy="922647"/>
          </a:xfrm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BDEE785-F7E8-4E21-9BA5-454B5FE39DA6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74259B6-9534-40F3-9282-3F5A7D389369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E93E717-7986-4689-B09C-11A19BF7C731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86990B6-D595-4B76-A331-C8D60E6C168B}"/>
              </a:ext>
            </a:extLst>
          </p:cNvPr>
          <p:cNvCxnSpPr>
            <a:cxnSpLocks/>
          </p:cNvCxnSpPr>
          <p:nvPr/>
        </p:nvCxnSpPr>
        <p:spPr>
          <a:xfrm>
            <a:off x="5474154" y="5659633"/>
            <a:ext cx="1260021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449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aphic 45">
            <a:extLst>
              <a:ext uri="{FF2B5EF4-FFF2-40B4-BE49-F238E27FC236}">
                <a16:creationId xmlns:a16="http://schemas.microsoft.com/office/drawing/2014/main" id="{94BF28D8-320B-4B03-8BAC-93B49AFBE181}"/>
              </a:ext>
            </a:extLst>
          </p:cNvPr>
          <p:cNvGrpSpPr/>
          <p:nvPr/>
        </p:nvGrpSpPr>
        <p:grpSpPr>
          <a:xfrm>
            <a:off x="6111845" y="4602370"/>
            <a:ext cx="404883" cy="536723"/>
            <a:chOff x="1869848" y="-91796"/>
            <a:chExt cx="1515808" cy="2009394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4ECC48F-6421-4F96-AB8A-63F022D02A98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80C5E81-2865-4B4B-BCC5-A90BF61B874C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E8961D1-3ACB-4F93-83A6-68550C742551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A98CEE-9DB5-4AA3-8540-8E415CDBCC3E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F30771A-4941-4286-8DA6-004137875598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30" name="Graphic 69">
            <a:extLst>
              <a:ext uri="{FF2B5EF4-FFF2-40B4-BE49-F238E27FC236}">
                <a16:creationId xmlns:a16="http://schemas.microsoft.com/office/drawing/2014/main" id="{ACAA7909-EAC5-4087-B77C-66FCD6A7D62E}"/>
              </a:ext>
            </a:extLst>
          </p:cNvPr>
          <p:cNvGrpSpPr/>
          <p:nvPr/>
        </p:nvGrpSpPr>
        <p:grpSpPr>
          <a:xfrm>
            <a:off x="5675273" y="4536336"/>
            <a:ext cx="415966" cy="602757"/>
            <a:chOff x="5320703" y="3652300"/>
            <a:chExt cx="1355534" cy="1964239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0BD915F-8FAA-4973-9E99-144F9DDA9283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50B08C5-F361-4864-AB98-18167A179E37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5C004D0-C472-4998-A227-9D3208E681AC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29016EA-C944-4FDA-BEFF-A298BE17D59A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2F019D3-057B-4465-A72F-1B19439D6540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9398F03-A1AD-44E5-8597-505BF83B766A}"/>
              </a:ext>
            </a:extLst>
          </p:cNvPr>
          <p:cNvGrpSpPr/>
          <p:nvPr/>
        </p:nvGrpSpPr>
        <p:grpSpPr>
          <a:xfrm>
            <a:off x="3924395" y="-651754"/>
            <a:ext cx="4343211" cy="8159397"/>
            <a:chOff x="3924660" y="-651754"/>
            <a:chExt cx="4343211" cy="8159397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BEB90D2-84BC-4A5D-AC61-21DDB350CB73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3925718" y="1256339"/>
              <a:ext cx="4341096" cy="4343211"/>
            </a:xfrm>
            <a:custGeom>
              <a:avLst/>
              <a:gdLst>
                <a:gd name="T0" fmla="*/ 1110 w 2219"/>
                <a:gd name="T1" fmla="*/ 2219 h 2219"/>
                <a:gd name="T2" fmla="*/ 678 w 2219"/>
                <a:gd name="T3" fmla="*/ 2132 h 2219"/>
                <a:gd name="T4" fmla="*/ 325 w 2219"/>
                <a:gd name="T5" fmla="*/ 1894 h 2219"/>
                <a:gd name="T6" fmla="*/ 87 w 2219"/>
                <a:gd name="T7" fmla="*/ 1542 h 2219"/>
                <a:gd name="T8" fmla="*/ 0 w 2219"/>
                <a:gd name="T9" fmla="*/ 1110 h 2219"/>
                <a:gd name="T10" fmla="*/ 87 w 2219"/>
                <a:gd name="T11" fmla="*/ 678 h 2219"/>
                <a:gd name="T12" fmla="*/ 325 w 2219"/>
                <a:gd name="T13" fmla="*/ 325 h 2219"/>
                <a:gd name="T14" fmla="*/ 678 w 2219"/>
                <a:gd name="T15" fmla="*/ 88 h 2219"/>
                <a:gd name="T16" fmla="*/ 1110 w 2219"/>
                <a:gd name="T17" fmla="*/ 0 h 2219"/>
                <a:gd name="T18" fmla="*/ 1541 w 2219"/>
                <a:gd name="T19" fmla="*/ 88 h 2219"/>
                <a:gd name="T20" fmla="*/ 1894 w 2219"/>
                <a:gd name="T21" fmla="*/ 325 h 2219"/>
                <a:gd name="T22" fmla="*/ 2132 w 2219"/>
                <a:gd name="T23" fmla="*/ 678 h 2219"/>
                <a:gd name="T24" fmla="*/ 2219 w 2219"/>
                <a:gd name="T25" fmla="*/ 1110 h 2219"/>
                <a:gd name="T26" fmla="*/ 2132 w 2219"/>
                <a:gd name="T27" fmla="*/ 1542 h 2219"/>
                <a:gd name="T28" fmla="*/ 1894 w 2219"/>
                <a:gd name="T29" fmla="*/ 1894 h 2219"/>
                <a:gd name="T30" fmla="*/ 1541 w 2219"/>
                <a:gd name="T31" fmla="*/ 2132 h 2219"/>
                <a:gd name="T32" fmla="*/ 1110 w 2219"/>
                <a:gd name="T33" fmla="*/ 2219 h 2219"/>
                <a:gd name="T34" fmla="*/ 1110 w 2219"/>
                <a:gd name="T35" fmla="*/ 233 h 2219"/>
                <a:gd name="T36" fmla="*/ 233 w 2219"/>
                <a:gd name="T37" fmla="*/ 1110 h 2219"/>
                <a:gd name="T38" fmla="*/ 1110 w 2219"/>
                <a:gd name="T39" fmla="*/ 1987 h 2219"/>
                <a:gd name="T40" fmla="*/ 1986 w 2219"/>
                <a:gd name="T41" fmla="*/ 1110 h 2219"/>
                <a:gd name="T42" fmla="*/ 1110 w 2219"/>
                <a:gd name="T43" fmla="*/ 233 h 2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19" h="2219">
                  <a:moveTo>
                    <a:pt x="1110" y="2219"/>
                  </a:moveTo>
                  <a:cubicBezTo>
                    <a:pt x="960" y="2219"/>
                    <a:pt x="815" y="2190"/>
                    <a:pt x="678" y="2132"/>
                  </a:cubicBezTo>
                  <a:cubicBezTo>
                    <a:pt x="546" y="2076"/>
                    <a:pt x="427" y="1996"/>
                    <a:pt x="325" y="1894"/>
                  </a:cubicBezTo>
                  <a:cubicBezTo>
                    <a:pt x="223" y="1793"/>
                    <a:pt x="143" y="1674"/>
                    <a:pt x="87" y="1542"/>
                  </a:cubicBezTo>
                  <a:cubicBezTo>
                    <a:pt x="29" y="1405"/>
                    <a:pt x="0" y="1260"/>
                    <a:pt x="0" y="1110"/>
                  </a:cubicBezTo>
                  <a:cubicBezTo>
                    <a:pt x="0" y="960"/>
                    <a:pt x="29" y="815"/>
                    <a:pt x="87" y="678"/>
                  </a:cubicBezTo>
                  <a:cubicBezTo>
                    <a:pt x="143" y="546"/>
                    <a:pt x="223" y="427"/>
                    <a:pt x="325" y="325"/>
                  </a:cubicBezTo>
                  <a:cubicBezTo>
                    <a:pt x="427" y="224"/>
                    <a:pt x="546" y="144"/>
                    <a:pt x="678" y="88"/>
                  </a:cubicBezTo>
                  <a:cubicBezTo>
                    <a:pt x="815" y="30"/>
                    <a:pt x="960" y="0"/>
                    <a:pt x="1110" y="0"/>
                  </a:cubicBezTo>
                  <a:cubicBezTo>
                    <a:pt x="1259" y="0"/>
                    <a:pt x="1405" y="30"/>
                    <a:pt x="1541" y="88"/>
                  </a:cubicBezTo>
                  <a:cubicBezTo>
                    <a:pt x="1674" y="144"/>
                    <a:pt x="1792" y="224"/>
                    <a:pt x="1894" y="325"/>
                  </a:cubicBezTo>
                  <a:cubicBezTo>
                    <a:pt x="1996" y="427"/>
                    <a:pt x="2076" y="546"/>
                    <a:pt x="2132" y="678"/>
                  </a:cubicBezTo>
                  <a:cubicBezTo>
                    <a:pt x="2190" y="815"/>
                    <a:pt x="2219" y="960"/>
                    <a:pt x="2219" y="1110"/>
                  </a:cubicBezTo>
                  <a:cubicBezTo>
                    <a:pt x="2219" y="1260"/>
                    <a:pt x="2190" y="1405"/>
                    <a:pt x="2132" y="1542"/>
                  </a:cubicBezTo>
                  <a:cubicBezTo>
                    <a:pt x="2076" y="1674"/>
                    <a:pt x="1996" y="1793"/>
                    <a:pt x="1894" y="1894"/>
                  </a:cubicBezTo>
                  <a:cubicBezTo>
                    <a:pt x="1792" y="1996"/>
                    <a:pt x="1674" y="2076"/>
                    <a:pt x="1541" y="2132"/>
                  </a:cubicBezTo>
                  <a:cubicBezTo>
                    <a:pt x="1405" y="2190"/>
                    <a:pt x="1259" y="2219"/>
                    <a:pt x="1110" y="2219"/>
                  </a:cubicBezTo>
                  <a:close/>
                  <a:moveTo>
                    <a:pt x="1110" y="233"/>
                  </a:moveTo>
                  <a:cubicBezTo>
                    <a:pt x="626" y="233"/>
                    <a:pt x="233" y="626"/>
                    <a:pt x="233" y="1110"/>
                  </a:cubicBezTo>
                  <a:cubicBezTo>
                    <a:pt x="233" y="1593"/>
                    <a:pt x="626" y="1987"/>
                    <a:pt x="1110" y="1987"/>
                  </a:cubicBezTo>
                  <a:cubicBezTo>
                    <a:pt x="1593" y="1987"/>
                    <a:pt x="1986" y="1593"/>
                    <a:pt x="1986" y="1110"/>
                  </a:cubicBezTo>
                  <a:cubicBezTo>
                    <a:pt x="1986" y="626"/>
                    <a:pt x="1593" y="233"/>
                    <a:pt x="1110" y="23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2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351D6A43-69AC-41BA-A37C-34E2CDCE44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446403" y="366244"/>
              <a:ext cx="1299728" cy="567242"/>
            </a:xfrm>
            <a:custGeom>
              <a:avLst/>
              <a:gdLst>
                <a:gd name="T0" fmla="*/ 922 w 922"/>
                <a:gd name="T1" fmla="*/ 268 h 268"/>
                <a:gd name="T2" fmla="*/ 0 w 922"/>
                <a:gd name="T3" fmla="*/ 268 h 268"/>
                <a:gd name="T4" fmla="*/ 0 w 922"/>
                <a:gd name="T5" fmla="*/ 134 h 268"/>
                <a:gd name="T6" fmla="*/ 0 w 922"/>
                <a:gd name="T7" fmla="*/ 0 h 268"/>
                <a:gd name="T8" fmla="*/ 922 w 922"/>
                <a:gd name="T9" fmla="*/ 0 h 268"/>
                <a:gd name="T10" fmla="*/ 922 w 922"/>
                <a:gd name="T11" fmla="*/ 268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2" h="268">
                  <a:moveTo>
                    <a:pt x="922" y="268"/>
                  </a:moveTo>
                  <a:lnTo>
                    <a:pt x="0" y="268"/>
                  </a:lnTo>
                  <a:lnTo>
                    <a:pt x="0" y="134"/>
                  </a:lnTo>
                  <a:lnTo>
                    <a:pt x="0" y="0"/>
                  </a:lnTo>
                  <a:lnTo>
                    <a:pt x="922" y="0"/>
                  </a:lnTo>
                  <a:lnTo>
                    <a:pt x="922" y="268"/>
                  </a:lnTo>
                  <a:close/>
                </a:path>
              </a:pathLst>
            </a:custGeom>
            <a:solidFill>
              <a:srgbClr val="C1C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4026BBF8-D5E6-43C4-ADBD-B7AE0D31706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446403" y="366243"/>
              <a:ext cx="1299727" cy="567242"/>
            </a:xfrm>
            <a:custGeom>
              <a:avLst/>
              <a:gdLst>
                <a:gd name="T0" fmla="*/ 922 w 922"/>
                <a:gd name="T1" fmla="*/ 268 h 268"/>
                <a:gd name="T2" fmla="*/ 0 w 922"/>
                <a:gd name="T3" fmla="*/ 268 h 268"/>
                <a:gd name="T4" fmla="*/ 0 w 922"/>
                <a:gd name="T5" fmla="*/ 134 h 268"/>
                <a:gd name="T6" fmla="*/ 0 w 922"/>
                <a:gd name="T7" fmla="*/ 0 h 268"/>
                <a:gd name="T8" fmla="*/ 922 w 922"/>
                <a:gd name="T9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2" h="268">
                  <a:moveTo>
                    <a:pt x="922" y="268"/>
                  </a:moveTo>
                  <a:lnTo>
                    <a:pt x="0" y="268"/>
                  </a:lnTo>
                  <a:lnTo>
                    <a:pt x="0" y="134"/>
                  </a:lnTo>
                  <a:lnTo>
                    <a:pt x="0" y="0"/>
                  </a:lnTo>
                  <a:lnTo>
                    <a:pt x="922" y="0"/>
                  </a:lnTo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2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35">
              <a:extLst>
                <a:ext uri="{FF2B5EF4-FFF2-40B4-BE49-F238E27FC236}">
                  <a16:creationId xmlns:a16="http://schemas.microsoft.com/office/drawing/2014/main" id="{DA39D087-38EA-4376-A94B-C9B01E934AF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441099" y="5927708"/>
              <a:ext cx="1310335" cy="567242"/>
            </a:xfrm>
            <a:custGeom>
              <a:avLst/>
              <a:gdLst>
                <a:gd name="T0" fmla="*/ 0 w 922"/>
                <a:gd name="T1" fmla="*/ 268 h 268"/>
                <a:gd name="T2" fmla="*/ 922 w 922"/>
                <a:gd name="T3" fmla="*/ 268 h 268"/>
                <a:gd name="T4" fmla="*/ 922 w 922"/>
                <a:gd name="T5" fmla="*/ 134 h 268"/>
                <a:gd name="T6" fmla="*/ 922 w 922"/>
                <a:gd name="T7" fmla="*/ 0 h 268"/>
                <a:gd name="T8" fmla="*/ 0 w 922"/>
                <a:gd name="T9" fmla="*/ 0 h 268"/>
                <a:gd name="T10" fmla="*/ 0 w 922"/>
                <a:gd name="T11" fmla="*/ 268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2" h="268">
                  <a:moveTo>
                    <a:pt x="0" y="268"/>
                  </a:moveTo>
                  <a:lnTo>
                    <a:pt x="922" y="268"/>
                  </a:lnTo>
                  <a:lnTo>
                    <a:pt x="922" y="134"/>
                  </a:lnTo>
                  <a:lnTo>
                    <a:pt x="922" y="0"/>
                  </a:lnTo>
                  <a:lnTo>
                    <a:pt x="0" y="0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" name="Freeform 36">
              <a:extLst>
                <a:ext uri="{FF2B5EF4-FFF2-40B4-BE49-F238E27FC236}">
                  <a16:creationId xmlns:a16="http://schemas.microsoft.com/office/drawing/2014/main" id="{F17FD9C9-3A6E-48D1-8C3B-A1B811982FC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445347" y="5923460"/>
              <a:ext cx="1301839" cy="567242"/>
            </a:xfrm>
            <a:custGeom>
              <a:avLst/>
              <a:gdLst>
                <a:gd name="T0" fmla="*/ 0 w 922"/>
                <a:gd name="T1" fmla="*/ 268 h 268"/>
                <a:gd name="T2" fmla="*/ 922 w 922"/>
                <a:gd name="T3" fmla="*/ 268 h 268"/>
                <a:gd name="T4" fmla="*/ 922 w 922"/>
                <a:gd name="T5" fmla="*/ 134 h 268"/>
                <a:gd name="T6" fmla="*/ 922 w 922"/>
                <a:gd name="T7" fmla="*/ 0 h 268"/>
                <a:gd name="T8" fmla="*/ 0 w 922"/>
                <a:gd name="T9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2" h="268">
                  <a:moveTo>
                    <a:pt x="0" y="268"/>
                  </a:moveTo>
                  <a:lnTo>
                    <a:pt x="922" y="268"/>
                  </a:lnTo>
                  <a:lnTo>
                    <a:pt x="922" y="134"/>
                  </a:lnTo>
                  <a:lnTo>
                    <a:pt x="922" y="0"/>
                  </a:lnTo>
                  <a:lnTo>
                    <a:pt x="0" y="0"/>
                  </a:lnTo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2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1CD9E3D-95B5-4C01-84E8-F69B93244D7F}"/>
                </a:ext>
              </a:extLst>
            </p:cNvPr>
            <p:cNvGrpSpPr/>
            <p:nvPr/>
          </p:nvGrpSpPr>
          <p:grpSpPr>
            <a:xfrm rot="5400000">
              <a:off x="2014452" y="1474346"/>
              <a:ext cx="8159397" cy="3907197"/>
              <a:chOff x="2015508" y="1475402"/>
              <a:chExt cx="8159397" cy="3907197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455B1187-28FF-40A3-B176-152AD1008F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44783" y="1475402"/>
                <a:ext cx="3902964" cy="3907197"/>
              </a:xfrm>
              <a:custGeom>
                <a:avLst/>
                <a:gdLst>
                  <a:gd name="T0" fmla="*/ 913 w 1996"/>
                  <a:gd name="T1" fmla="*/ 1992 h 1996"/>
                  <a:gd name="T2" fmla="*/ 1000 w 1996"/>
                  <a:gd name="T3" fmla="*/ 1986 h 1996"/>
                  <a:gd name="T4" fmla="*/ 1086 w 1996"/>
                  <a:gd name="T5" fmla="*/ 1982 h 1996"/>
                  <a:gd name="T6" fmla="*/ 1087 w 1996"/>
                  <a:gd name="T7" fmla="*/ 1992 h 1996"/>
                  <a:gd name="T8" fmla="*/ 744 w 1996"/>
                  <a:gd name="T9" fmla="*/ 1953 h 1996"/>
                  <a:gd name="T10" fmla="*/ 1258 w 1996"/>
                  <a:gd name="T11" fmla="*/ 1962 h 1996"/>
                  <a:gd name="T12" fmla="*/ 1341 w 1996"/>
                  <a:gd name="T13" fmla="*/ 1935 h 1996"/>
                  <a:gd name="T14" fmla="*/ 578 w 1996"/>
                  <a:gd name="T15" fmla="*/ 1904 h 1996"/>
                  <a:gd name="T16" fmla="*/ 659 w 1996"/>
                  <a:gd name="T17" fmla="*/ 1937 h 1996"/>
                  <a:gd name="T18" fmla="*/ 1493 w 1996"/>
                  <a:gd name="T19" fmla="*/ 1853 h 1996"/>
                  <a:gd name="T20" fmla="*/ 501 w 1996"/>
                  <a:gd name="T21" fmla="*/ 1864 h 1996"/>
                  <a:gd name="T22" fmla="*/ 506 w 1996"/>
                  <a:gd name="T23" fmla="*/ 1855 h 1996"/>
                  <a:gd name="T24" fmla="*/ 1565 w 1996"/>
                  <a:gd name="T25" fmla="*/ 1807 h 1996"/>
                  <a:gd name="T26" fmla="*/ 1571 w 1996"/>
                  <a:gd name="T27" fmla="*/ 1815 h 1996"/>
                  <a:gd name="T28" fmla="*/ 301 w 1996"/>
                  <a:gd name="T29" fmla="*/ 1699 h 1996"/>
                  <a:gd name="T30" fmla="*/ 1704 w 1996"/>
                  <a:gd name="T31" fmla="*/ 1703 h 1996"/>
                  <a:gd name="T32" fmla="*/ 1763 w 1996"/>
                  <a:gd name="T33" fmla="*/ 1639 h 1996"/>
                  <a:gd name="T34" fmla="*/ 182 w 1996"/>
                  <a:gd name="T35" fmla="*/ 1573 h 1996"/>
                  <a:gd name="T36" fmla="*/ 235 w 1996"/>
                  <a:gd name="T37" fmla="*/ 1642 h 1996"/>
                  <a:gd name="T38" fmla="*/ 1854 w 1996"/>
                  <a:gd name="T39" fmla="*/ 1492 h 1996"/>
                  <a:gd name="T40" fmla="*/ 135 w 1996"/>
                  <a:gd name="T41" fmla="*/ 1500 h 1996"/>
                  <a:gd name="T42" fmla="*/ 143 w 1996"/>
                  <a:gd name="T43" fmla="*/ 1495 h 1996"/>
                  <a:gd name="T44" fmla="*/ 1894 w 1996"/>
                  <a:gd name="T45" fmla="*/ 1415 h 1996"/>
                  <a:gd name="T46" fmla="*/ 1903 w 1996"/>
                  <a:gd name="T47" fmla="*/ 1419 h 1996"/>
                  <a:gd name="T48" fmla="*/ 44 w 1996"/>
                  <a:gd name="T49" fmla="*/ 1258 h 1996"/>
                  <a:gd name="T50" fmla="*/ 1962 w 1996"/>
                  <a:gd name="T51" fmla="*/ 1256 h 1996"/>
                  <a:gd name="T52" fmla="*/ 1981 w 1996"/>
                  <a:gd name="T53" fmla="*/ 1171 h 1996"/>
                  <a:gd name="T54" fmla="*/ 4 w 1996"/>
                  <a:gd name="T55" fmla="*/ 1089 h 1996"/>
                  <a:gd name="T56" fmla="*/ 15 w 1996"/>
                  <a:gd name="T57" fmla="*/ 1175 h 1996"/>
                  <a:gd name="T58" fmla="*/ 1986 w 1996"/>
                  <a:gd name="T59" fmla="*/ 998 h 1996"/>
                  <a:gd name="T60" fmla="*/ 1996 w 1996"/>
                  <a:gd name="T61" fmla="*/ 998 h 1996"/>
                  <a:gd name="T62" fmla="*/ 0 w 1996"/>
                  <a:gd name="T63" fmla="*/ 998 h 1996"/>
                  <a:gd name="T64" fmla="*/ 9 w 1996"/>
                  <a:gd name="T65" fmla="*/ 998 h 1996"/>
                  <a:gd name="T66" fmla="*/ 1981 w 1996"/>
                  <a:gd name="T67" fmla="*/ 903 h 1996"/>
                  <a:gd name="T68" fmla="*/ 1991 w 1996"/>
                  <a:gd name="T69" fmla="*/ 902 h 1996"/>
                  <a:gd name="T70" fmla="*/ 14 w 1996"/>
                  <a:gd name="T71" fmla="*/ 829 h 1996"/>
                  <a:gd name="T72" fmla="*/ 23 w 1996"/>
                  <a:gd name="T73" fmla="*/ 831 h 1996"/>
                  <a:gd name="T74" fmla="*/ 1933 w 1996"/>
                  <a:gd name="T75" fmla="*/ 648 h 1996"/>
                  <a:gd name="T76" fmla="*/ 67 w 1996"/>
                  <a:gd name="T77" fmla="*/ 665 h 1996"/>
                  <a:gd name="T78" fmla="*/ 99 w 1996"/>
                  <a:gd name="T79" fmla="*/ 585 h 1996"/>
                  <a:gd name="T80" fmla="*/ 1849 w 1996"/>
                  <a:gd name="T81" fmla="*/ 497 h 1996"/>
                  <a:gd name="T82" fmla="*/ 1890 w 1996"/>
                  <a:gd name="T83" fmla="*/ 573 h 1996"/>
                  <a:gd name="T84" fmla="*/ 177 w 1996"/>
                  <a:gd name="T85" fmla="*/ 430 h 1996"/>
                  <a:gd name="T86" fmla="*/ 1803 w 1996"/>
                  <a:gd name="T87" fmla="*/ 424 h 1996"/>
                  <a:gd name="T88" fmla="*/ 1810 w 1996"/>
                  <a:gd name="T89" fmla="*/ 419 h 1996"/>
                  <a:gd name="T90" fmla="*/ 229 w 1996"/>
                  <a:gd name="T91" fmla="*/ 361 h 1996"/>
                  <a:gd name="T92" fmla="*/ 237 w 1996"/>
                  <a:gd name="T93" fmla="*/ 367 h 1996"/>
                  <a:gd name="T94" fmla="*/ 1633 w 1996"/>
                  <a:gd name="T95" fmla="*/ 228 h 1996"/>
                  <a:gd name="T96" fmla="*/ 358 w 1996"/>
                  <a:gd name="T97" fmla="*/ 245 h 1996"/>
                  <a:gd name="T98" fmla="*/ 426 w 1996"/>
                  <a:gd name="T99" fmla="*/ 192 h 1996"/>
                  <a:gd name="T100" fmla="*/ 1485 w 1996"/>
                  <a:gd name="T101" fmla="*/ 138 h 1996"/>
                  <a:gd name="T102" fmla="*/ 1558 w 1996"/>
                  <a:gd name="T103" fmla="*/ 184 h 1996"/>
                  <a:gd name="T104" fmla="*/ 570 w 1996"/>
                  <a:gd name="T105" fmla="*/ 96 h 1996"/>
                  <a:gd name="T106" fmla="*/ 1409 w 1996"/>
                  <a:gd name="T107" fmla="*/ 99 h 1996"/>
                  <a:gd name="T108" fmla="*/ 1413 w 1996"/>
                  <a:gd name="T109" fmla="*/ 90 h 1996"/>
                  <a:gd name="T110" fmla="*/ 650 w 1996"/>
                  <a:gd name="T111" fmla="*/ 62 h 1996"/>
                  <a:gd name="T112" fmla="*/ 654 w 1996"/>
                  <a:gd name="T113" fmla="*/ 71 h 1996"/>
                  <a:gd name="T114" fmla="*/ 1164 w 1996"/>
                  <a:gd name="T115" fmla="*/ 14 h 1996"/>
                  <a:gd name="T116" fmla="*/ 820 w 1996"/>
                  <a:gd name="T117" fmla="*/ 26 h 1996"/>
                  <a:gd name="T118" fmla="*/ 905 w 1996"/>
                  <a:gd name="T119" fmla="*/ 14 h 1996"/>
                  <a:gd name="T120" fmla="*/ 991 w 1996"/>
                  <a:gd name="T121" fmla="*/ 10 h 1996"/>
                  <a:gd name="T122" fmla="*/ 1077 w 1996"/>
                  <a:gd name="T123" fmla="*/ 13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96" h="1996">
                    <a:moveTo>
                      <a:pt x="1000" y="1996"/>
                    </a:moveTo>
                    <a:cubicBezTo>
                      <a:pt x="998" y="1996"/>
                      <a:pt x="998" y="1996"/>
                      <a:pt x="998" y="1996"/>
                    </a:cubicBezTo>
                    <a:cubicBezTo>
                      <a:pt x="969" y="1996"/>
                      <a:pt x="941" y="1995"/>
                      <a:pt x="913" y="1992"/>
                    </a:cubicBezTo>
                    <a:cubicBezTo>
                      <a:pt x="914" y="1983"/>
                      <a:pt x="914" y="1983"/>
                      <a:pt x="914" y="1983"/>
                    </a:cubicBezTo>
                    <a:cubicBezTo>
                      <a:pt x="941" y="1985"/>
                      <a:pt x="970" y="1986"/>
                      <a:pt x="998" y="1986"/>
                    </a:cubicBezTo>
                    <a:cubicBezTo>
                      <a:pt x="1000" y="1986"/>
                      <a:pt x="1000" y="1986"/>
                      <a:pt x="1000" y="1986"/>
                    </a:cubicBezTo>
                    <a:lnTo>
                      <a:pt x="1000" y="1996"/>
                    </a:lnTo>
                    <a:close/>
                    <a:moveTo>
                      <a:pt x="1087" y="1992"/>
                    </a:moveTo>
                    <a:cubicBezTo>
                      <a:pt x="1086" y="1982"/>
                      <a:pt x="1086" y="1982"/>
                      <a:pt x="1086" y="1982"/>
                    </a:cubicBezTo>
                    <a:cubicBezTo>
                      <a:pt x="1114" y="1980"/>
                      <a:pt x="1143" y="1976"/>
                      <a:pt x="1171" y="1971"/>
                    </a:cubicBezTo>
                    <a:cubicBezTo>
                      <a:pt x="1173" y="1981"/>
                      <a:pt x="1173" y="1981"/>
                      <a:pt x="1173" y="1981"/>
                    </a:cubicBezTo>
                    <a:cubicBezTo>
                      <a:pt x="1144" y="1986"/>
                      <a:pt x="1115" y="1989"/>
                      <a:pt x="1087" y="1992"/>
                    </a:cubicBezTo>
                    <a:close/>
                    <a:moveTo>
                      <a:pt x="827" y="1981"/>
                    </a:moveTo>
                    <a:cubicBezTo>
                      <a:pt x="798" y="1976"/>
                      <a:pt x="770" y="1970"/>
                      <a:pt x="742" y="1963"/>
                    </a:cubicBezTo>
                    <a:cubicBezTo>
                      <a:pt x="744" y="1953"/>
                      <a:pt x="744" y="1953"/>
                      <a:pt x="744" y="1953"/>
                    </a:cubicBezTo>
                    <a:cubicBezTo>
                      <a:pt x="772" y="1961"/>
                      <a:pt x="800" y="1967"/>
                      <a:pt x="828" y="1972"/>
                    </a:cubicBezTo>
                    <a:lnTo>
                      <a:pt x="827" y="1981"/>
                    </a:lnTo>
                    <a:close/>
                    <a:moveTo>
                      <a:pt x="1258" y="1962"/>
                    </a:moveTo>
                    <a:cubicBezTo>
                      <a:pt x="1255" y="1952"/>
                      <a:pt x="1255" y="1952"/>
                      <a:pt x="1255" y="1952"/>
                    </a:cubicBezTo>
                    <a:cubicBezTo>
                      <a:pt x="1283" y="1945"/>
                      <a:pt x="1310" y="1936"/>
                      <a:pt x="1337" y="1926"/>
                    </a:cubicBezTo>
                    <a:cubicBezTo>
                      <a:pt x="1341" y="1935"/>
                      <a:pt x="1341" y="1935"/>
                      <a:pt x="1341" y="1935"/>
                    </a:cubicBezTo>
                    <a:cubicBezTo>
                      <a:pt x="1313" y="1945"/>
                      <a:pt x="1286" y="1954"/>
                      <a:pt x="1258" y="1962"/>
                    </a:cubicBezTo>
                    <a:close/>
                    <a:moveTo>
                      <a:pt x="659" y="1937"/>
                    </a:moveTo>
                    <a:cubicBezTo>
                      <a:pt x="632" y="1927"/>
                      <a:pt x="605" y="1916"/>
                      <a:pt x="578" y="1904"/>
                    </a:cubicBezTo>
                    <a:cubicBezTo>
                      <a:pt x="582" y="1895"/>
                      <a:pt x="582" y="1895"/>
                      <a:pt x="582" y="1895"/>
                    </a:cubicBezTo>
                    <a:cubicBezTo>
                      <a:pt x="608" y="1907"/>
                      <a:pt x="635" y="1918"/>
                      <a:pt x="662" y="1928"/>
                    </a:cubicBezTo>
                    <a:lnTo>
                      <a:pt x="659" y="1937"/>
                    </a:lnTo>
                    <a:close/>
                    <a:moveTo>
                      <a:pt x="1421" y="1902"/>
                    </a:moveTo>
                    <a:cubicBezTo>
                      <a:pt x="1417" y="1893"/>
                      <a:pt x="1417" y="1893"/>
                      <a:pt x="1417" y="1893"/>
                    </a:cubicBezTo>
                    <a:cubicBezTo>
                      <a:pt x="1443" y="1881"/>
                      <a:pt x="1468" y="1868"/>
                      <a:pt x="1493" y="1853"/>
                    </a:cubicBezTo>
                    <a:cubicBezTo>
                      <a:pt x="1498" y="1862"/>
                      <a:pt x="1498" y="1862"/>
                      <a:pt x="1498" y="1862"/>
                    </a:cubicBezTo>
                    <a:cubicBezTo>
                      <a:pt x="1473" y="1876"/>
                      <a:pt x="1447" y="1890"/>
                      <a:pt x="1421" y="1902"/>
                    </a:cubicBezTo>
                    <a:close/>
                    <a:moveTo>
                      <a:pt x="501" y="1864"/>
                    </a:moveTo>
                    <a:cubicBezTo>
                      <a:pt x="476" y="1850"/>
                      <a:pt x="451" y="1834"/>
                      <a:pt x="428" y="1817"/>
                    </a:cubicBezTo>
                    <a:cubicBezTo>
                      <a:pt x="433" y="1809"/>
                      <a:pt x="433" y="1809"/>
                      <a:pt x="433" y="1809"/>
                    </a:cubicBezTo>
                    <a:cubicBezTo>
                      <a:pt x="457" y="1826"/>
                      <a:pt x="481" y="1841"/>
                      <a:pt x="506" y="1855"/>
                    </a:cubicBezTo>
                    <a:lnTo>
                      <a:pt x="501" y="1864"/>
                    </a:lnTo>
                    <a:close/>
                    <a:moveTo>
                      <a:pt x="1571" y="1815"/>
                    </a:moveTo>
                    <a:cubicBezTo>
                      <a:pt x="1565" y="1807"/>
                      <a:pt x="1565" y="1807"/>
                      <a:pt x="1565" y="1807"/>
                    </a:cubicBezTo>
                    <a:cubicBezTo>
                      <a:pt x="1589" y="1790"/>
                      <a:pt x="1612" y="1773"/>
                      <a:pt x="1634" y="1754"/>
                    </a:cubicBezTo>
                    <a:cubicBezTo>
                      <a:pt x="1640" y="1762"/>
                      <a:pt x="1640" y="1762"/>
                      <a:pt x="1640" y="1762"/>
                    </a:cubicBezTo>
                    <a:cubicBezTo>
                      <a:pt x="1618" y="1780"/>
                      <a:pt x="1595" y="1798"/>
                      <a:pt x="1571" y="1815"/>
                    </a:cubicBezTo>
                    <a:close/>
                    <a:moveTo>
                      <a:pt x="358" y="1765"/>
                    </a:moveTo>
                    <a:cubicBezTo>
                      <a:pt x="336" y="1746"/>
                      <a:pt x="315" y="1726"/>
                      <a:pt x="294" y="1706"/>
                    </a:cubicBezTo>
                    <a:cubicBezTo>
                      <a:pt x="301" y="1699"/>
                      <a:pt x="301" y="1699"/>
                      <a:pt x="301" y="1699"/>
                    </a:cubicBezTo>
                    <a:cubicBezTo>
                      <a:pt x="321" y="1719"/>
                      <a:pt x="343" y="1739"/>
                      <a:pt x="365" y="1757"/>
                    </a:cubicBezTo>
                    <a:lnTo>
                      <a:pt x="358" y="1765"/>
                    </a:lnTo>
                    <a:close/>
                    <a:moveTo>
                      <a:pt x="1704" y="1703"/>
                    </a:moveTo>
                    <a:cubicBezTo>
                      <a:pt x="1697" y="1696"/>
                      <a:pt x="1697" y="1696"/>
                      <a:pt x="1697" y="1696"/>
                    </a:cubicBezTo>
                    <a:cubicBezTo>
                      <a:pt x="1717" y="1676"/>
                      <a:pt x="1737" y="1654"/>
                      <a:pt x="1755" y="1632"/>
                    </a:cubicBezTo>
                    <a:cubicBezTo>
                      <a:pt x="1763" y="1639"/>
                      <a:pt x="1763" y="1639"/>
                      <a:pt x="1763" y="1639"/>
                    </a:cubicBezTo>
                    <a:cubicBezTo>
                      <a:pt x="1744" y="1661"/>
                      <a:pt x="1724" y="1682"/>
                      <a:pt x="1704" y="1703"/>
                    </a:cubicBezTo>
                    <a:close/>
                    <a:moveTo>
                      <a:pt x="235" y="1642"/>
                    </a:moveTo>
                    <a:cubicBezTo>
                      <a:pt x="217" y="1620"/>
                      <a:pt x="199" y="1597"/>
                      <a:pt x="182" y="1573"/>
                    </a:cubicBezTo>
                    <a:cubicBezTo>
                      <a:pt x="190" y="1568"/>
                      <a:pt x="190" y="1568"/>
                      <a:pt x="190" y="1568"/>
                    </a:cubicBezTo>
                    <a:cubicBezTo>
                      <a:pt x="206" y="1591"/>
                      <a:pt x="224" y="1614"/>
                      <a:pt x="243" y="1636"/>
                    </a:cubicBezTo>
                    <a:lnTo>
                      <a:pt x="235" y="1642"/>
                    </a:lnTo>
                    <a:close/>
                    <a:moveTo>
                      <a:pt x="1816" y="1570"/>
                    </a:moveTo>
                    <a:cubicBezTo>
                      <a:pt x="1808" y="1564"/>
                      <a:pt x="1808" y="1564"/>
                      <a:pt x="1808" y="1564"/>
                    </a:cubicBezTo>
                    <a:cubicBezTo>
                      <a:pt x="1824" y="1541"/>
                      <a:pt x="1840" y="1516"/>
                      <a:pt x="1854" y="1492"/>
                    </a:cubicBezTo>
                    <a:cubicBezTo>
                      <a:pt x="1862" y="1496"/>
                      <a:pt x="1862" y="1496"/>
                      <a:pt x="1862" y="1496"/>
                    </a:cubicBezTo>
                    <a:cubicBezTo>
                      <a:pt x="1848" y="1521"/>
                      <a:pt x="1832" y="1546"/>
                      <a:pt x="1816" y="1570"/>
                    </a:cubicBezTo>
                    <a:close/>
                    <a:moveTo>
                      <a:pt x="135" y="1500"/>
                    </a:moveTo>
                    <a:cubicBezTo>
                      <a:pt x="120" y="1475"/>
                      <a:pt x="107" y="1449"/>
                      <a:pt x="94" y="1423"/>
                    </a:cubicBezTo>
                    <a:cubicBezTo>
                      <a:pt x="103" y="1419"/>
                      <a:pt x="103" y="1419"/>
                      <a:pt x="103" y="1419"/>
                    </a:cubicBezTo>
                    <a:cubicBezTo>
                      <a:pt x="115" y="1445"/>
                      <a:pt x="129" y="1471"/>
                      <a:pt x="143" y="1495"/>
                    </a:cubicBezTo>
                    <a:lnTo>
                      <a:pt x="135" y="1500"/>
                    </a:lnTo>
                    <a:close/>
                    <a:moveTo>
                      <a:pt x="1903" y="1419"/>
                    </a:moveTo>
                    <a:cubicBezTo>
                      <a:pt x="1894" y="1415"/>
                      <a:pt x="1894" y="1415"/>
                      <a:pt x="1894" y="1415"/>
                    </a:cubicBezTo>
                    <a:cubicBezTo>
                      <a:pt x="1906" y="1389"/>
                      <a:pt x="1917" y="1362"/>
                      <a:pt x="1927" y="1336"/>
                    </a:cubicBezTo>
                    <a:cubicBezTo>
                      <a:pt x="1936" y="1339"/>
                      <a:pt x="1936" y="1339"/>
                      <a:pt x="1936" y="1339"/>
                    </a:cubicBezTo>
                    <a:cubicBezTo>
                      <a:pt x="1926" y="1366"/>
                      <a:pt x="1915" y="1393"/>
                      <a:pt x="1903" y="1419"/>
                    </a:cubicBezTo>
                    <a:close/>
                    <a:moveTo>
                      <a:pt x="61" y="1343"/>
                    </a:moveTo>
                    <a:cubicBezTo>
                      <a:pt x="51" y="1316"/>
                      <a:pt x="42" y="1288"/>
                      <a:pt x="34" y="1260"/>
                    </a:cubicBezTo>
                    <a:cubicBezTo>
                      <a:pt x="44" y="1258"/>
                      <a:pt x="44" y="1258"/>
                      <a:pt x="44" y="1258"/>
                    </a:cubicBezTo>
                    <a:cubicBezTo>
                      <a:pt x="51" y="1285"/>
                      <a:pt x="60" y="1313"/>
                      <a:pt x="70" y="1340"/>
                    </a:cubicBezTo>
                    <a:lnTo>
                      <a:pt x="61" y="1343"/>
                    </a:lnTo>
                    <a:close/>
                    <a:moveTo>
                      <a:pt x="1962" y="1256"/>
                    </a:moveTo>
                    <a:cubicBezTo>
                      <a:pt x="1952" y="1253"/>
                      <a:pt x="1952" y="1253"/>
                      <a:pt x="1952" y="1253"/>
                    </a:cubicBezTo>
                    <a:cubicBezTo>
                      <a:pt x="1960" y="1226"/>
                      <a:pt x="1966" y="1198"/>
                      <a:pt x="1971" y="1169"/>
                    </a:cubicBezTo>
                    <a:cubicBezTo>
                      <a:pt x="1981" y="1171"/>
                      <a:pt x="1981" y="1171"/>
                      <a:pt x="1981" y="1171"/>
                    </a:cubicBezTo>
                    <a:cubicBezTo>
                      <a:pt x="1976" y="1199"/>
                      <a:pt x="1969" y="1228"/>
                      <a:pt x="1962" y="1256"/>
                    </a:cubicBezTo>
                    <a:close/>
                    <a:moveTo>
                      <a:pt x="15" y="1175"/>
                    </a:moveTo>
                    <a:cubicBezTo>
                      <a:pt x="10" y="1147"/>
                      <a:pt x="6" y="1118"/>
                      <a:pt x="4" y="1089"/>
                    </a:cubicBezTo>
                    <a:cubicBezTo>
                      <a:pt x="13" y="1088"/>
                      <a:pt x="13" y="1088"/>
                      <a:pt x="13" y="1088"/>
                    </a:cubicBezTo>
                    <a:cubicBezTo>
                      <a:pt x="16" y="1117"/>
                      <a:pt x="20" y="1146"/>
                      <a:pt x="25" y="1174"/>
                    </a:cubicBezTo>
                    <a:lnTo>
                      <a:pt x="15" y="1175"/>
                    </a:lnTo>
                    <a:close/>
                    <a:moveTo>
                      <a:pt x="1992" y="1085"/>
                    </a:moveTo>
                    <a:cubicBezTo>
                      <a:pt x="1982" y="1084"/>
                      <a:pt x="1982" y="1084"/>
                      <a:pt x="1982" y="1084"/>
                    </a:cubicBezTo>
                    <a:cubicBezTo>
                      <a:pt x="1985" y="1056"/>
                      <a:pt x="1986" y="1027"/>
                      <a:pt x="1986" y="998"/>
                    </a:cubicBezTo>
                    <a:cubicBezTo>
                      <a:pt x="1986" y="995"/>
                      <a:pt x="1986" y="992"/>
                      <a:pt x="1986" y="989"/>
                    </a:cubicBezTo>
                    <a:cubicBezTo>
                      <a:pt x="1996" y="989"/>
                      <a:pt x="1996" y="989"/>
                      <a:pt x="1996" y="989"/>
                    </a:cubicBezTo>
                    <a:cubicBezTo>
                      <a:pt x="1996" y="992"/>
                      <a:pt x="1996" y="995"/>
                      <a:pt x="1996" y="998"/>
                    </a:cubicBezTo>
                    <a:cubicBezTo>
                      <a:pt x="1996" y="1027"/>
                      <a:pt x="1994" y="1056"/>
                      <a:pt x="1992" y="1085"/>
                    </a:cubicBezTo>
                    <a:close/>
                    <a:moveTo>
                      <a:pt x="0" y="1002"/>
                    </a:moveTo>
                    <a:cubicBezTo>
                      <a:pt x="0" y="998"/>
                      <a:pt x="0" y="998"/>
                      <a:pt x="0" y="998"/>
                    </a:cubicBezTo>
                    <a:cubicBezTo>
                      <a:pt x="0" y="971"/>
                      <a:pt x="1" y="943"/>
                      <a:pt x="3" y="916"/>
                    </a:cubicBezTo>
                    <a:cubicBezTo>
                      <a:pt x="13" y="916"/>
                      <a:pt x="13" y="916"/>
                      <a:pt x="13" y="916"/>
                    </a:cubicBezTo>
                    <a:cubicBezTo>
                      <a:pt x="10" y="943"/>
                      <a:pt x="9" y="971"/>
                      <a:pt x="9" y="998"/>
                    </a:cubicBezTo>
                    <a:cubicBezTo>
                      <a:pt x="9" y="1002"/>
                      <a:pt x="9" y="1002"/>
                      <a:pt x="9" y="1002"/>
                    </a:cubicBezTo>
                    <a:lnTo>
                      <a:pt x="0" y="1002"/>
                    </a:lnTo>
                    <a:close/>
                    <a:moveTo>
                      <a:pt x="1981" y="903"/>
                    </a:moveTo>
                    <a:cubicBezTo>
                      <a:pt x="1979" y="874"/>
                      <a:pt x="1975" y="846"/>
                      <a:pt x="1969" y="818"/>
                    </a:cubicBezTo>
                    <a:cubicBezTo>
                      <a:pt x="1979" y="816"/>
                      <a:pt x="1979" y="816"/>
                      <a:pt x="1979" y="816"/>
                    </a:cubicBezTo>
                    <a:cubicBezTo>
                      <a:pt x="1984" y="844"/>
                      <a:pt x="1988" y="873"/>
                      <a:pt x="1991" y="902"/>
                    </a:cubicBezTo>
                    <a:lnTo>
                      <a:pt x="1981" y="903"/>
                    </a:lnTo>
                    <a:close/>
                    <a:moveTo>
                      <a:pt x="23" y="831"/>
                    </a:moveTo>
                    <a:cubicBezTo>
                      <a:pt x="14" y="829"/>
                      <a:pt x="14" y="829"/>
                      <a:pt x="14" y="829"/>
                    </a:cubicBezTo>
                    <a:cubicBezTo>
                      <a:pt x="19" y="801"/>
                      <a:pt x="25" y="772"/>
                      <a:pt x="32" y="744"/>
                    </a:cubicBezTo>
                    <a:cubicBezTo>
                      <a:pt x="41" y="747"/>
                      <a:pt x="41" y="747"/>
                      <a:pt x="41" y="747"/>
                    </a:cubicBezTo>
                    <a:cubicBezTo>
                      <a:pt x="34" y="774"/>
                      <a:pt x="28" y="803"/>
                      <a:pt x="23" y="831"/>
                    </a:cubicBezTo>
                    <a:close/>
                    <a:moveTo>
                      <a:pt x="1950" y="734"/>
                    </a:moveTo>
                    <a:cubicBezTo>
                      <a:pt x="1942" y="706"/>
                      <a:pt x="1934" y="679"/>
                      <a:pt x="1924" y="652"/>
                    </a:cubicBezTo>
                    <a:cubicBezTo>
                      <a:pt x="1933" y="648"/>
                      <a:pt x="1933" y="648"/>
                      <a:pt x="1933" y="648"/>
                    </a:cubicBezTo>
                    <a:cubicBezTo>
                      <a:pt x="1943" y="676"/>
                      <a:pt x="1952" y="703"/>
                      <a:pt x="1960" y="731"/>
                    </a:cubicBezTo>
                    <a:lnTo>
                      <a:pt x="1950" y="734"/>
                    </a:lnTo>
                    <a:close/>
                    <a:moveTo>
                      <a:pt x="67" y="665"/>
                    </a:moveTo>
                    <a:cubicBezTo>
                      <a:pt x="58" y="661"/>
                      <a:pt x="58" y="661"/>
                      <a:pt x="58" y="661"/>
                    </a:cubicBezTo>
                    <a:cubicBezTo>
                      <a:pt x="67" y="634"/>
                      <a:pt x="79" y="607"/>
                      <a:pt x="91" y="581"/>
                    </a:cubicBezTo>
                    <a:cubicBezTo>
                      <a:pt x="99" y="585"/>
                      <a:pt x="99" y="585"/>
                      <a:pt x="99" y="585"/>
                    </a:cubicBezTo>
                    <a:cubicBezTo>
                      <a:pt x="88" y="611"/>
                      <a:pt x="77" y="638"/>
                      <a:pt x="67" y="665"/>
                    </a:cubicBezTo>
                    <a:close/>
                    <a:moveTo>
                      <a:pt x="1890" y="573"/>
                    </a:moveTo>
                    <a:cubicBezTo>
                      <a:pt x="1878" y="547"/>
                      <a:pt x="1864" y="521"/>
                      <a:pt x="1849" y="497"/>
                    </a:cubicBezTo>
                    <a:cubicBezTo>
                      <a:pt x="1858" y="492"/>
                      <a:pt x="1858" y="492"/>
                      <a:pt x="1858" y="492"/>
                    </a:cubicBezTo>
                    <a:cubicBezTo>
                      <a:pt x="1873" y="517"/>
                      <a:pt x="1886" y="542"/>
                      <a:pt x="1899" y="568"/>
                    </a:cubicBezTo>
                    <a:lnTo>
                      <a:pt x="1890" y="573"/>
                    </a:lnTo>
                    <a:close/>
                    <a:moveTo>
                      <a:pt x="139" y="508"/>
                    </a:moveTo>
                    <a:cubicBezTo>
                      <a:pt x="130" y="503"/>
                      <a:pt x="130" y="503"/>
                      <a:pt x="130" y="503"/>
                    </a:cubicBezTo>
                    <a:cubicBezTo>
                      <a:pt x="145" y="478"/>
                      <a:pt x="160" y="454"/>
                      <a:pt x="177" y="430"/>
                    </a:cubicBezTo>
                    <a:cubicBezTo>
                      <a:pt x="185" y="435"/>
                      <a:pt x="185" y="435"/>
                      <a:pt x="185" y="435"/>
                    </a:cubicBezTo>
                    <a:cubicBezTo>
                      <a:pt x="169" y="459"/>
                      <a:pt x="153" y="483"/>
                      <a:pt x="139" y="508"/>
                    </a:cubicBezTo>
                    <a:close/>
                    <a:moveTo>
                      <a:pt x="1803" y="424"/>
                    </a:moveTo>
                    <a:cubicBezTo>
                      <a:pt x="1786" y="401"/>
                      <a:pt x="1768" y="378"/>
                      <a:pt x="1750" y="357"/>
                    </a:cubicBezTo>
                    <a:cubicBezTo>
                      <a:pt x="1757" y="350"/>
                      <a:pt x="1757" y="350"/>
                      <a:pt x="1757" y="350"/>
                    </a:cubicBezTo>
                    <a:cubicBezTo>
                      <a:pt x="1776" y="372"/>
                      <a:pt x="1794" y="395"/>
                      <a:pt x="1810" y="419"/>
                    </a:cubicBezTo>
                    <a:lnTo>
                      <a:pt x="1803" y="424"/>
                    </a:lnTo>
                    <a:close/>
                    <a:moveTo>
                      <a:pt x="237" y="367"/>
                    </a:moveTo>
                    <a:cubicBezTo>
                      <a:pt x="229" y="361"/>
                      <a:pt x="229" y="361"/>
                      <a:pt x="229" y="361"/>
                    </a:cubicBezTo>
                    <a:cubicBezTo>
                      <a:pt x="248" y="338"/>
                      <a:pt x="268" y="317"/>
                      <a:pt x="288" y="296"/>
                    </a:cubicBezTo>
                    <a:cubicBezTo>
                      <a:pt x="295" y="303"/>
                      <a:pt x="295" y="303"/>
                      <a:pt x="295" y="303"/>
                    </a:cubicBezTo>
                    <a:cubicBezTo>
                      <a:pt x="275" y="323"/>
                      <a:pt x="255" y="345"/>
                      <a:pt x="237" y="367"/>
                    </a:cubicBezTo>
                    <a:close/>
                    <a:moveTo>
                      <a:pt x="1691" y="294"/>
                    </a:moveTo>
                    <a:cubicBezTo>
                      <a:pt x="1670" y="274"/>
                      <a:pt x="1649" y="254"/>
                      <a:pt x="1627" y="236"/>
                    </a:cubicBezTo>
                    <a:cubicBezTo>
                      <a:pt x="1633" y="228"/>
                      <a:pt x="1633" y="228"/>
                      <a:pt x="1633" y="228"/>
                    </a:cubicBezTo>
                    <a:cubicBezTo>
                      <a:pt x="1655" y="247"/>
                      <a:pt x="1677" y="266"/>
                      <a:pt x="1698" y="287"/>
                    </a:cubicBezTo>
                    <a:lnTo>
                      <a:pt x="1691" y="294"/>
                    </a:lnTo>
                    <a:close/>
                    <a:moveTo>
                      <a:pt x="358" y="245"/>
                    </a:moveTo>
                    <a:cubicBezTo>
                      <a:pt x="352" y="237"/>
                      <a:pt x="352" y="237"/>
                      <a:pt x="352" y="237"/>
                    </a:cubicBezTo>
                    <a:cubicBezTo>
                      <a:pt x="374" y="218"/>
                      <a:pt x="397" y="200"/>
                      <a:pt x="420" y="184"/>
                    </a:cubicBezTo>
                    <a:cubicBezTo>
                      <a:pt x="426" y="192"/>
                      <a:pt x="426" y="192"/>
                      <a:pt x="426" y="192"/>
                    </a:cubicBezTo>
                    <a:cubicBezTo>
                      <a:pt x="403" y="208"/>
                      <a:pt x="380" y="226"/>
                      <a:pt x="358" y="245"/>
                    </a:cubicBezTo>
                    <a:close/>
                    <a:moveTo>
                      <a:pt x="1558" y="184"/>
                    </a:moveTo>
                    <a:cubicBezTo>
                      <a:pt x="1535" y="168"/>
                      <a:pt x="1510" y="152"/>
                      <a:pt x="1485" y="138"/>
                    </a:cubicBezTo>
                    <a:cubicBezTo>
                      <a:pt x="1490" y="130"/>
                      <a:pt x="1490" y="130"/>
                      <a:pt x="1490" y="130"/>
                    </a:cubicBezTo>
                    <a:cubicBezTo>
                      <a:pt x="1515" y="144"/>
                      <a:pt x="1540" y="160"/>
                      <a:pt x="1564" y="176"/>
                    </a:cubicBezTo>
                    <a:lnTo>
                      <a:pt x="1558" y="184"/>
                    </a:lnTo>
                    <a:close/>
                    <a:moveTo>
                      <a:pt x="498" y="145"/>
                    </a:moveTo>
                    <a:cubicBezTo>
                      <a:pt x="493" y="136"/>
                      <a:pt x="493" y="136"/>
                      <a:pt x="493" y="136"/>
                    </a:cubicBezTo>
                    <a:cubicBezTo>
                      <a:pt x="518" y="122"/>
                      <a:pt x="544" y="108"/>
                      <a:pt x="570" y="96"/>
                    </a:cubicBezTo>
                    <a:cubicBezTo>
                      <a:pt x="574" y="105"/>
                      <a:pt x="574" y="105"/>
                      <a:pt x="574" y="105"/>
                    </a:cubicBezTo>
                    <a:cubicBezTo>
                      <a:pt x="549" y="117"/>
                      <a:pt x="523" y="130"/>
                      <a:pt x="498" y="145"/>
                    </a:cubicBezTo>
                    <a:close/>
                    <a:moveTo>
                      <a:pt x="1409" y="99"/>
                    </a:moveTo>
                    <a:cubicBezTo>
                      <a:pt x="1383" y="87"/>
                      <a:pt x="1356" y="76"/>
                      <a:pt x="1329" y="67"/>
                    </a:cubicBezTo>
                    <a:cubicBezTo>
                      <a:pt x="1332" y="57"/>
                      <a:pt x="1332" y="57"/>
                      <a:pt x="1332" y="57"/>
                    </a:cubicBezTo>
                    <a:cubicBezTo>
                      <a:pt x="1359" y="67"/>
                      <a:pt x="1386" y="78"/>
                      <a:pt x="1413" y="90"/>
                    </a:cubicBezTo>
                    <a:lnTo>
                      <a:pt x="1409" y="99"/>
                    </a:lnTo>
                    <a:close/>
                    <a:moveTo>
                      <a:pt x="654" y="71"/>
                    </a:moveTo>
                    <a:cubicBezTo>
                      <a:pt x="650" y="62"/>
                      <a:pt x="650" y="62"/>
                      <a:pt x="650" y="62"/>
                    </a:cubicBezTo>
                    <a:cubicBezTo>
                      <a:pt x="677" y="52"/>
                      <a:pt x="705" y="43"/>
                      <a:pt x="733" y="35"/>
                    </a:cubicBezTo>
                    <a:cubicBezTo>
                      <a:pt x="736" y="45"/>
                      <a:pt x="736" y="45"/>
                      <a:pt x="736" y="45"/>
                    </a:cubicBezTo>
                    <a:cubicBezTo>
                      <a:pt x="708" y="52"/>
                      <a:pt x="680" y="61"/>
                      <a:pt x="654" y="71"/>
                    </a:cubicBezTo>
                    <a:close/>
                    <a:moveTo>
                      <a:pt x="1246" y="41"/>
                    </a:moveTo>
                    <a:cubicBezTo>
                      <a:pt x="1219" y="34"/>
                      <a:pt x="1190" y="28"/>
                      <a:pt x="1162" y="23"/>
                    </a:cubicBezTo>
                    <a:cubicBezTo>
                      <a:pt x="1164" y="14"/>
                      <a:pt x="1164" y="14"/>
                      <a:pt x="1164" y="14"/>
                    </a:cubicBezTo>
                    <a:cubicBezTo>
                      <a:pt x="1192" y="19"/>
                      <a:pt x="1221" y="25"/>
                      <a:pt x="1249" y="32"/>
                    </a:cubicBezTo>
                    <a:lnTo>
                      <a:pt x="1246" y="41"/>
                    </a:lnTo>
                    <a:close/>
                    <a:moveTo>
                      <a:pt x="820" y="26"/>
                    </a:moveTo>
                    <a:cubicBezTo>
                      <a:pt x="818" y="16"/>
                      <a:pt x="818" y="16"/>
                      <a:pt x="818" y="16"/>
                    </a:cubicBezTo>
                    <a:cubicBezTo>
                      <a:pt x="846" y="11"/>
                      <a:pt x="875" y="7"/>
                      <a:pt x="904" y="4"/>
                    </a:cubicBezTo>
                    <a:cubicBezTo>
                      <a:pt x="905" y="14"/>
                      <a:pt x="905" y="14"/>
                      <a:pt x="905" y="14"/>
                    </a:cubicBezTo>
                    <a:cubicBezTo>
                      <a:pt x="876" y="17"/>
                      <a:pt x="848" y="21"/>
                      <a:pt x="820" y="26"/>
                    </a:cubicBezTo>
                    <a:close/>
                    <a:moveTo>
                      <a:pt x="1077" y="13"/>
                    </a:moveTo>
                    <a:cubicBezTo>
                      <a:pt x="1048" y="11"/>
                      <a:pt x="1019" y="9"/>
                      <a:pt x="991" y="10"/>
                    </a:cubicBezTo>
                    <a:cubicBezTo>
                      <a:pt x="991" y="0"/>
                      <a:pt x="991" y="0"/>
                      <a:pt x="991" y="0"/>
                    </a:cubicBezTo>
                    <a:cubicBezTo>
                      <a:pt x="1020" y="0"/>
                      <a:pt x="1049" y="1"/>
                      <a:pt x="1078" y="3"/>
                    </a:cubicBezTo>
                    <a:lnTo>
                      <a:pt x="1077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10" name="Freeform 21">
                <a:extLst>
                  <a:ext uri="{FF2B5EF4-FFF2-40B4-BE49-F238E27FC236}">
                    <a16:creationId xmlns:a16="http://schemas.microsoft.com/office/drawing/2014/main" id="{80A74375-81E1-4C49-99F4-A536458DB3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15508" y="3412068"/>
                <a:ext cx="1951482" cy="25399"/>
              </a:xfrm>
              <a:custGeom>
                <a:avLst/>
                <a:gdLst>
                  <a:gd name="T0" fmla="*/ 922 w 922"/>
                  <a:gd name="T1" fmla="*/ 0 h 12"/>
                  <a:gd name="T2" fmla="*/ 922 w 922"/>
                  <a:gd name="T3" fmla="*/ 12 h 12"/>
                  <a:gd name="T4" fmla="*/ 819 w 922"/>
                  <a:gd name="T5" fmla="*/ 12 h 12"/>
                  <a:gd name="T6" fmla="*/ 819 w 922"/>
                  <a:gd name="T7" fmla="*/ 0 h 12"/>
                  <a:gd name="T8" fmla="*/ 922 w 922"/>
                  <a:gd name="T9" fmla="*/ 0 h 12"/>
                  <a:gd name="T10" fmla="*/ 717 w 922"/>
                  <a:gd name="T11" fmla="*/ 0 h 12"/>
                  <a:gd name="T12" fmla="*/ 717 w 922"/>
                  <a:gd name="T13" fmla="*/ 12 h 12"/>
                  <a:gd name="T14" fmla="*/ 614 w 922"/>
                  <a:gd name="T15" fmla="*/ 12 h 12"/>
                  <a:gd name="T16" fmla="*/ 614 w 922"/>
                  <a:gd name="T17" fmla="*/ 0 h 12"/>
                  <a:gd name="T18" fmla="*/ 717 w 922"/>
                  <a:gd name="T19" fmla="*/ 0 h 12"/>
                  <a:gd name="T20" fmla="*/ 512 w 922"/>
                  <a:gd name="T21" fmla="*/ 0 h 12"/>
                  <a:gd name="T22" fmla="*/ 512 w 922"/>
                  <a:gd name="T23" fmla="*/ 12 h 12"/>
                  <a:gd name="T24" fmla="*/ 410 w 922"/>
                  <a:gd name="T25" fmla="*/ 12 h 12"/>
                  <a:gd name="T26" fmla="*/ 410 w 922"/>
                  <a:gd name="T27" fmla="*/ 0 h 12"/>
                  <a:gd name="T28" fmla="*/ 512 w 922"/>
                  <a:gd name="T29" fmla="*/ 0 h 12"/>
                  <a:gd name="T30" fmla="*/ 307 w 922"/>
                  <a:gd name="T31" fmla="*/ 0 h 12"/>
                  <a:gd name="T32" fmla="*/ 307 w 922"/>
                  <a:gd name="T33" fmla="*/ 12 h 12"/>
                  <a:gd name="T34" fmla="*/ 205 w 922"/>
                  <a:gd name="T35" fmla="*/ 12 h 12"/>
                  <a:gd name="T36" fmla="*/ 205 w 922"/>
                  <a:gd name="T37" fmla="*/ 0 h 12"/>
                  <a:gd name="T38" fmla="*/ 307 w 922"/>
                  <a:gd name="T39" fmla="*/ 0 h 12"/>
                  <a:gd name="T40" fmla="*/ 102 w 922"/>
                  <a:gd name="T41" fmla="*/ 0 h 12"/>
                  <a:gd name="T42" fmla="*/ 102 w 922"/>
                  <a:gd name="T43" fmla="*/ 12 h 12"/>
                  <a:gd name="T44" fmla="*/ 0 w 922"/>
                  <a:gd name="T45" fmla="*/ 12 h 12"/>
                  <a:gd name="T46" fmla="*/ 0 w 922"/>
                  <a:gd name="T47" fmla="*/ 0 h 12"/>
                  <a:gd name="T48" fmla="*/ 102 w 922"/>
                  <a:gd name="T4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22" h="12">
                    <a:moveTo>
                      <a:pt x="922" y="0"/>
                    </a:moveTo>
                    <a:lnTo>
                      <a:pt x="922" y="12"/>
                    </a:lnTo>
                    <a:lnTo>
                      <a:pt x="819" y="12"/>
                    </a:lnTo>
                    <a:lnTo>
                      <a:pt x="819" y="0"/>
                    </a:lnTo>
                    <a:lnTo>
                      <a:pt x="922" y="0"/>
                    </a:lnTo>
                    <a:close/>
                    <a:moveTo>
                      <a:pt x="717" y="0"/>
                    </a:moveTo>
                    <a:lnTo>
                      <a:pt x="717" y="12"/>
                    </a:lnTo>
                    <a:lnTo>
                      <a:pt x="614" y="12"/>
                    </a:lnTo>
                    <a:lnTo>
                      <a:pt x="614" y="0"/>
                    </a:lnTo>
                    <a:lnTo>
                      <a:pt x="717" y="0"/>
                    </a:lnTo>
                    <a:close/>
                    <a:moveTo>
                      <a:pt x="512" y="0"/>
                    </a:moveTo>
                    <a:lnTo>
                      <a:pt x="512" y="12"/>
                    </a:lnTo>
                    <a:lnTo>
                      <a:pt x="410" y="12"/>
                    </a:lnTo>
                    <a:lnTo>
                      <a:pt x="410" y="0"/>
                    </a:lnTo>
                    <a:lnTo>
                      <a:pt x="512" y="0"/>
                    </a:lnTo>
                    <a:close/>
                    <a:moveTo>
                      <a:pt x="307" y="0"/>
                    </a:moveTo>
                    <a:lnTo>
                      <a:pt x="307" y="12"/>
                    </a:lnTo>
                    <a:lnTo>
                      <a:pt x="205" y="12"/>
                    </a:lnTo>
                    <a:lnTo>
                      <a:pt x="205" y="0"/>
                    </a:lnTo>
                    <a:lnTo>
                      <a:pt x="307" y="0"/>
                    </a:lnTo>
                    <a:close/>
                    <a:moveTo>
                      <a:pt x="102" y="0"/>
                    </a:moveTo>
                    <a:lnTo>
                      <a:pt x="102" y="12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11" name="Freeform 47">
                <a:extLst>
                  <a:ext uri="{FF2B5EF4-FFF2-40B4-BE49-F238E27FC236}">
                    <a16:creationId xmlns:a16="http://schemas.microsoft.com/office/drawing/2014/main" id="{D0878F06-D8A9-4575-B76E-28913073BB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23423" y="3412067"/>
                <a:ext cx="1951482" cy="25399"/>
              </a:xfrm>
              <a:custGeom>
                <a:avLst/>
                <a:gdLst>
                  <a:gd name="T0" fmla="*/ 103 w 922"/>
                  <a:gd name="T1" fmla="*/ 0 h 12"/>
                  <a:gd name="T2" fmla="*/ 103 w 922"/>
                  <a:gd name="T3" fmla="*/ 12 h 12"/>
                  <a:gd name="T4" fmla="*/ 0 w 922"/>
                  <a:gd name="T5" fmla="*/ 12 h 12"/>
                  <a:gd name="T6" fmla="*/ 0 w 922"/>
                  <a:gd name="T7" fmla="*/ 0 h 12"/>
                  <a:gd name="T8" fmla="*/ 103 w 922"/>
                  <a:gd name="T9" fmla="*/ 0 h 12"/>
                  <a:gd name="T10" fmla="*/ 308 w 922"/>
                  <a:gd name="T11" fmla="*/ 0 h 12"/>
                  <a:gd name="T12" fmla="*/ 308 w 922"/>
                  <a:gd name="T13" fmla="*/ 12 h 12"/>
                  <a:gd name="T14" fmla="*/ 205 w 922"/>
                  <a:gd name="T15" fmla="*/ 12 h 12"/>
                  <a:gd name="T16" fmla="*/ 205 w 922"/>
                  <a:gd name="T17" fmla="*/ 0 h 12"/>
                  <a:gd name="T18" fmla="*/ 308 w 922"/>
                  <a:gd name="T19" fmla="*/ 0 h 12"/>
                  <a:gd name="T20" fmla="*/ 513 w 922"/>
                  <a:gd name="T21" fmla="*/ 0 h 12"/>
                  <a:gd name="T22" fmla="*/ 513 w 922"/>
                  <a:gd name="T23" fmla="*/ 12 h 12"/>
                  <a:gd name="T24" fmla="*/ 410 w 922"/>
                  <a:gd name="T25" fmla="*/ 12 h 12"/>
                  <a:gd name="T26" fmla="*/ 410 w 922"/>
                  <a:gd name="T27" fmla="*/ 0 h 12"/>
                  <a:gd name="T28" fmla="*/ 513 w 922"/>
                  <a:gd name="T29" fmla="*/ 0 h 12"/>
                  <a:gd name="T30" fmla="*/ 717 w 922"/>
                  <a:gd name="T31" fmla="*/ 0 h 12"/>
                  <a:gd name="T32" fmla="*/ 717 w 922"/>
                  <a:gd name="T33" fmla="*/ 12 h 12"/>
                  <a:gd name="T34" fmla="*/ 615 w 922"/>
                  <a:gd name="T35" fmla="*/ 12 h 12"/>
                  <a:gd name="T36" fmla="*/ 615 w 922"/>
                  <a:gd name="T37" fmla="*/ 0 h 12"/>
                  <a:gd name="T38" fmla="*/ 717 w 922"/>
                  <a:gd name="T39" fmla="*/ 0 h 12"/>
                  <a:gd name="T40" fmla="*/ 922 w 922"/>
                  <a:gd name="T41" fmla="*/ 0 h 12"/>
                  <a:gd name="T42" fmla="*/ 922 w 922"/>
                  <a:gd name="T43" fmla="*/ 12 h 12"/>
                  <a:gd name="T44" fmla="*/ 820 w 922"/>
                  <a:gd name="T45" fmla="*/ 12 h 12"/>
                  <a:gd name="T46" fmla="*/ 820 w 922"/>
                  <a:gd name="T47" fmla="*/ 0 h 12"/>
                  <a:gd name="T48" fmla="*/ 922 w 922"/>
                  <a:gd name="T4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22" h="12">
                    <a:moveTo>
                      <a:pt x="103" y="0"/>
                    </a:moveTo>
                    <a:lnTo>
                      <a:pt x="103" y="12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103" y="0"/>
                    </a:lnTo>
                    <a:close/>
                    <a:moveTo>
                      <a:pt x="308" y="0"/>
                    </a:moveTo>
                    <a:lnTo>
                      <a:pt x="308" y="12"/>
                    </a:lnTo>
                    <a:lnTo>
                      <a:pt x="205" y="12"/>
                    </a:lnTo>
                    <a:lnTo>
                      <a:pt x="205" y="0"/>
                    </a:lnTo>
                    <a:lnTo>
                      <a:pt x="308" y="0"/>
                    </a:lnTo>
                    <a:close/>
                    <a:moveTo>
                      <a:pt x="513" y="0"/>
                    </a:moveTo>
                    <a:lnTo>
                      <a:pt x="513" y="12"/>
                    </a:lnTo>
                    <a:lnTo>
                      <a:pt x="410" y="12"/>
                    </a:lnTo>
                    <a:lnTo>
                      <a:pt x="410" y="0"/>
                    </a:lnTo>
                    <a:lnTo>
                      <a:pt x="513" y="0"/>
                    </a:lnTo>
                    <a:close/>
                    <a:moveTo>
                      <a:pt x="717" y="0"/>
                    </a:moveTo>
                    <a:lnTo>
                      <a:pt x="717" y="12"/>
                    </a:lnTo>
                    <a:lnTo>
                      <a:pt x="615" y="12"/>
                    </a:lnTo>
                    <a:lnTo>
                      <a:pt x="615" y="0"/>
                    </a:lnTo>
                    <a:lnTo>
                      <a:pt x="717" y="0"/>
                    </a:lnTo>
                    <a:close/>
                    <a:moveTo>
                      <a:pt x="922" y="0"/>
                    </a:moveTo>
                    <a:lnTo>
                      <a:pt x="922" y="12"/>
                    </a:lnTo>
                    <a:lnTo>
                      <a:pt x="820" y="12"/>
                    </a:lnTo>
                    <a:lnTo>
                      <a:pt x="820" y="0"/>
                    </a:lnTo>
                    <a:lnTo>
                      <a:pt x="9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DDF12C-E1CB-44CA-B5A9-F70B1809729E}"/>
              </a:ext>
            </a:extLst>
          </p:cNvPr>
          <p:cNvGrpSpPr/>
          <p:nvPr/>
        </p:nvGrpSpPr>
        <p:grpSpPr>
          <a:xfrm>
            <a:off x="1272723" y="1571432"/>
            <a:ext cx="2985135" cy="1011980"/>
            <a:chOff x="1457324" y="3390900"/>
            <a:chExt cx="2985135" cy="1011980"/>
          </a:xfrm>
        </p:grpSpPr>
        <p:sp>
          <p:nvSpPr>
            <p:cNvPr id="13" name="Google Shape;398;p18">
              <a:extLst>
                <a:ext uri="{FF2B5EF4-FFF2-40B4-BE49-F238E27FC236}">
                  <a16:creationId xmlns:a16="http://schemas.microsoft.com/office/drawing/2014/main" id="{DB7081CD-FE54-4000-B8A0-9A3D5FC181A7}"/>
                </a:ext>
              </a:extLst>
            </p:cNvPr>
            <p:cNvSpPr/>
            <p:nvPr/>
          </p:nvSpPr>
          <p:spPr>
            <a:xfrm>
              <a:off x="1457324" y="3390900"/>
              <a:ext cx="2985135" cy="1011980"/>
            </a:xfrm>
            <a:prstGeom prst="wedgeRoundRectCallout">
              <a:avLst>
                <a:gd name="adj1" fmla="val 57098"/>
                <a:gd name="adj2" fmla="val -14398"/>
                <a:gd name="adj3" fmla="val 16667"/>
              </a:avLst>
            </a:prstGeom>
            <a:solidFill>
              <a:schemeClr val="accent1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bg1"/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3C47E43-9E60-479F-A5FB-A0885C4C11F8}"/>
                </a:ext>
              </a:extLst>
            </p:cNvPr>
            <p:cNvGrpSpPr/>
            <p:nvPr/>
          </p:nvGrpSpPr>
          <p:grpSpPr>
            <a:xfrm>
              <a:off x="1571219" y="3516813"/>
              <a:ext cx="2674164" cy="760154"/>
              <a:chOff x="1469203" y="3516813"/>
              <a:chExt cx="2674164" cy="760154"/>
            </a:xfrm>
          </p:grpSpPr>
          <p:sp>
            <p:nvSpPr>
              <p:cNvPr id="15" name="Google Shape;399;p18">
                <a:extLst>
                  <a:ext uri="{FF2B5EF4-FFF2-40B4-BE49-F238E27FC236}">
                    <a16:creationId xmlns:a16="http://schemas.microsoft.com/office/drawing/2014/main" id="{B5713DE4-4DA9-49EA-AAF6-A4CF93E4C388}"/>
                  </a:ext>
                </a:extLst>
              </p:cNvPr>
              <p:cNvSpPr/>
              <p:nvPr/>
            </p:nvSpPr>
            <p:spPr>
              <a:xfrm>
                <a:off x="398136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6" name="Google Shape;400;p18">
                <a:extLst>
                  <a:ext uri="{FF2B5EF4-FFF2-40B4-BE49-F238E27FC236}">
                    <a16:creationId xmlns:a16="http://schemas.microsoft.com/office/drawing/2014/main" id="{179507AB-F417-4470-BF2E-4EBE6D0A8490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Total</a:t>
                </a:r>
                <a:endParaRPr sz="12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Earning</a:t>
                </a:r>
                <a:endParaRPr sz="12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7" name="Google Shape;401;p18">
                <a:extLst>
                  <a:ext uri="{FF2B5EF4-FFF2-40B4-BE49-F238E27FC236}">
                    <a16:creationId xmlns:a16="http://schemas.microsoft.com/office/drawing/2014/main" id="{27D926A8-C06B-4150-9796-439C83AF3D11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$3.518</a:t>
                </a:r>
                <a:endParaRPr sz="36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18" name="Google Shape;402;p18">
                <a:extLst>
                  <a:ext uri="{FF2B5EF4-FFF2-40B4-BE49-F238E27FC236}">
                    <a16:creationId xmlns:a16="http://schemas.microsoft.com/office/drawing/2014/main" id="{08C5784D-2342-4D3A-AAAF-42E88E855DB2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F6FB56F9-716C-4426-A507-3043C915197E}"/>
              </a:ext>
            </a:extLst>
          </p:cNvPr>
          <p:cNvGrpSpPr/>
          <p:nvPr/>
        </p:nvGrpSpPr>
        <p:grpSpPr>
          <a:xfrm>
            <a:off x="4593531" y="1512822"/>
            <a:ext cx="375935" cy="564800"/>
            <a:chOff x="9268674" y="75498"/>
            <a:chExt cx="614121" cy="922647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50D89B4-5388-4569-9F75-6FEE23C17306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294BFD7-95A8-4016-BDDC-5F8DC3BB6E38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0452565-7F4C-4B02-958F-F1DDC51D456A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367AADF-BCB0-42DB-9AB5-2BF738146B5A}"/>
              </a:ext>
            </a:extLst>
          </p:cNvPr>
          <p:cNvSpPr txBox="1"/>
          <p:nvPr/>
        </p:nvSpPr>
        <p:spPr>
          <a:xfrm>
            <a:off x="4616967" y="2826016"/>
            <a:ext cx="2958068" cy="1203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Roadmaps Infographic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9700F0F-9D4D-4EC4-86BA-0F2B6C866E0F}"/>
              </a:ext>
            </a:extLst>
          </p:cNvPr>
          <p:cNvGrpSpPr/>
          <p:nvPr/>
        </p:nvGrpSpPr>
        <p:grpSpPr>
          <a:xfrm>
            <a:off x="1272722" y="4274589"/>
            <a:ext cx="2985135" cy="1011980"/>
            <a:chOff x="1457324" y="3390900"/>
            <a:chExt cx="2985135" cy="1011980"/>
          </a:xfrm>
        </p:grpSpPr>
        <p:sp>
          <p:nvSpPr>
            <p:cNvPr id="39" name="Google Shape;398;p18">
              <a:extLst>
                <a:ext uri="{FF2B5EF4-FFF2-40B4-BE49-F238E27FC236}">
                  <a16:creationId xmlns:a16="http://schemas.microsoft.com/office/drawing/2014/main" id="{21AB32DA-ABCA-4C52-B39A-527481D2B37A}"/>
                </a:ext>
              </a:extLst>
            </p:cNvPr>
            <p:cNvSpPr/>
            <p:nvPr/>
          </p:nvSpPr>
          <p:spPr>
            <a:xfrm>
              <a:off x="1457324" y="3390900"/>
              <a:ext cx="2985135" cy="1011980"/>
            </a:xfrm>
            <a:prstGeom prst="wedgeRoundRectCallout">
              <a:avLst>
                <a:gd name="adj1" fmla="val 57098"/>
                <a:gd name="adj2" fmla="val -14398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460C4D9-5A95-48BB-B199-1EC2A7FF01E3}"/>
                </a:ext>
              </a:extLst>
            </p:cNvPr>
            <p:cNvGrpSpPr/>
            <p:nvPr/>
          </p:nvGrpSpPr>
          <p:grpSpPr>
            <a:xfrm>
              <a:off x="1571219" y="3516813"/>
              <a:ext cx="2674164" cy="760154"/>
              <a:chOff x="1469203" y="3516813"/>
              <a:chExt cx="2674164" cy="760154"/>
            </a:xfrm>
          </p:grpSpPr>
          <p:sp>
            <p:nvSpPr>
              <p:cNvPr id="41" name="Google Shape;399;p18">
                <a:extLst>
                  <a:ext uri="{FF2B5EF4-FFF2-40B4-BE49-F238E27FC236}">
                    <a16:creationId xmlns:a16="http://schemas.microsoft.com/office/drawing/2014/main" id="{ED088EFD-C489-4EC5-AEAF-6B5C7CA9CEE0}"/>
                  </a:ext>
                </a:extLst>
              </p:cNvPr>
              <p:cNvSpPr/>
              <p:nvPr/>
            </p:nvSpPr>
            <p:spPr>
              <a:xfrm>
                <a:off x="398136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tx1">
                  <a:lumMod val="95000"/>
                  <a:lumOff val="5000"/>
                  <a:alpha val="99000"/>
                </a:schemeClr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42" name="Google Shape;400;p18">
                <a:extLst>
                  <a:ext uri="{FF2B5EF4-FFF2-40B4-BE49-F238E27FC236}">
                    <a16:creationId xmlns:a16="http://schemas.microsoft.com/office/drawing/2014/main" id="{191BF4F6-16B4-4679-8757-10D38DD760CC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>Total</a:t>
                </a:r>
                <a:endParaRPr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>Earning</a:t>
                </a:r>
                <a:endParaRPr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43" name="Google Shape;401;p18">
                <a:extLst>
                  <a:ext uri="{FF2B5EF4-FFF2-40B4-BE49-F238E27FC236}">
                    <a16:creationId xmlns:a16="http://schemas.microsoft.com/office/drawing/2014/main" id="{42E31F8B-684C-4290-9816-1FD399A35E86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>$7.435</a:t>
                </a:r>
                <a:endParaRPr sz="3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44" name="Google Shape;402;p18">
                <a:extLst>
                  <a:ext uri="{FF2B5EF4-FFF2-40B4-BE49-F238E27FC236}">
                    <a16:creationId xmlns:a16="http://schemas.microsoft.com/office/drawing/2014/main" id="{AD21ED55-A45E-421D-B648-991A84EA701D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32BD92B-6426-4119-9C8A-9C6A86FF8F39}"/>
              </a:ext>
            </a:extLst>
          </p:cNvPr>
          <p:cNvGrpSpPr/>
          <p:nvPr/>
        </p:nvGrpSpPr>
        <p:grpSpPr>
          <a:xfrm>
            <a:off x="7972333" y="4274589"/>
            <a:ext cx="2985135" cy="1011980"/>
            <a:chOff x="1457324" y="3390900"/>
            <a:chExt cx="2985135" cy="1011980"/>
          </a:xfrm>
        </p:grpSpPr>
        <p:sp>
          <p:nvSpPr>
            <p:cNvPr id="46" name="Google Shape;398;p18">
              <a:extLst>
                <a:ext uri="{FF2B5EF4-FFF2-40B4-BE49-F238E27FC236}">
                  <a16:creationId xmlns:a16="http://schemas.microsoft.com/office/drawing/2014/main" id="{895E5646-A64B-4EFB-AA45-0C63324497C4}"/>
                </a:ext>
              </a:extLst>
            </p:cNvPr>
            <p:cNvSpPr/>
            <p:nvPr/>
          </p:nvSpPr>
          <p:spPr>
            <a:xfrm>
              <a:off x="1457324" y="3390900"/>
              <a:ext cx="2985135" cy="1011980"/>
            </a:xfrm>
            <a:prstGeom prst="wedgeRoundRectCallout">
              <a:avLst>
                <a:gd name="adj1" fmla="val -55857"/>
                <a:gd name="adj2" fmla="val -22304"/>
                <a:gd name="adj3" fmla="val 16667"/>
              </a:avLst>
            </a:prstGeom>
            <a:solidFill>
              <a:schemeClr val="accent1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bg1"/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91FB690-209F-4F1F-BD9D-2C669F6E1E2C}"/>
                </a:ext>
              </a:extLst>
            </p:cNvPr>
            <p:cNvGrpSpPr/>
            <p:nvPr/>
          </p:nvGrpSpPr>
          <p:grpSpPr>
            <a:xfrm>
              <a:off x="1571219" y="3516813"/>
              <a:ext cx="2674164" cy="760154"/>
              <a:chOff x="1469203" y="3516813"/>
              <a:chExt cx="2674164" cy="760154"/>
            </a:xfrm>
          </p:grpSpPr>
          <p:sp>
            <p:nvSpPr>
              <p:cNvPr id="48" name="Google Shape;399;p18">
                <a:extLst>
                  <a:ext uri="{FF2B5EF4-FFF2-40B4-BE49-F238E27FC236}">
                    <a16:creationId xmlns:a16="http://schemas.microsoft.com/office/drawing/2014/main" id="{38052C20-CAEE-4B67-A7F9-0D06824FD435}"/>
                  </a:ext>
                </a:extLst>
              </p:cNvPr>
              <p:cNvSpPr/>
              <p:nvPr/>
            </p:nvSpPr>
            <p:spPr>
              <a:xfrm>
                <a:off x="398136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49" name="Google Shape;400;p18">
                <a:extLst>
                  <a:ext uri="{FF2B5EF4-FFF2-40B4-BE49-F238E27FC236}">
                    <a16:creationId xmlns:a16="http://schemas.microsoft.com/office/drawing/2014/main" id="{A151FEBB-AF29-4149-BA70-0A2A252E9725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Total</a:t>
                </a:r>
                <a:endParaRPr sz="12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Earning</a:t>
                </a:r>
                <a:endParaRPr sz="12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0" name="Google Shape;401;p18">
                <a:extLst>
                  <a:ext uri="{FF2B5EF4-FFF2-40B4-BE49-F238E27FC236}">
                    <a16:creationId xmlns:a16="http://schemas.microsoft.com/office/drawing/2014/main" id="{CFB6C1F6-1143-42BA-8479-3CBBFA1CBEC7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$9.735</a:t>
                </a:r>
                <a:endParaRPr sz="36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51" name="Google Shape;402;p18">
                <a:extLst>
                  <a:ext uri="{FF2B5EF4-FFF2-40B4-BE49-F238E27FC236}">
                    <a16:creationId xmlns:a16="http://schemas.microsoft.com/office/drawing/2014/main" id="{F73E5B8C-D86D-4101-8A7A-79C1984C0632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2" name="Graphic 4">
            <a:extLst>
              <a:ext uri="{FF2B5EF4-FFF2-40B4-BE49-F238E27FC236}">
                <a16:creationId xmlns:a16="http://schemas.microsoft.com/office/drawing/2014/main" id="{EBC82940-B4E4-4274-8F54-A6D602BE3ABE}"/>
              </a:ext>
            </a:extLst>
          </p:cNvPr>
          <p:cNvGrpSpPr/>
          <p:nvPr/>
        </p:nvGrpSpPr>
        <p:grpSpPr>
          <a:xfrm>
            <a:off x="4558555" y="4171794"/>
            <a:ext cx="375935" cy="564800"/>
            <a:chOff x="9268674" y="75498"/>
            <a:chExt cx="614121" cy="922647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0455E46-D119-4616-9195-3619D011A043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7C02B0C-381E-49CA-86AB-06B12EAD4119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B58BFD0-5751-41BF-A14B-0BFEFC6C6659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2203FF4-5D3A-41DA-8528-EDA2BAA9468E}"/>
              </a:ext>
            </a:extLst>
          </p:cNvPr>
          <p:cNvGrpSpPr/>
          <p:nvPr/>
        </p:nvGrpSpPr>
        <p:grpSpPr>
          <a:xfrm>
            <a:off x="7972333" y="1571431"/>
            <a:ext cx="2985135" cy="1011980"/>
            <a:chOff x="1457324" y="3390900"/>
            <a:chExt cx="2985135" cy="1011980"/>
          </a:xfrm>
        </p:grpSpPr>
        <p:sp>
          <p:nvSpPr>
            <p:cNvPr id="57" name="Google Shape;398;p18">
              <a:extLst>
                <a:ext uri="{FF2B5EF4-FFF2-40B4-BE49-F238E27FC236}">
                  <a16:creationId xmlns:a16="http://schemas.microsoft.com/office/drawing/2014/main" id="{BA1632E6-F2FC-4977-BDDA-F1CDF5490244}"/>
                </a:ext>
              </a:extLst>
            </p:cNvPr>
            <p:cNvSpPr/>
            <p:nvPr/>
          </p:nvSpPr>
          <p:spPr>
            <a:xfrm>
              <a:off x="1457324" y="3390900"/>
              <a:ext cx="2985135" cy="1011980"/>
            </a:xfrm>
            <a:prstGeom prst="wedgeRoundRectCallout">
              <a:avLst>
                <a:gd name="adj1" fmla="val -55857"/>
                <a:gd name="adj2" fmla="val -22304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A75CE57-4D73-4753-899C-8C34FD5C6BE6}"/>
                </a:ext>
              </a:extLst>
            </p:cNvPr>
            <p:cNvGrpSpPr/>
            <p:nvPr/>
          </p:nvGrpSpPr>
          <p:grpSpPr>
            <a:xfrm>
              <a:off x="1571219" y="3516813"/>
              <a:ext cx="2674164" cy="760154"/>
              <a:chOff x="1469203" y="3516813"/>
              <a:chExt cx="2674164" cy="760154"/>
            </a:xfrm>
          </p:grpSpPr>
          <p:sp>
            <p:nvSpPr>
              <p:cNvPr id="59" name="Google Shape;399;p18">
                <a:extLst>
                  <a:ext uri="{FF2B5EF4-FFF2-40B4-BE49-F238E27FC236}">
                    <a16:creationId xmlns:a16="http://schemas.microsoft.com/office/drawing/2014/main" id="{DA8E9040-ABB1-407A-9814-8C17405D24BC}"/>
                  </a:ext>
                </a:extLst>
              </p:cNvPr>
              <p:cNvSpPr/>
              <p:nvPr/>
            </p:nvSpPr>
            <p:spPr>
              <a:xfrm>
                <a:off x="398136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0" name="Google Shape;400;p18">
                <a:extLst>
                  <a:ext uri="{FF2B5EF4-FFF2-40B4-BE49-F238E27FC236}">
                    <a16:creationId xmlns:a16="http://schemas.microsoft.com/office/drawing/2014/main" id="{A2E31A5D-A9A6-436A-8A51-3AECA06F16C6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>Total</a:t>
                </a:r>
                <a:endParaRPr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>Earning</a:t>
                </a:r>
                <a:endParaRPr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1" name="Google Shape;401;p18">
                <a:extLst>
                  <a:ext uri="{FF2B5EF4-FFF2-40B4-BE49-F238E27FC236}">
                    <a16:creationId xmlns:a16="http://schemas.microsoft.com/office/drawing/2014/main" id="{E31DF67A-D703-41DE-AD6A-00097E3BA098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>$5.329</a:t>
                </a:r>
                <a:endParaRPr sz="3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62" name="Google Shape;402;p18">
                <a:extLst>
                  <a:ext uri="{FF2B5EF4-FFF2-40B4-BE49-F238E27FC236}">
                    <a16:creationId xmlns:a16="http://schemas.microsoft.com/office/drawing/2014/main" id="{7071CDB4-89D3-4570-84D7-013E9AE665F1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3" name="Graphic 4">
            <a:extLst>
              <a:ext uri="{FF2B5EF4-FFF2-40B4-BE49-F238E27FC236}">
                <a16:creationId xmlns:a16="http://schemas.microsoft.com/office/drawing/2014/main" id="{7ABF720F-014B-4C07-9D62-3C4A0BD32255}"/>
              </a:ext>
            </a:extLst>
          </p:cNvPr>
          <p:cNvGrpSpPr/>
          <p:nvPr/>
        </p:nvGrpSpPr>
        <p:grpSpPr>
          <a:xfrm>
            <a:off x="7444659" y="1517093"/>
            <a:ext cx="375935" cy="564800"/>
            <a:chOff x="9268674" y="75498"/>
            <a:chExt cx="614121" cy="922647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B9BB530-A7DB-4DAA-9EAA-F7D9E2090BC2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1F538CF-B061-4CDE-9087-91E928994813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638D9DE-D1CD-4F4B-94AF-EAEB40E9D291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aphic 4">
            <a:extLst>
              <a:ext uri="{FF2B5EF4-FFF2-40B4-BE49-F238E27FC236}">
                <a16:creationId xmlns:a16="http://schemas.microsoft.com/office/drawing/2014/main" id="{6A0590E9-3FEF-4657-854D-7B97F7C329E2}"/>
              </a:ext>
            </a:extLst>
          </p:cNvPr>
          <p:cNvGrpSpPr/>
          <p:nvPr/>
        </p:nvGrpSpPr>
        <p:grpSpPr>
          <a:xfrm>
            <a:off x="7486220" y="4170579"/>
            <a:ext cx="375935" cy="564800"/>
            <a:chOff x="9268674" y="75498"/>
            <a:chExt cx="614121" cy="922647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23A4D67-680C-4CC8-8D51-39EC44668807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0252327-D480-4B92-B6B0-773D21A55BDB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6864699-F27A-4028-B362-E85030B4ECC0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2479D230-25A7-4DBC-A27B-8A872EAA4ECF}"/>
              </a:ext>
            </a:extLst>
          </p:cNvPr>
          <p:cNvSpPr txBox="1"/>
          <p:nvPr/>
        </p:nvSpPr>
        <p:spPr>
          <a:xfrm>
            <a:off x="8643826" y="2761801"/>
            <a:ext cx="2525189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Lorem ipsum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dolor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sit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amet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consectetuer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adipiscing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elit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Aenean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commodo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018CAD1-8E97-4151-882D-D3DA540646AA}"/>
              </a:ext>
            </a:extLst>
          </p:cNvPr>
          <p:cNvSpPr txBox="1"/>
          <p:nvPr/>
        </p:nvSpPr>
        <p:spPr>
          <a:xfrm>
            <a:off x="8643826" y="5464959"/>
            <a:ext cx="2525189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Lorem ipsum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dolor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sit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amet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consectetuer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adipiscing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elit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Aenean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commodo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E0895FB-9A8E-4FE2-BCE3-1FBFBFE1DB24}"/>
              </a:ext>
            </a:extLst>
          </p:cNvPr>
          <p:cNvSpPr txBox="1"/>
          <p:nvPr/>
        </p:nvSpPr>
        <p:spPr>
          <a:xfrm>
            <a:off x="999019" y="2761801"/>
            <a:ext cx="2525189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Lorem ipsum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dolor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sit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amet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consectetuer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adipiscing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elit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Aenean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commodo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13DF37-51B1-4E5E-A6FB-B768D5E12946}"/>
              </a:ext>
            </a:extLst>
          </p:cNvPr>
          <p:cNvSpPr txBox="1"/>
          <p:nvPr/>
        </p:nvSpPr>
        <p:spPr>
          <a:xfrm>
            <a:off x="999018" y="5464958"/>
            <a:ext cx="2525189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Lorem ipsum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dolor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sit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amet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consectetuer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adipiscing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elit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Aenean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commodo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1543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BDD7833-E6D1-4534-BC12-545504F1CF5D}"/>
              </a:ext>
            </a:extLst>
          </p:cNvPr>
          <p:cNvSpPr/>
          <p:nvPr/>
        </p:nvSpPr>
        <p:spPr>
          <a:xfrm flipH="1">
            <a:off x="-1" y="0"/>
            <a:ext cx="12192000" cy="6330860"/>
          </a:xfrm>
          <a:custGeom>
            <a:avLst/>
            <a:gdLst>
              <a:gd name="connsiteX0" fmla="*/ 0 w 12192000"/>
              <a:gd name="connsiteY0" fmla="*/ 5760719 h 6330860"/>
              <a:gd name="connsiteX1" fmla="*/ 845 w 12192000"/>
              <a:gd name="connsiteY1" fmla="*/ 6330567 h 6330860"/>
              <a:gd name="connsiteX2" fmla="*/ 0 w 12192000"/>
              <a:gd name="connsiteY2" fmla="*/ 6330860 h 6330860"/>
              <a:gd name="connsiteX3" fmla="*/ 0 w 12192000"/>
              <a:gd name="connsiteY3" fmla="*/ 0 h 6330860"/>
              <a:gd name="connsiteX4" fmla="*/ 12192000 w 12192000"/>
              <a:gd name="connsiteY4" fmla="*/ 0 h 6330860"/>
              <a:gd name="connsiteX5" fmla="*/ 12192000 w 12192000"/>
              <a:gd name="connsiteY5" fmla="*/ 719734 h 6330860"/>
              <a:gd name="connsiteX6" fmla="*/ 12190376 w 12192000"/>
              <a:gd name="connsiteY6" fmla="*/ 719734 h 6330860"/>
              <a:gd name="connsiteX7" fmla="*/ 12190376 w 12192000"/>
              <a:gd name="connsiteY7" fmla="*/ 176784 h 6330860"/>
              <a:gd name="connsiteX8" fmla="*/ 9956801 w 12192000"/>
              <a:gd name="connsiteY8" fmla="*/ 501904 h 6330860"/>
              <a:gd name="connsiteX9" fmla="*/ 7934554 w 12192000"/>
              <a:gd name="connsiteY9" fmla="*/ 937565 h 6330860"/>
              <a:gd name="connsiteX10" fmla="*/ 6697472 w 12192000"/>
              <a:gd name="connsiteY10" fmla="*/ 1722729 h 6330860"/>
              <a:gd name="connsiteX11" fmla="*/ 6947815 w 12192000"/>
              <a:gd name="connsiteY11" fmla="*/ 2307945 h 6330860"/>
              <a:gd name="connsiteX12" fmla="*/ 7071359 w 12192000"/>
              <a:gd name="connsiteY12" fmla="*/ 2603804 h 6330860"/>
              <a:gd name="connsiteX13" fmla="*/ 6528410 w 12192000"/>
              <a:gd name="connsiteY13" fmla="*/ 2842768 h 6330860"/>
              <a:gd name="connsiteX14" fmla="*/ 6526784 w 12192000"/>
              <a:gd name="connsiteY14" fmla="*/ 2842768 h 6330860"/>
              <a:gd name="connsiteX15" fmla="*/ 6523533 w 12192000"/>
              <a:gd name="connsiteY15" fmla="*/ 2842768 h 6330860"/>
              <a:gd name="connsiteX16" fmla="*/ 6521906 w 12192000"/>
              <a:gd name="connsiteY16" fmla="*/ 2842768 h 6330860"/>
              <a:gd name="connsiteX17" fmla="*/ 5923686 w 12192000"/>
              <a:gd name="connsiteY17" fmla="*/ 2943555 h 6330860"/>
              <a:gd name="connsiteX18" fmla="*/ 5918811 w 12192000"/>
              <a:gd name="connsiteY18" fmla="*/ 2945180 h 6330860"/>
              <a:gd name="connsiteX19" fmla="*/ 3704744 w 12192000"/>
              <a:gd name="connsiteY19" fmla="*/ 3369463 h 6330860"/>
              <a:gd name="connsiteX20" fmla="*/ 3655976 w 12192000"/>
              <a:gd name="connsiteY20" fmla="*/ 3382467 h 6330860"/>
              <a:gd name="connsiteX21" fmla="*/ 3605581 w 12192000"/>
              <a:gd name="connsiteY21" fmla="*/ 3395472 h 6330860"/>
              <a:gd name="connsiteX22" fmla="*/ 3605581 w 12192000"/>
              <a:gd name="connsiteY22" fmla="*/ 3393846 h 6330860"/>
              <a:gd name="connsiteX23" fmla="*/ 1978356 w 12192000"/>
              <a:gd name="connsiteY23" fmla="*/ 4122114 h 6330860"/>
              <a:gd name="connsiteX24" fmla="*/ 1897076 w 12192000"/>
              <a:gd name="connsiteY24" fmla="*/ 4409847 h 6330860"/>
              <a:gd name="connsiteX25" fmla="*/ 2513178 w 12192000"/>
              <a:gd name="connsiteY25" fmla="*/ 5022697 h 6330860"/>
              <a:gd name="connsiteX26" fmla="*/ 2514804 w 12192000"/>
              <a:gd name="connsiteY26" fmla="*/ 5024323 h 6330860"/>
              <a:gd name="connsiteX27" fmla="*/ 2516429 w 12192000"/>
              <a:gd name="connsiteY27" fmla="*/ 5025948 h 6330860"/>
              <a:gd name="connsiteX28" fmla="*/ 2662733 w 12192000"/>
              <a:gd name="connsiteY28" fmla="*/ 5247030 h 6330860"/>
              <a:gd name="connsiteX29" fmla="*/ 2391259 w 12192000"/>
              <a:gd name="connsiteY29" fmla="*/ 5446979 h 6330860"/>
              <a:gd name="connsiteX30" fmla="*/ 2389632 w 12192000"/>
              <a:gd name="connsiteY30" fmla="*/ 5446979 h 6330860"/>
              <a:gd name="connsiteX31" fmla="*/ 2388008 w 12192000"/>
              <a:gd name="connsiteY31" fmla="*/ 5446979 h 6330860"/>
              <a:gd name="connsiteX32" fmla="*/ 0 w 12192000"/>
              <a:gd name="connsiteY32" fmla="*/ 5760719 h 6330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192000" h="6330860">
                <a:moveTo>
                  <a:pt x="0" y="5760719"/>
                </a:moveTo>
                <a:lnTo>
                  <a:pt x="845" y="6330567"/>
                </a:lnTo>
                <a:lnTo>
                  <a:pt x="0" y="633086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719734"/>
                </a:lnTo>
                <a:lnTo>
                  <a:pt x="12190376" y="719734"/>
                </a:lnTo>
                <a:lnTo>
                  <a:pt x="12190376" y="176784"/>
                </a:lnTo>
                <a:cubicBezTo>
                  <a:pt x="11632794" y="245059"/>
                  <a:pt x="10774477" y="363727"/>
                  <a:pt x="9956801" y="501904"/>
                </a:cubicBezTo>
                <a:cubicBezTo>
                  <a:pt x="9113114" y="644957"/>
                  <a:pt x="8431988" y="791261"/>
                  <a:pt x="7934554" y="937565"/>
                </a:cubicBezTo>
                <a:cubicBezTo>
                  <a:pt x="7368846" y="1103376"/>
                  <a:pt x="6825895" y="1313078"/>
                  <a:pt x="6697472" y="1722729"/>
                </a:cubicBezTo>
                <a:cubicBezTo>
                  <a:pt x="6614567" y="2034844"/>
                  <a:pt x="6799886" y="2186026"/>
                  <a:pt x="6947815" y="2307945"/>
                </a:cubicBezTo>
                <a:cubicBezTo>
                  <a:pt x="7055103" y="2394103"/>
                  <a:pt x="7164020" y="2483510"/>
                  <a:pt x="7071359" y="2603804"/>
                </a:cubicBezTo>
                <a:cubicBezTo>
                  <a:pt x="6939688" y="2772866"/>
                  <a:pt x="6552794" y="2839517"/>
                  <a:pt x="6528410" y="2842768"/>
                </a:cubicBezTo>
                <a:cubicBezTo>
                  <a:pt x="6528410" y="2842768"/>
                  <a:pt x="6526784" y="2842768"/>
                  <a:pt x="6526784" y="2842768"/>
                </a:cubicBezTo>
                <a:lnTo>
                  <a:pt x="6523533" y="2842768"/>
                </a:lnTo>
                <a:lnTo>
                  <a:pt x="6521906" y="2842768"/>
                </a:lnTo>
                <a:cubicBezTo>
                  <a:pt x="6330086" y="2875280"/>
                  <a:pt x="6133390" y="2909417"/>
                  <a:pt x="5923686" y="2943555"/>
                </a:cubicBezTo>
                <a:lnTo>
                  <a:pt x="5918811" y="2945180"/>
                </a:lnTo>
                <a:cubicBezTo>
                  <a:pt x="5151527" y="3073603"/>
                  <a:pt x="4358235" y="3205276"/>
                  <a:pt x="3704744" y="3369463"/>
                </a:cubicBezTo>
                <a:cubicBezTo>
                  <a:pt x="3694990" y="3372714"/>
                  <a:pt x="3655976" y="3382467"/>
                  <a:pt x="3655976" y="3382467"/>
                </a:cubicBezTo>
                <a:lnTo>
                  <a:pt x="3605581" y="3395472"/>
                </a:lnTo>
                <a:lnTo>
                  <a:pt x="3605581" y="3393846"/>
                </a:lnTo>
                <a:cubicBezTo>
                  <a:pt x="3366619" y="3449116"/>
                  <a:pt x="2319732" y="3710839"/>
                  <a:pt x="1978356" y="4122114"/>
                </a:cubicBezTo>
                <a:cubicBezTo>
                  <a:pt x="1903579" y="4213148"/>
                  <a:pt x="1875943" y="4307433"/>
                  <a:pt x="1897076" y="4409847"/>
                </a:cubicBezTo>
                <a:cubicBezTo>
                  <a:pt x="1965352" y="4738218"/>
                  <a:pt x="2506676" y="5019446"/>
                  <a:pt x="2513178" y="5022697"/>
                </a:cubicBezTo>
                <a:lnTo>
                  <a:pt x="2514804" y="5024323"/>
                </a:lnTo>
                <a:lnTo>
                  <a:pt x="2516429" y="5025948"/>
                </a:lnTo>
                <a:cubicBezTo>
                  <a:pt x="2625345" y="5099101"/>
                  <a:pt x="2675738" y="5173879"/>
                  <a:pt x="2662733" y="5247030"/>
                </a:cubicBezTo>
                <a:cubicBezTo>
                  <a:pt x="2639975" y="5380329"/>
                  <a:pt x="2417268" y="5440477"/>
                  <a:pt x="2391259" y="5446979"/>
                </a:cubicBezTo>
                <a:lnTo>
                  <a:pt x="2389632" y="5446979"/>
                </a:lnTo>
                <a:lnTo>
                  <a:pt x="2388008" y="5446979"/>
                </a:lnTo>
                <a:cubicBezTo>
                  <a:pt x="2376628" y="5448604"/>
                  <a:pt x="1121664" y="5627420"/>
                  <a:pt x="0" y="5760719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108EE8-3068-477E-95B4-23C90FD446C5}"/>
              </a:ext>
            </a:extLst>
          </p:cNvPr>
          <p:cNvGrpSpPr/>
          <p:nvPr/>
        </p:nvGrpSpPr>
        <p:grpSpPr>
          <a:xfrm flipH="1">
            <a:off x="-3966" y="176784"/>
            <a:ext cx="12191999" cy="6681216"/>
            <a:chOff x="-1" y="176784"/>
            <a:chExt cx="12191999" cy="6681216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D2936FE-D0E5-4B26-AEB5-62C3BA09EAFE}"/>
                </a:ext>
              </a:extLst>
            </p:cNvPr>
            <p:cNvSpPr/>
            <p:nvPr/>
          </p:nvSpPr>
          <p:spPr>
            <a:xfrm flipH="1" flipV="1">
              <a:off x="-1" y="176784"/>
              <a:ext cx="12190374" cy="6681216"/>
            </a:xfrm>
            <a:custGeom>
              <a:avLst/>
              <a:gdLst>
                <a:gd name="csX0" fmla="*/ 6031230 w 7142797"/>
                <a:gd name="csY0" fmla="*/ 1434465 h 3914775"/>
                <a:gd name="csX1" fmla="*/ 5983605 w 7142797"/>
                <a:gd name="csY1" fmla="*/ 1603058 h 3914775"/>
                <a:gd name="csX2" fmla="*/ 5030153 w 7142797"/>
                <a:gd name="csY2" fmla="*/ 2029778 h 3914775"/>
                <a:gd name="csX3" fmla="*/ 5030153 w 7142797"/>
                <a:gd name="csY3" fmla="*/ 2028825 h 3914775"/>
                <a:gd name="csX4" fmla="*/ 5000625 w 7142797"/>
                <a:gd name="csY4" fmla="*/ 2036445 h 3914775"/>
                <a:gd name="csX5" fmla="*/ 4972050 w 7142797"/>
                <a:gd name="csY5" fmla="*/ 2044065 h 3914775"/>
                <a:gd name="csX6" fmla="*/ 3674745 w 7142797"/>
                <a:gd name="csY6" fmla="*/ 2292668 h 3914775"/>
                <a:gd name="csX7" fmla="*/ 3671888 w 7142797"/>
                <a:gd name="csY7" fmla="*/ 2293620 h 3914775"/>
                <a:gd name="csX8" fmla="*/ 3321368 w 7142797"/>
                <a:gd name="csY8" fmla="*/ 2352675 h 3914775"/>
                <a:gd name="csX9" fmla="*/ 3320415 w 7142797"/>
                <a:gd name="csY9" fmla="*/ 2352675 h 3914775"/>
                <a:gd name="csX10" fmla="*/ 3318510 w 7142797"/>
                <a:gd name="csY10" fmla="*/ 2352675 h 3914775"/>
                <a:gd name="csX11" fmla="*/ 3317558 w 7142797"/>
                <a:gd name="csY11" fmla="*/ 2352675 h 3914775"/>
                <a:gd name="csX12" fmla="*/ 2999423 w 7142797"/>
                <a:gd name="csY12" fmla="*/ 2492693 h 3914775"/>
                <a:gd name="csX13" fmla="*/ 3071813 w 7142797"/>
                <a:gd name="csY13" fmla="*/ 2666048 h 3914775"/>
                <a:gd name="csX14" fmla="*/ 3218498 w 7142797"/>
                <a:gd name="csY14" fmla="*/ 3008948 h 3914775"/>
                <a:gd name="csX15" fmla="*/ 3218498 w 7142797"/>
                <a:gd name="csY15" fmla="*/ 3008948 h 3914775"/>
                <a:gd name="csX16" fmla="*/ 2493645 w 7142797"/>
                <a:gd name="csY16" fmla="*/ 3469005 h 3914775"/>
                <a:gd name="csX17" fmla="*/ 1308735 w 7142797"/>
                <a:gd name="csY17" fmla="*/ 3724275 h 3914775"/>
                <a:gd name="csX18" fmla="*/ 0 w 7142797"/>
                <a:gd name="csY18" fmla="*/ 3914775 h 3914775"/>
                <a:gd name="csX19" fmla="*/ 0 w 7142797"/>
                <a:gd name="csY19" fmla="*/ 3529013 h 3914775"/>
                <a:gd name="csX20" fmla="*/ 2080260 w 7142797"/>
                <a:gd name="csY20" fmla="*/ 3153728 h 3914775"/>
                <a:gd name="csX21" fmla="*/ 2350770 w 7142797"/>
                <a:gd name="csY21" fmla="*/ 2965133 h 3914775"/>
                <a:gd name="csX22" fmla="*/ 2213610 w 7142797"/>
                <a:gd name="csY22" fmla="*/ 2792730 h 3914775"/>
                <a:gd name="csX23" fmla="*/ 2212658 w 7142797"/>
                <a:gd name="csY23" fmla="*/ 2792730 h 3914775"/>
                <a:gd name="csX24" fmla="*/ 1937385 w 7142797"/>
                <a:gd name="csY24" fmla="*/ 2388870 h 3914775"/>
                <a:gd name="csX25" fmla="*/ 1937385 w 7142797"/>
                <a:gd name="csY25" fmla="*/ 2386965 h 3914775"/>
                <a:gd name="csX26" fmla="*/ 2066925 w 7142797"/>
                <a:gd name="csY26" fmla="*/ 2174558 h 3914775"/>
                <a:gd name="csX27" fmla="*/ 3588068 w 7142797"/>
                <a:gd name="csY27" fmla="*/ 1775460 h 3914775"/>
                <a:gd name="csX28" fmla="*/ 3590925 w 7142797"/>
                <a:gd name="csY28" fmla="*/ 1774508 h 3914775"/>
                <a:gd name="csX29" fmla="*/ 4741545 w 7142797"/>
                <a:gd name="csY29" fmla="*/ 1560195 h 3914775"/>
                <a:gd name="csX30" fmla="*/ 4772978 w 7142797"/>
                <a:gd name="csY30" fmla="*/ 1552575 h 3914775"/>
                <a:gd name="csX31" fmla="*/ 4789170 w 7142797"/>
                <a:gd name="csY31" fmla="*/ 1548765 h 3914775"/>
                <a:gd name="csX32" fmla="*/ 4940618 w 7142797"/>
                <a:gd name="csY32" fmla="*/ 1428750 h 3914775"/>
                <a:gd name="csX33" fmla="*/ 4860608 w 7142797"/>
                <a:gd name="csY33" fmla="*/ 1305878 h 3914775"/>
                <a:gd name="csX34" fmla="*/ 4860608 w 7142797"/>
                <a:gd name="csY34" fmla="*/ 1305878 h 3914775"/>
                <a:gd name="csX35" fmla="*/ 4857750 w 7142797"/>
                <a:gd name="csY35" fmla="*/ 1304925 h 3914775"/>
                <a:gd name="csX36" fmla="*/ 4469130 w 7142797"/>
                <a:gd name="csY36" fmla="*/ 787718 h 3914775"/>
                <a:gd name="csX37" fmla="*/ 4650105 w 7142797"/>
                <a:gd name="csY37" fmla="*/ 485775 h 3914775"/>
                <a:gd name="csX38" fmla="*/ 5008245 w 7142797"/>
                <a:gd name="csY38" fmla="*/ 323850 h 3914775"/>
                <a:gd name="csX39" fmla="*/ 5009198 w 7142797"/>
                <a:gd name="csY39" fmla="*/ 323850 h 3914775"/>
                <a:gd name="csX40" fmla="*/ 6203633 w 7142797"/>
                <a:gd name="csY40" fmla="*/ 120015 h 3914775"/>
                <a:gd name="csX41" fmla="*/ 7141845 w 7142797"/>
                <a:gd name="csY41" fmla="*/ 0 h 3914775"/>
                <a:gd name="csX42" fmla="*/ 7142798 w 7142797"/>
                <a:gd name="csY42" fmla="*/ 642938 h 3914775"/>
                <a:gd name="csX43" fmla="*/ 5743575 w 7142797"/>
                <a:gd name="csY43" fmla="*/ 826770 h 3914775"/>
                <a:gd name="csX44" fmla="*/ 5742623 w 7142797"/>
                <a:gd name="csY44" fmla="*/ 826770 h 3914775"/>
                <a:gd name="csX45" fmla="*/ 5741670 w 7142797"/>
                <a:gd name="csY45" fmla="*/ 826770 h 3914775"/>
                <a:gd name="csX46" fmla="*/ 5582603 w 7142797"/>
                <a:gd name="csY46" fmla="*/ 943928 h 3914775"/>
                <a:gd name="csX47" fmla="*/ 5668328 w 7142797"/>
                <a:gd name="csY47" fmla="*/ 1073468 h 3914775"/>
                <a:gd name="csX48" fmla="*/ 5669280 w 7142797"/>
                <a:gd name="csY48" fmla="*/ 1074420 h 3914775"/>
                <a:gd name="csX49" fmla="*/ 5670233 w 7142797"/>
                <a:gd name="csY49" fmla="*/ 1075373 h 3914775"/>
                <a:gd name="csX50" fmla="*/ 6031230 w 7142797"/>
                <a:gd name="csY50" fmla="*/ 1434465 h 3914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7142797" h="3914775">
                  <a:moveTo>
                    <a:pt x="6031230" y="1434465"/>
                  </a:moveTo>
                  <a:cubicBezTo>
                    <a:pt x="6043613" y="1494473"/>
                    <a:pt x="6027420" y="1549718"/>
                    <a:pt x="5983605" y="1603058"/>
                  </a:cubicBezTo>
                  <a:cubicBezTo>
                    <a:pt x="5783580" y="1844040"/>
                    <a:pt x="5170170" y="1997393"/>
                    <a:pt x="5030153" y="2029778"/>
                  </a:cubicBezTo>
                  <a:lnTo>
                    <a:pt x="5030153" y="2028825"/>
                  </a:lnTo>
                  <a:lnTo>
                    <a:pt x="5000625" y="2036445"/>
                  </a:lnTo>
                  <a:cubicBezTo>
                    <a:pt x="5000625" y="2036445"/>
                    <a:pt x="4977765" y="2042160"/>
                    <a:pt x="4972050" y="2044065"/>
                  </a:cubicBezTo>
                  <a:cubicBezTo>
                    <a:pt x="4589145" y="2140268"/>
                    <a:pt x="4124325" y="2217420"/>
                    <a:pt x="3674745" y="2292668"/>
                  </a:cubicBezTo>
                  <a:lnTo>
                    <a:pt x="3671888" y="2293620"/>
                  </a:lnTo>
                  <a:cubicBezTo>
                    <a:pt x="3549015" y="2313623"/>
                    <a:pt x="3433763" y="2333625"/>
                    <a:pt x="3321368" y="2352675"/>
                  </a:cubicBezTo>
                  <a:lnTo>
                    <a:pt x="3320415" y="2352675"/>
                  </a:lnTo>
                  <a:lnTo>
                    <a:pt x="3318510" y="2352675"/>
                  </a:lnTo>
                  <a:cubicBezTo>
                    <a:pt x="3318510" y="2352675"/>
                    <a:pt x="3317558" y="2352675"/>
                    <a:pt x="3317558" y="2352675"/>
                  </a:cubicBezTo>
                  <a:cubicBezTo>
                    <a:pt x="3303270" y="2354580"/>
                    <a:pt x="3076575" y="2393633"/>
                    <a:pt x="2999423" y="2492693"/>
                  </a:cubicBezTo>
                  <a:cubicBezTo>
                    <a:pt x="2945130" y="2563178"/>
                    <a:pt x="3008948" y="2615565"/>
                    <a:pt x="3071813" y="2666048"/>
                  </a:cubicBezTo>
                  <a:cubicBezTo>
                    <a:pt x="3158490" y="2737485"/>
                    <a:pt x="3267075" y="2826068"/>
                    <a:pt x="3218498" y="3008948"/>
                  </a:cubicBezTo>
                  <a:lnTo>
                    <a:pt x="3218498" y="3008948"/>
                  </a:lnTo>
                  <a:cubicBezTo>
                    <a:pt x="3143250" y="3248978"/>
                    <a:pt x="2825115" y="3371850"/>
                    <a:pt x="2493645" y="3469005"/>
                  </a:cubicBezTo>
                  <a:cubicBezTo>
                    <a:pt x="2202180" y="3554730"/>
                    <a:pt x="1803083" y="3640455"/>
                    <a:pt x="1308735" y="3724275"/>
                  </a:cubicBezTo>
                  <a:cubicBezTo>
                    <a:pt x="829628" y="3805238"/>
                    <a:pt x="326708" y="3874770"/>
                    <a:pt x="0" y="3914775"/>
                  </a:cubicBezTo>
                  <a:lnTo>
                    <a:pt x="0" y="3529013"/>
                  </a:lnTo>
                  <a:cubicBezTo>
                    <a:pt x="801053" y="3438525"/>
                    <a:pt x="2029778" y="3165158"/>
                    <a:pt x="2080260" y="3153728"/>
                  </a:cubicBezTo>
                  <a:cubicBezTo>
                    <a:pt x="2242185" y="3117533"/>
                    <a:pt x="2341245" y="3048953"/>
                    <a:pt x="2350770" y="2965133"/>
                  </a:cubicBezTo>
                  <a:cubicBezTo>
                    <a:pt x="2354580" y="2927033"/>
                    <a:pt x="2343150" y="2854643"/>
                    <a:pt x="2213610" y="2792730"/>
                  </a:cubicBezTo>
                  <a:lnTo>
                    <a:pt x="2212658" y="2792730"/>
                  </a:lnTo>
                  <a:cubicBezTo>
                    <a:pt x="1913573" y="2626043"/>
                    <a:pt x="1930718" y="2426970"/>
                    <a:pt x="1937385" y="2388870"/>
                  </a:cubicBezTo>
                  <a:lnTo>
                    <a:pt x="1937385" y="2386965"/>
                  </a:lnTo>
                  <a:cubicBezTo>
                    <a:pt x="1939290" y="2374583"/>
                    <a:pt x="1962150" y="2266950"/>
                    <a:pt x="2066925" y="2174558"/>
                  </a:cubicBezTo>
                  <a:cubicBezTo>
                    <a:pt x="2247900" y="2011680"/>
                    <a:pt x="2648903" y="1931670"/>
                    <a:pt x="3588068" y="1775460"/>
                  </a:cubicBezTo>
                  <a:lnTo>
                    <a:pt x="3590925" y="1774508"/>
                  </a:lnTo>
                  <a:cubicBezTo>
                    <a:pt x="3988118" y="1708785"/>
                    <a:pt x="4398645" y="1640205"/>
                    <a:pt x="4741545" y="1560195"/>
                  </a:cubicBezTo>
                  <a:lnTo>
                    <a:pt x="4772978" y="1552575"/>
                  </a:lnTo>
                  <a:lnTo>
                    <a:pt x="4789170" y="1548765"/>
                  </a:lnTo>
                  <a:cubicBezTo>
                    <a:pt x="4889183" y="1522095"/>
                    <a:pt x="4940618" y="1482090"/>
                    <a:pt x="4940618" y="1428750"/>
                  </a:cubicBezTo>
                  <a:cubicBezTo>
                    <a:pt x="4939665" y="1362075"/>
                    <a:pt x="4892040" y="1323975"/>
                    <a:pt x="4860608" y="1305878"/>
                  </a:cubicBezTo>
                  <a:lnTo>
                    <a:pt x="4860608" y="1305878"/>
                  </a:lnTo>
                  <a:lnTo>
                    <a:pt x="4857750" y="1304925"/>
                  </a:lnTo>
                  <a:cubicBezTo>
                    <a:pt x="4840605" y="1294448"/>
                    <a:pt x="4444365" y="1034415"/>
                    <a:pt x="4469130" y="787718"/>
                  </a:cubicBezTo>
                  <a:cubicBezTo>
                    <a:pt x="4480560" y="670560"/>
                    <a:pt x="4541520" y="568643"/>
                    <a:pt x="4650105" y="485775"/>
                  </a:cubicBezTo>
                  <a:cubicBezTo>
                    <a:pt x="4741545" y="415290"/>
                    <a:pt x="4865370" y="360045"/>
                    <a:pt x="5008245" y="323850"/>
                  </a:cubicBezTo>
                  <a:lnTo>
                    <a:pt x="5009198" y="323850"/>
                  </a:lnTo>
                  <a:cubicBezTo>
                    <a:pt x="5281613" y="260985"/>
                    <a:pt x="5673090" y="194310"/>
                    <a:pt x="6203633" y="120015"/>
                  </a:cubicBezTo>
                  <a:cubicBezTo>
                    <a:pt x="6548438" y="72390"/>
                    <a:pt x="6910388" y="27623"/>
                    <a:pt x="7141845" y="0"/>
                  </a:cubicBezTo>
                  <a:lnTo>
                    <a:pt x="7142798" y="642938"/>
                  </a:lnTo>
                  <a:cubicBezTo>
                    <a:pt x="6485573" y="721043"/>
                    <a:pt x="5750243" y="825818"/>
                    <a:pt x="5743575" y="826770"/>
                  </a:cubicBezTo>
                  <a:lnTo>
                    <a:pt x="5742623" y="826770"/>
                  </a:lnTo>
                  <a:lnTo>
                    <a:pt x="5741670" y="826770"/>
                  </a:lnTo>
                  <a:cubicBezTo>
                    <a:pt x="5726430" y="830580"/>
                    <a:pt x="5595938" y="865823"/>
                    <a:pt x="5582603" y="943928"/>
                  </a:cubicBezTo>
                  <a:cubicBezTo>
                    <a:pt x="5574983" y="986790"/>
                    <a:pt x="5604510" y="1030605"/>
                    <a:pt x="5668328" y="1073468"/>
                  </a:cubicBezTo>
                  <a:lnTo>
                    <a:pt x="5669280" y="1074420"/>
                  </a:lnTo>
                  <a:lnTo>
                    <a:pt x="5670233" y="1075373"/>
                  </a:lnTo>
                  <a:cubicBezTo>
                    <a:pt x="5674043" y="1077278"/>
                    <a:pt x="5991225" y="1242060"/>
                    <a:pt x="6031230" y="1434465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5" name="Graphic 2">
              <a:extLst>
                <a:ext uri="{FF2B5EF4-FFF2-40B4-BE49-F238E27FC236}">
                  <a16:creationId xmlns:a16="http://schemas.microsoft.com/office/drawing/2014/main" id="{68337E9F-EF37-49C0-8B2D-567BC8B2AF88}"/>
                </a:ext>
              </a:extLst>
            </p:cNvPr>
            <p:cNvGrpSpPr/>
            <p:nvPr/>
          </p:nvGrpSpPr>
          <p:grpSpPr>
            <a:xfrm flipH="1" flipV="1">
              <a:off x="206451" y="438506"/>
              <a:ext cx="11985547" cy="5920433"/>
              <a:chOff x="2524125" y="1725930"/>
              <a:chExt cx="7022781" cy="3469004"/>
            </a:xfrm>
            <a:solidFill>
              <a:srgbClr val="FFFFFF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8FCD2166-2E93-4CB6-A7EC-BA9C86575F90}"/>
                  </a:ext>
                </a:extLst>
              </p:cNvPr>
              <p:cNvSpPr/>
              <p:nvPr/>
            </p:nvSpPr>
            <p:spPr>
              <a:xfrm>
                <a:off x="2524125" y="5120640"/>
                <a:ext cx="200977" cy="74294"/>
              </a:xfrm>
              <a:custGeom>
                <a:avLst/>
                <a:gdLst>
                  <a:gd name="csX0" fmla="*/ 200978 w 200977"/>
                  <a:gd name="csY0" fmla="*/ 47625 h 74294"/>
                  <a:gd name="csX1" fmla="*/ 2858 w 200977"/>
                  <a:gd name="csY1" fmla="*/ 74295 h 74294"/>
                  <a:gd name="csX2" fmla="*/ 0 w 200977"/>
                  <a:gd name="csY2" fmla="*/ 74295 h 74294"/>
                  <a:gd name="csX3" fmla="*/ 0 w 200977"/>
                  <a:gd name="csY3" fmla="*/ 26670 h 74294"/>
                  <a:gd name="csX4" fmla="*/ 195263 w 200977"/>
                  <a:gd name="csY4" fmla="*/ 0 h 74294"/>
                  <a:gd name="csX5" fmla="*/ 200978 w 200977"/>
                  <a:gd name="csY5" fmla="*/ 47625 h 742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200977" h="74294">
                    <a:moveTo>
                      <a:pt x="200978" y="47625"/>
                    </a:moveTo>
                    <a:cubicBezTo>
                      <a:pt x="200978" y="47625"/>
                      <a:pt x="2858" y="74295"/>
                      <a:pt x="2858" y="74295"/>
                    </a:cubicBezTo>
                    <a:cubicBezTo>
                      <a:pt x="1905" y="74295"/>
                      <a:pt x="953" y="74295"/>
                      <a:pt x="0" y="74295"/>
                    </a:cubicBezTo>
                    <a:lnTo>
                      <a:pt x="0" y="26670"/>
                    </a:lnTo>
                    <a:cubicBezTo>
                      <a:pt x="15240" y="24765"/>
                      <a:pt x="195263" y="0"/>
                      <a:pt x="195263" y="0"/>
                    </a:cubicBezTo>
                    <a:lnTo>
                      <a:pt x="200978" y="4762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" name="Graphic 2">
                <a:extLst>
                  <a:ext uri="{FF2B5EF4-FFF2-40B4-BE49-F238E27FC236}">
                    <a16:creationId xmlns:a16="http://schemas.microsoft.com/office/drawing/2014/main" id="{C18ADDA4-42DE-4BCB-95EF-AFEC06A98166}"/>
                  </a:ext>
                </a:extLst>
              </p:cNvPr>
              <p:cNvGrpSpPr/>
              <p:nvPr/>
            </p:nvGrpSpPr>
            <p:grpSpPr>
              <a:xfrm>
                <a:off x="3029902" y="1725930"/>
                <a:ext cx="6517004" cy="3395675"/>
                <a:chOff x="3029902" y="1725930"/>
                <a:chExt cx="6517004" cy="3395675"/>
              </a:xfrm>
              <a:solidFill>
                <a:srgbClr val="FFFFFF"/>
              </a:solidFill>
            </p:grpSpPr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E9812884-99DB-4BBC-B2FE-3C729AF0C110}"/>
                    </a:ext>
                  </a:extLst>
                </p:cNvPr>
                <p:cNvSpPr/>
                <p:nvPr/>
              </p:nvSpPr>
              <p:spPr>
                <a:xfrm>
                  <a:off x="4948237" y="3784282"/>
                  <a:ext cx="194309" cy="352424"/>
                </a:xfrm>
                <a:custGeom>
                  <a:avLst/>
                  <a:gdLst>
                    <a:gd name="csX0" fmla="*/ 194310 w 194309"/>
                    <a:gd name="csY0" fmla="*/ 314325 h 352424"/>
                    <a:gd name="csX1" fmla="*/ 47625 w 194309"/>
                    <a:gd name="csY1" fmla="*/ 116205 h 352424"/>
                    <a:gd name="csX2" fmla="*/ 84772 w 194309"/>
                    <a:gd name="csY2" fmla="*/ 32385 h 352424"/>
                    <a:gd name="csX3" fmla="*/ 49530 w 194309"/>
                    <a:gd name="csY3" fmla="*/ 0 h 352424"/>
                    <a:gd name="csX4" fmla="*/ 0 w 194309"/>
                    <a:gd name="csY4" fmla="*/ 116205 h 352424"/>
                    <a:gd name="csX5" fmla="*/ 166688 w 194309"/>
                    <a:gd name="csY5" fmla="*/ 352425 h 352424"/>
                    <a:gd name="csX6" fmla="*/ 194310 w 194309"/>
                    <a:gd name="csY6" fmla="*/ 314325 h 3524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94309" h="352424">
                      <a:moveTo>
                        <a:pt x="194310" y="314325"/>
                      </a:moveTo>
                      <a:cubicBezTo>
                        <a:pt x="97155" y="241935"/>
                        <a:pt x="47625" y="175260"/>
                        <a:pt x="47625" y="116205"/>
                      </a:cubicBezTo>
                      <a:cubicBezTo>
                        <a:pt x="47625" y="86677"/>
                        <a:pt x="60007" y="59055"/>
                        <a:pt x="84772" y="32385"/>
                      </a:cubicBezTo>
                      <a:lnTo>
                        <a:pt x="49530" y="0"/>
                      </a:lnTo>
                      <a:cubicBezTo>
                        <a:pt x="16193" y="36195"/>
                        <a:pt x="0" y="75248"/>
                        <a:pt x="0" y="116205"/>
                      </a:cubicBezTo>
                      <a:cubicBezTo>
                        <a:pt x="0" y="191452"/>
                        <a:pt x="54293" y="268605"/>
                        <a:pt x="166688" y="352425"/>
                      </a:cubicBezTo>
                      <a:lnTo>
                        <a:pt x="194310" y="31432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00D92716-C875-4C3B-86F1-3FE08CA2D0BF}"/>
                    </a:ext>
                  </a:extLst>
                </p:cNvPr>
                <p:cNvSpPr/>
                <p:nvPr/>
              </p:nvSpPr>
              <p:spPr>
                <a:xfrm>
                  <a:off x="5071109" y="4342447"/>
                  <a:ext cx="287655" cy="291480"/>
                </a:xfrm>
                <a:custGeom>
                  <a:avLst/>
                  <a:gdLst>
                    <a:gd name="csX0" fmla="*/ 239078 w 287655"/>
                    <a:gd name="csY0" fmla="*/ 4763 h 291480"/>
                    <a:gd name="csX1" fmla="*/ 240030 w 287655"/>
                    <a:gd name="csY1" fmla="*/ 16193 h 291480"/>
                    <a:gd name="csX2" fmla="*/ 0 w 287655"/>
                    <a:gd name="csY2" fmla="*/ 248603 h 291480"/>
                    <a:gd name="csX3" fmla="*/ 21908 w 287655"/>
                    <a:gd name="csY3" fmla="*/ 291465 h 291480"/>
                    <a:gd name="csX4" fmla="*/ 287655 w 287655"/>
                    <a:gd name="csY4" fmla="*/ 16193 h 291480"/>
                    <a:gd name="csX5" fmla="*/ 286703 w 287655"/>
                    <a:gd name="csY5" fmla="*/ 0 h 291480"/>
                    <a:gd name="csX6" fmla="*/ 239078 w 287655"/>
                    <a:gd name="csY6" fmla="*/ 4763 h 2914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87655" h="291480">
                      <a:moveTo>
                        <a:pt x="239078" y="4763"/>
                      </a:moveTo>
                      <a:cubicBezTo>
                        <a:pt x="239078" y="8572"/>
                        <a:pt x="240030" y="12383"/>
                        <a:pt x="240030" y="16193"/>
                      </a:cubicBezTo>
                      <a:cubicBezTo>
                        <a:pt x="240030" y="88583"/>
                        <a:pt x="159068" y="167640"/>
                        <a:pt x="0" y="248603"/>
                      </a:cubicBezTo>
                      <a:cubicBezTo>
                        <a:pt x="0" y="248603"/>
                        <a:pt x="18097" y="292418"/>
                        <a:pt x="21908" y="291465"/>
                      </a:cubicBezTo>
                      <a:cubicBezTo>
                        <a:pt x="200978" y="200025"/>
                        <a:pt x="287655" y="109538"/>
                        <a:pt x="287655" y="16193"/>
                      </a:cubicBezTo>
                      <a:cubicBezTo>
                        <a:pt x="287655" y="10478"/>
                        <a:pt x="286703" y="0"/>
                        <a:pt x="286703" y="0"/>
                      </a:cubicBezTo>
                      <a:lnTo>
                        <a:pt x="239078" y="476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D102D378-0D59-48C6-8067-30884A03BB3A}"/>
                    </a:ext>
                  </a:extLst>
                </p:cNvPr>
                <p:cNvSpPr/>
                <p:nvPr/>
              </p:nvSpPr>
              <p:spPr>
                <a:xfrm>
                  <a:off x="4411979" y="4712017"/>
                  <a:ext cx="387667" cy="152400"/>
                </a:xfrm>
                <a:custGeom>
                  <a:avLst/>
                  <a:gdLst>
                    <a:gd name="csX0" fmla="*/ 0 w 387667"/>
                    <a:gd name="csY0" fmla="*/ 105727 h 152400"/>
                    <a:gd name="csX1" fmla="*/ 11430 w 387667"/>
                    <a:gd name="csY1" fmla="*/ 152400 h 152400"/>
                    <a:gd name="csX2" fmla="*/ 387667 w 387667"/>
                    <a:gd name="csY2" fmla="*/ 44767 h 152400"/>
                    <a:gd name="csX3" fmla="*/ 371475 w 387667"/>
                    <a:gd name="csY3" fmla="*/ 0 h 1524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87667" h="152400">
                      <a:moveTo>
                        <a:pt x="0" y="105727"/>
                      </a:moveTo>
                      <a:lnTo>
                        <a:pt x="11430" y="152400"/>
                      </a:lnTo>
                      <a:lnTo>
                        <a:pt x="387667" y="44767"/>
                      </a:lnTo>
                      <a:lnTo>
                        <a:pt x="37147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E04168D-51B4-4317-B998-E6BCFF14C212}"/>
                    </a:ext>
                  </a:extLst>
                </p:cNvPr>
                <p:cNvSpPr/>
                <p:nvPr/>
              </p:nvSpPr>
              <p:spPr>
                <a:xfrm>
                  <a:off x="3724275" y="4886325"/>
                  <a:ext cx="391477" cy="120967"/>
                </a:xfrm>
                <a:custGeom>
                  <a:avLst/>
                  <a:gdLst>
                    <a:gd name="csX0" fmla="*/ 0 w 391477"/>
                    <a:gd name="csY0" fmla="*/ 74295 h 120967"/>
                    <a:gd name="csX1" fmla="*/ 8573 w 391477"/>
                    <a:gd name="csY1" fmla="*/ 120968 h 120967"/>
                    <a:gd name="csX2" fmla="*/ 391478 w 391477"/>
                    <a:gd name="csY2" fmla="*/ 46672 h 120967"/>
                    <a:gd name="csX3" fmla="*/ 381953 w 391477"/>
                    <a:gd name="csY3" fmla="*/ 0 h 120967"/>
                    <a:gd name="csX4" fmla="*/ 0 w 391477"/>
                    <a:gd name="csY4" fmla="*/ 74295 h 1209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91477" h="120967">
                      <a:moveTo>
                        <a:pt x="0" y="74295"/>
                      </a:moveTo>
                      <a:cubicBezTo>
                        <a:pt x="0" y="74295"/>
                        <a:pt x="6667" y="120968"/>
                        <a:pt x="8573" y="120968"/>
                      </a:cubicBezTo>
                      <a:cubicBezTo>
                        <a:pt x="145733" y="96203"/>
                        <a:pt x="391478" y="46672"/>
                        <a:pt x="391478" y="46672"/>
                      </a:cubicBezTo>
                      <a:lnTo>
                        <a:pt x="381953" y="0"/>
                      </a:lnTo>
                      <a:lnTo>
                        <a:pt x="0" y="7429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F2736511-416F-48C1-B9A0-30257DA5F6BF}"/>
                    </a:ext>
                  </a:extLst>
                </p:cNvPr>
                <p:cNvSpPr/>
                <p:nvPr/>
              </p:nvSpPr>
              <p:spPr>
                <a:xfrm>
                  <a:off x="3029902" y="5013959"/>
                  <a:ext cx="392430" cy="107646"/>
                </a:xfrm>
                <a:custGeom>
                  <a:avLst/>
                  <a:gdLst>
                    <a:gd name="csX0" fmla="*/ 0 w 392430"/>
                    <a:gd name="csY0" fmla="*/ 60960 h 107646"/>
                    <a:gd name="csX1" fmla="*/ 7620 w 392430"/>
                    <a:gd name="csY1" fmla="*/ 107633 h 107646"/>
                    <a:gd name="csX2" fmla="*/ 392430 w 392430"/>
                    <a:gd name="csY2" fmla="*/ 46672 h 107646"/>
                    <a:gd name="csX3" fmla="*/ 384810 w 392430"/>
                    <a:gd name="csY3" fmla="*/ 0 h 107646"/>
                    <a:gd name="csX4" fmla="*/ 0 w 392430"/>
                    <a:gd name="csY4" fmla="*/ 60960 h 1076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92430" h="107646">
                      <a:moveTo>
                        <a:pt x="0" y="60960"/>
                      </a:moveTo>
                      <a:cubicBezTo>
                        <a:pt x="0" y="60960"/>
                        <a:pt x="5715" y="108585"/>
                        <a:pt x="7620" y="107633"/>
                      </a:cubicBezTo>
                      <a:cubicBezTo>
                        <a:pt x="139065" y="87630"/>
                        <a:pt x="392430" y="46672"/>
                        <a:pt x="392430" y="46672"/>
                      </a:cubicBezTo>
                      <a:lnTo>
                        <a:pt x="384810" y="0"/>
                      </a:lnTo>
                      <a:lnTo>
                        <a:pt x="0" y="6096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7BC4D3AB-5E96-4A51-8C0C-789DDF7621CA}"/>
                    </a:ext>
                  </a:extLst>
                </p:cNvPr>
                <p:cNvSpPr/>
                <p:nvPr/>
              </p:nvSpPr>
              <p:spPr>
                <a:xfrm>
                  <a:off x="7430452" y="2152650"/>
                  <a:ext cx="184785" cy="348614"/>
                </a:xfrm>
                <a:custGeom>
                  <a:avLst/>
                  <a:gdLst>
                    <a:gd name="csX0" fmla="*/ 47625 w 184785"/>
                    <a:gd name="csY0" fmla="*/ 107633 h 348614"/>
                    <a:gd name="csX1" fmla="*/ 49530 w 184785"/>
                    <a:gd name="csY1" fmla="*/ 80963 h 348614"/>
                    <a:gd name="csX2" fmla="*/ 72390 w 184785"/>
                    <a:gd name="csY2" fmla="*/ 38100 h 348614"/>
                    <a:gd name="csX3" fmla="*/ 42863 w 184785"/>
                    <a:gd name="csY3" fmla="*/ 0 h 348614"/>
                    <a:gd name="csX4" fmla="*/ 2858 w 184785"/>
                    <a:gd name="csY4" fmla="*/ 73342 h 348614"/>
                    <a:gd name="csX5" fmla="*/ 0 w 184785"/>
                    <a:gd name="csY5" fmla="*/ 106680 h 348614"/>
                    <a:gd name="csX6" fmla="*/ 153353 w 184785"/>
                    <a:gd name="csY6" fmla="*/ 348615 h 348614"/>
                    <a:gd name="csX7" fmla="*/ 154305 w 184785"/>
                    <a:gd name="csY7" fmla="*/ 347663 h 348614"/>
                    <a:gd name="csX8" fmla="*/ 184785 w 184785"/>
                    <a:gd name="csY8" fmla="*/ 312420 h 348614"/>
                    <a:gd name="csX9" fmla="*/ 47625 w 184785"/>
                    <a:gd name="csY9" fmla="*/ 107633 h 34861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84785" h="348614">
                      <a:moveTo>
                        <a:pt x="47625" y="107633"/>
                      </a:moveTo>
                      <a:cubicBezTo>
                        <a:pt x="47625" y="99060"/>
                        <a:pt x="48578" y="90488"/>
                        <a:pt x="49530" y="80963"/>
                      </a:cubicBezTo>
                      <a:cubicBezTo>
                        <a:pt x="51435" y="66675"/>
                        <a:pt x="59055" y="52388"/>
                        <a:pt x="72390" y="38100"/>
                      </a:cubicBezTo>
                      <a:cubicBezTo>
                        <a:pt x="62865" y="24765"/>
                        <a:pt x="53340" y="12383"/>
                        <a:pt x="42863" y="0"/>
                      </a:cubicBezTo>
                      <a:cubicBezTo>
                        <a:pt x="20003" y="23813"/>
                        <a:pt x="6668" y="48577"/>
                        <a:pt x="2858" y="73342"/>
                      </a:cubicBezTo>
                      <a:cubicBezTo>
                        <a:pt x="953" y="84773"/>
                        <a:pt x="0" y="96202"/>
                        <a:pt x="0" y="106680"/>
                      </a:cubicBezTo>
                      <a:cubicBezTo>
                        <a:pt x="0" y="215265"/>
                        <a:pt x="85725" y="296228"/>
                        <a:pt x="153353" y="348615"/>
                      </a:cubicBezTo>
                      <a:cubicBezTo>
                        <a:pt x="153353" y="348615"/>
                        <a:pt x="154305" y="347663"/>
                        <a:pt x="154305" y="347663"/>
                      </a:cubicBezTo>
                      <a:cubicBezTo>
                        <a:pt x="163830" y="335280"/>
                        <a:pt x="174308" y="324803"/>
                        <a:pt x="184785" y="312420"/>
                      </a:cubicBezTo>
                      <a:cubicBezTo>
                        <a:pt x="91440" y="241935"/>
                        <a:pt x="47625" y="176213"/>
                        <a:pt x="47625" y="1076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A427744D-EEC2-4E30-833B-46FAAA76B6FD}"/>
                    </a:ext>
                  </a:extLst>
                </p:cNvPr>
                <p:cNvSpPr/>
                <p:nvPr/>
              </p:nvSpPr>
              <p:spPr>
                <a:xfrm>
                  <a:off x="5284469" y="3537584"/>
                  <a:ext cx="382905" cy="138112"/>
                </a:xfrm>
                <a:custGeom>
                  <a:avLst/>
                  <a:gdLst>
                    <a:gd name="csX0" fmla="*/ 371475 w 382905"/>
                    <a:gd name="csY0" fmla="*/ 0 h 138112"/>
                    <a:gd name="csX1" fmla="*/ 0 w 382905"/>
                    <a:gd name="csY1" fmla="*/ 92393 h 138112"/>
                    <a:gd name="csX2" fmla="*/ 12383 w 382905"/>
                    <a:gd name="csY2" fmla="*/ 138113 h 138112"/>
                    <a:gd name="csX3" fmla="*/ 382905 w 382905"/>
                    <a:gd name="csY3" fmla="*/ 46673 h 138112"/>
                    <a:gd name="csX4" fmla="*/ 371475 w 382905"/>
                    <a:gd name="csY4" fmla="*/ 0 h 1381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82905" h="138112">
                      <a:moveTo>
                        <a:pt x="371475" y="0"/>
                      </a:moveTo>
                      <a:cubicBezTo>
                        <a:pt x="224790" y="27623"/>
                        <a:pt x="100013" y="59055"/>
                        <a:pt x="0" y="92393"/>
                      </a:cubicBezTo>
                      <a:cubicBezTo>
                        <a:pt x="3810" y="107633"/>
                        <a:pt x="7620" y="122873"/>
                        <a:pt x="12383" y="138113"/>
                      </a:cubicBezTo>
                      <a:cubicBezTo>
                        <a:pt x="111443" y="104775"/>
                        <a:pt x="236220" y="74295"/>
                        <a:pt x="382905" y="46673"/>
                      </a:cubicBezTo>
                      <a:cubicBezTo>
                        <a:pt x="380048" y="30480"/>
                        <a:pt x="376238" y="15240"/>
                        <a:pt x="37147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B533500-40C9-4504-89B3-0322CC5CF453}"/>
                    </a:ext>
                  </a:extLst>
                </p:cNvPr>
                <p:cNvSpPr/>
                <p:nvPr/>
              </p:nvSpPr>
              <p:spPr>
                <a:xfrm>
                  <a:off x="8458200" y="1799272"/>
                  <a:ext cx="395287" cy="101917"/>
                </a:xfrm>
                <a:custGeom>
                  <a:avLst/>
                  <a:gdLst>
                    <a:gd name="csX0" fmla="*/ 384810 w 395287"/>
                    <a:gd name="csY0" fmla="*/ 0 h 101917"/>
                    <a:gd name="csX1" fmla="*/ 0 w 395287"/>
                    <a:gd name="csY1" fmla="*/ 55245 h 101917"/>
                    <a:gd name="csX2" fmla="*/ 4763 w 395287"/>
                    <a:gd name="csY2" fmla="*/ 81915 h 101917"/>
                    <a:gd name="csX3" fmla="*/ 8573 w 395287"/>
                    <a:gd name="csY3" fmla="*/ 101917 h 101917"/>
                    <a:gd name="csX4" fmla="*/ 390525 w 395287"/>
                    <a:gd name="csY4" fmla="*/ 47625 h 101917"/>
                    <a:gd name="csX5" fmla="*/ 395288 w 395287"/>
                    <a:gd name="csY5" fmla="*/ 46672 h 101917"/>
                    <a:gd name="csX6" fmla="*/ 384810 w 395287"/>
                    <a:gd name="csY6" fmla="*/ 0 h 1019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95287" h="101917">
                      <a:moveTo>
                        <a:pt x="384810" y="0"/>
                      </a:moveTo>
                      <a:cubicBezTo>
                        <a:pt x="248602" y="17145"/>
                        <a:pt x="119063" y="36195"/>
                        <a:pt x="0" y="55245"/>
                      </a:cubicBezTo>
                      <a:cubicBezTo>
                        <a:pt x="1905" y="63817"/>
                        <a:pt x="3810" y="73342"/>
                        <a:pt x="4763" y="81915"/>
                      </a:cubicBezTo>
                      <a:cubicBezTo>
                        <a:pt x="5715" y="88582"/>
                        <a:pt x="7620" y="95250"/>
                        <a:pt x="8573" y="101917"/>
                      </a:cubicBezTo>
                      <a:cubicBezTo>
                        <a:pt x="126682" y="82867"/>
                        <a:pt x="255270" y="64770"/>
                        <a:pt x="390525" y="47625"/>
                      </a:cubicBezTo>
                      <a:cubicBezTo>
                        <a:pt x="392430" y="47625"/>
                        <a:pt x="393382" y="46672"/>
                        <a:pt x="395288" y="46672"/>
                      </a:cubicBezTo>
                      <a:cubicBezTo>
                        <a:pt x="392430" y="30480"/>
                        <a:pt x="389573" y="15240"/>
                        <a:pt x="38481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5FA47990-D6B5-4F61-9BE6-01B5CB6F6DC8}"/>
                    </a:ext>
                  </a:extLst>
                </p:cNvPr>
                <p:cNvSpPr/>
                <p:nvPr/>
              </p:nvSpPr>
              <p:spPr>
                <a:xfrm>
                  <a:off x="7767637" y="1911667"/>
                  <a:ext cx="382905" cy="138112"/>
                </a:xfrm>
                <a:custGeom>
                  <a:avLst/>
                  <a:gdLst>
                    <a:gd name="csX0" fmla="*/ 381000 w 382905"/>
                    <a:gd name="csY0" fmla="*/ 40005 h 138112"/>
                    <a:gd name="csX1" fmla="*/ 369570 w 382905"/>
                    <a:gd name="csY1" fmla="*/ 0 h 138112"/>
                    <a:gd name="csX2" fmla="*/ 0 w 382905"/>
                    <a:gd name="csY2" fmla="*/ 93345 h 138112"/>
                    <a:gd name="csX3" fmla="*/ 15240 w 382905"/>
                    <a:gd name="csY3" fmla="*/ 138112 h 138112"/>
                    <a:gd name="csX4" fmla="*/ 382905 w 382905"/>
                    <a:gd name="csY4" fmla="*/ 45720 h 138112"/>
                    <a:gd name="csX5" fmla="*/ 381000 w 382905"/>
                    <a:gd name="csY5" fmla="*/ 40005 h 1381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382905" h="138112">
                      <a:moveTo>
                        <a:pt x="381000" y="40005"/>
                      </a:moveTo>
                      <a:cubicBezTo>
                        <a:pt x="376238" y="26670"/>
                        <a:pt x="373380" y="13335"/>
                        <a:pt x="369570" y="0"/>
                      </a:cubicBezTo>
                      <a:cubicBezTo>
                        <a:pt x="224790" y="29527"/>
                        <a:pt x="100013" y="60960"/>
                        <a:pt x="0" y="93345"/>
                      </a:cubicBezTo>
                      <a:cubicBezTo>
                        <a:pt x="4763" y="108585"/>
                        <a:pt x="10477" y="123825"/>
                        <a:pt x="15240" y="138112"/>
                      </a:cubicBezTo>
                      <a:cubicBezTo>
                        <a:pt x="114300" y="106680"/>
                        <a:pt x="238125" y="75247"/>
                        <a:pt x="382905" y="45720"/>
                      </a:cubicBezTo>
                      <a:cubicBezTo>
                        <a:pt x="382905" y="44768"/>
                        <a:pt x="381952" y="42863"/>
                        <a:pt x="381000" y="4000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9CE2AD76-1FA1-4179-B4E0-71AF3A164394}"/>
                    </a:ext>
                  </a:extLst>
                </p:cNvPr>
                <p:cNvSpPr/>
                <p:nvPr/>
              </p:nvSpPr>
              <p:spPr>
                <a:xfrm>
                  <a:off x="9162097" y="1725930"/>
                  <a:ext cx="384809" cy="83819"/>
                </a:xfrm>
                <a:custGeom>
                  <a:avLst/>
                  <a:gdLst>
                    <a:gd name="csX0" fmla="*/ 376238 w 384809"/>
                    <a:gd name="csY0" fmla="*/ 0 h 83819"/>
                    <a:gd name="csX1" fmla="*/ 0 w 384809"/>
                    <a:gd name="csY1" fmla="*/ 37147 h 83819"/>
                    <a:gd name="csX2" fmla="*/ 3810 w 384809"/>
                    <a:gd name="csY2" fmla="*/ 62865 h 83819"/>
                    <a:gd name="csX3" fmla="*/ 6667 w 384809"/>
                    <a:gd name="csY3" fmla="*/ 83820 h 83819"/>
                    <a:gd name="csX4" fmla="*/ 384810 w 384809"/>
                    <a:gd name="csY4" fmla="*/ 46672 h 83819"/>
                    <a:gd name="csX5" fmla="*/ 376238 w 384809"/>
                    <a:gd name="csY5" fmla="*/ 0 h 838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384809" h="83819">
                      <a:moveTo>
                        <a:pt x="376238" y="0"/>
                      </a:moveTo>
                      <a:cubicBezTo>
                        <a:pt x="247650" y="11430"/>
                        <a:pt x="120967" y="23813"/>
                        <a:pt x="0" y="37147"/>
                      </a:cubicBezTo>
                      <a:cubicBezTo>
                        <a:pt x="1905" y="45720"/>
                        <a:pt x="2857" y="54293"/>
                        <a:pt x="3810" y="62865"/>
                      </a:cubicBezTo>
                      <a:cubicBezTo>
                        <a:pt x="4763" y="69532"/>
                        <a:pt x="5715" y="77152"/>
                        <a:pt x="6667" y="83820"/>
                      </a:cubicBezTo>
                      <a:cubicBezTo>
                        <a:pt x="128588" y="70485"/>
                        <a:pt x="256222" y="58102"/>
                        <a:pt x="384810" y="46672"/>
                      </a:cubicBezTo>
                      <a:cubicBezTo>
                        <a:pt x="381952" y="30480"/>
                        <a:pt x="379095" y="15240"/>
                        <a:pt x="37623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931BCF7B-165C-424C-A220-02BA222D6A64}"/>
                    </a:ext>
                  </a:extLst>
                </p:cNvPr>
                <p:cNvSpPr/>
                <p:nvPr/>
              </p:nvSpPr>
              <p:spPr>
                <a:xfrm>
                  <a:off x="7361872" y="3128009"/>
                  <a:ext cx="386715" cy="154305"/>
                </a:xfrm>
                <a:custGeom>
                  <a:avLst/>
                  <a:gdLst>
                    <a:gd name="csX0" fmla="*/ 363855 w 386715"/>
                    <a:gd name="csY0" fmla="*/ 0 h 154305"/>
                    <a:gd name="csX1" fmla="*/ 0 w 386715"/>
                    <a:gd name="csY1" fmla="*/ 109538 h 154305"/>
                    <a:gd name="csX2" fmla="*/ 15240 w 386715"/>
                    <a:gd name="csY2" fmla="*/ 148590 h 154305"/>
                    <a:gd name="csX3" fmla="*/ 17145 w 386715"/>
                    <a:gd name="csY3" fmla="*/ 154305 h 154305"/>
                    <a:gd name="csX4" fmla="*/ 382905 w 386715"/>
                    <a:gd name="csY4" fmla="*/ 42863 h 154305"/>
                    <a:gd name="csX5" fmla="*/ 386715 w 386715"/>
                    <a:gd name="csY5" fmla="*/ 40958 h 154305"/>
                    <a:gd name="csX6" fmla="*/ 363855 w 386715"/>
                    <a:gd name="csY6" fmla="*/ 0 h 154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86715" h="154305">
                      <a:moveTo>
                        <a:pt x="363855" y="0"/>
                      </a:moveTo>
                      <a:cubicBezTo>
                        <a:pt x="268605" y="38100"/>
                        <a:pt x="149542" y="74295"/>
                        <a:pt x="0" y="109538"/>
                      </a:cubicBezTo>
                      <a:cubicBezTo>
                        <a:pt x="5715" y="122873"/>
                        <a:pt x="9525" y="135255"/>
                        <a:pt x="15240" y="148590"/>
                      </a:cubicBezTo>
                      <a:cubicBezTo>
                        <a:pt x="16193" y="150495"/>
                        <a:pt x="17145" y="152400"/>
                        <a:pt x="17145" y="154305"/>
                      </a:cubicBezTo>
                      <a:cubicBezTo>
                        <a:pt x="167640" y="118110"/>
                        <a:pt x="286703" y="81915"/>
                        <a:pt x="382905" y="42863"/>
                      </a:cubicBezTo>
                      <a:cubicBezTo>
                        <a:pt x="383858" y="41910"/>
                        <a:pt x="385763" y="41910"/>
                        <a:pt x="386715" y="40958"/>
                      </a:cubicBezTo>
                      <a:cubicBezTo>
                        <a:pt x="379095" y="27623"/>
                        <a:pt x="371475" y="13335"/>
                        <a:pt x="36385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35FDD763-1182-44C5-8A76-56DD76BD9B53}"/>
                    </a:ext>
                  </a:extLst>
                </p:cNvPr>
                <p:cNvSpPr/>
                <p:nvPr/>
              </p:nvSpPr>
              <p:spPr>
                <a:xfrm>
                  <a:off x="6668452" y="3305175"/>
                  <a:ext cx="399097" cy="112395"/>
                </a:xfrm>
                <a:custGeom>
                  <a:avLst/>
                  <a:gdLst>
                    <a:gd name="csX0" fmla="*/ 377190 w 399097"/>
                    <a:gd name="csY0" fmla="*/ 0 h 112395"/>
                    <a:gd name="csX1" fmla="*/ 953 w 399097"/>
                    <a:gd name="csY1" fmla="*/ 66675 h 112395"/>
                    <a:gd name="csX2" fmla="*/ 0 w 399097"/>
                    <a:gd name="csY2" fmla="*/ 66675 h 112395"/>
                    <a:gd name="csX3" fmla="*/ 17145 w 399097"/>
                    <a:gd name="csY3" fmla="*/ 112395 h 112395"/>
                    <a:gd name="csX4" fmla="*/ 392430 w 399097"/>
                    <a:gd name="csY4" fmla="*/ 45720 h 112395"/>
                    <a:gd name="csX5" fmla="*/ 399097 w 399097"/>
                    <a:gd name="csY5" fmla="*/ 42863 h 112395"/>
                    <a:gd name="csX6" fmla="*/ 377190 w 399097"/>
                    <a:gd name="csY6" fmla="*/ 0 h 1123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99097" h="112395">
                      <a:moveTo>
                        <a:pt x="377190" y="0"/>
                      </a:moveTo>
                      <a:cubicBezTo>
                        <a:pt x="268605" y="20955"/>
                        <a:pt x="145732" y="42863"/>
                        <a:pt x="953" y="66675"/>
                      </a:cubicBezTo>
                      <a:cubicBezTo>
                        <a:pt x="953" y="66675"/>
                        <a:pt x="0" y="66675"/>
                        <a:pt x="0" y="66675"/>
                      </a:cubicBezTo>
                      <a:cubicBezTo>
                        <a:pt x="5715" y="81915"/>
                        <a:pt x="11430" y="97155"/>
                        <a:pt x="17145" y="112395"/>
                      </a:cubicBezTo>
                      <a:cubicBezTo>
                        <a:pt x="160972" y="88583"/>
                        <a:pt x="283845" y="66675"/>
                        <a:pt x="392430" y="45720"/>
                      </a:cubicBezTo>
                      <a:cubicBezTo>
                        <a:pt x="395288" y="45720"/>
                        <a:pt x="397192" y="44767"/>
                        <a:pt x="399097" y="42863"/>
                      </a:cubicBezTo>
                      <a:cubicBezTo>
                        <a:pt x="391478" y="28575"/>
                        <a:pt x="384810" y="14288"/>
                        <a:pt x="37719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FE1BDB18-F7CA-41F6-9BBD-5AD4214740A5}"/>
                    </a:ext>
                  </a:extLst>
                </p:cNvPr>
                <p:cNvSpPr/>
                <p:nvPr/>
              </p:nvSpPr>
              <p:spPr>
                <a:xfrm>
                  <a:off x="7853362" y="2646997"/>
                  <a:ext cx="200033" cy="344805"/>
                </a:xfrm>
                <a:custGeom>
                  <a:avLst/>
                  <a:gdLst>
                    <a:gd name="csX0" fmla="*/ 33338 w 200033"/>
                    <a:gd name="csY0" fmla="*/ 0 h 344805"/>
                    <a:gd name="csX1" fmla="*/ 0 w 200033"/>
                    <a:gd name="csY1" fmla="*/ 34290 h 344805"/>
                    <a:gd name="csX2" fmla="*/ 0 w 200033"/>
                    <a:gd name="csY2" fmla="*/ 34290 h 344805"/>
                    <a:gd name="csX3" fmla="*/ 153352 w 200033"/>
                    <a:gd name="csY3" fmla="*/ 223838 h 344805"/>
                    <a:gd name="csX4" fmla="*/ 120015 w 200033"/>
                    <a:gd name="csY4" fmla="*/ 313373 h 344805"/>
                    <a:gd name="csX5" fmla="*/ 117157 w 200033"/>
                    <a:gd name="csY5" fmla="*/ 318135 h 344805"/>
                    <a:gd name="csX6" fmla="*/ 154305 w 200033"/>
                    <a:gd name="csY6" fmla="*/ 344805 h 344805"/>
                    <a:gd name="csX7" fmla="*/ 158115 w 200033"/>
                    <a:gd name="csY7" fmla="*/ 340043 h 344805"/>
                    <a:gd name="csX8" fmla="*/ 200025 w 200033"/>
                    <a:gd name="csY8" fmla="*/ 222885 h 344805"/>
                    <a:gd name="csX9" fmla="*/ 33338 w 200033"/>
                    <a:gd name="csY9" fmla="*/ 0 h 3448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200033" h="344805">
                      <a:moveTo>
                        <a:pt x="33338" y="0"/>
                      </a:moveTo>
                      <a:cubicBezTo>
                        <a:pt x="21907" y="11430"/>
                        <a:pt x="11430" y="22860"/>
                        <a:pt x="0" y="34290"/>
                      </a:cubicBezTo>
                      <a:cubicBezTo>
                        <a:pt x="0" y="34290"/>
                        <a:pt x="0" y="34290"/>
                        <a:pt x="0" y="34290"/>
                      </a:cubicBezTo>
                      <a:cubicBezTo>
                        <a:pt x="107632" y="108585"/>
                        <a:pt x="153352" y="165735"/>
                        <a:pt x="153352" y="223838"/>
                      </a:cubicBezTo>
                      <a:cubicBezTo>
                        <a:pt x="153352" y="252413"/>
                        <a:pt x="141923" y="281940"/>
                        <a:pt x="120015" y="313373"/>
                      </a:cubicBezTo>
                      <a:cubicBezTo>
                        <a:pt x="119063" y="315278"/>
                        <a:pt x="118110" y="316230"/>
                        <a:pt x="117157" y="318135"/>
                      </a:cubicBezTo>
                      <a:cubicBezTo>
                        <a:pt x="128588" y="328613"/>
                        <a:pt x="140970" y="337185"/>
                        <a:pt x="154305" y="344805"/>
                      </a:cubicBezTo>
                      <a:cubicBezTo>
                        <a:pt x="156210" y="343853"/>
                        <a:pt x="157163" y="341948"/>
                        <a:pt x="158115" y="340043"/>
                      </a:cubicBezTo>
                      <a:cubicBezTo>
                        <a:pt x="186690" y="300038"/>
                        <a:pt x="200025" y="260985"/>
                        <a:pt x="200025" y="222885"/>
                      </a:cubicBezTo>
                      <a:cubicBezTo>
                        <a:pt x="200977" y="131445"/>
                        <a:pt x="117157" y="58103"/>
                        <a:pt x="3333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A776C556-FCB2-46DF-926C-9E52C852DBCC}"/>
                    </a:ext>
                  </a:extLst>
                </p:cNvPr>
                <p:cNvSpPr/>
                <p:nvPr/>
              </p:nvSpPr>
              <p:spPr>
                <a:xfrm>
                  <a:off x="5968365" y="3421379"/>
                  <a:ext cx="399097" cy="106679"/>
                </a:xfrm>
                <a:custGeom>
                  <a:avLst/>
                  <a:gdLst>
                    <a:gd name="csX0" fmla="*/ 384810 w 399097"/>
                    <a:gd name="csY0" fmla="*/ 0 h 106679"/>
                    <a:gd name="csX1" fmla="*/ 323850 w 399097"/>
                    <a:gd name="csY1" fmla="*/ 9525 h 106679"/>
                    <a:gd name="csX2" fmla="*/ 4763 w 399097"/>
                    <a:gd name="csY2" fmla="*/ 60008 h 106679"/>
                    <a:gd name="csX3" fmla="*/ 0 w 399097"/>
                    <a:gd name="csY3" fmla="*/ 60960 h 106679"/>
                    <a:gd name="csX4" fmla="*/ 11430 w 399097"/>
                    <a:gd name="csY4" fmla="*/ 106680 h 106679"/>
                    <a:gd name="csX5" fmla="*/ 11430 w 399097"/>
                    <a:gd name="csY5" fmla="*/ 106680 h 106679"/>
                    <a:gd name="csX6" fmla="*/ 329565 w 399097"/>
                    <a:gd name="csY6" fmla="*/ 56198 h 106679"/>
                    <a:gd name="csX7" fmla="*/ 395288 w 399097"/>
                    <a:gd name="csY7" fmla="*/ 45720 h 106679"/>
                    <a:gd name="csX8" fmla="*/ 399097 w 399097"/>
                    <a:gd name="csY8" fmla="*/ 44767 h 106679"/>
                    <a:gd name="csX9" fmla="*/ 384810 w 399097"/>
                    <a:gd name="csY9" fmla="*/ 0 h 1066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399097" h="106679">
                      <a:moveTo>
                        <a:pt x="384810" y="0"/>
                      </a:moveTo>
                      <a:lnTo>
                        <a:pt x="323850" y="9525"/>
                      </a:lnTo>
                      <a:cubicBezTo>
                        <a:pt x="213360" y="26670"/>
                        <a:pt x="107632" y="43815"/>
                        <a:pt x="4763" y="60008"/>
                      </a:cubicBezTo>
                      <a:cubicBezTo>
                        <a:pt x="2857" y="60008"/>
                        <a:pt x="1905" y="60960"/>
                        <a:pt x="0" y="60960"/>
                      </a:cubicBezTo>
                      <a:cubicBezTo>
                        <a:pt x="3810" y="76200"/>
                        <a:pt x="7620" y="91440"/>
                        <a:pt x="11430" y="106680"/>
                      </a:cubicBezTo>
                      <a:cubicBezTo>
                        <a:pt x="11430" y="106680"/>
                        <a:pt x="11430" y="106680"/>
                        <a:pt x="11430" y="106680"/>
                      </a:cubicBezTo>
                      <a:cubicBezTo>
                        <a:pt x="114300" y="89535"/>
                        <a:pt x="219075" y="73342"/>
                        <a:pt x="329565" y="56198"/>
                      </a:cubicBezTo>
                      <a:lnTo>
                        <a:pt x="395288" y="45720"/>
                      </a:lnTo>
                      <a:cubicBezTo>
                        <a:pt x="396240" y="45720"/>
                        <a:pt x="397192" y="44767"/>
                        <a:pt x="399097" y="44767"/>
                      </a:cubicBezTo>
                      <a:cubicBezTo>
                        <a:pt x="396240" y="30480"/>
                        <a:pt x="390525" y="15240"/>
                        <a:pt x="38481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81D5792-27CE-4CC3-B5CB-5072749EC82C}"/>
              </a:ext>
            </a:extLst>
          </p:cNvPr>
          <p:cNvSpPr txBox="1"/>
          <p:nvPr/>
        </p:nvSpPr>
        <p:spPr>
          <a:xfrm>
            <a:off x="7825911" y="985294"/>
            <a:ext cx="3858090" cy="1592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bg1"/>
                </a:solidFill>
                <a:latin typeface="+mj-lt"/>
              </a:rPr>
              <a:t>Roadmaps Infographic</a:t>
            </a:r>
          </a:p>
        </p:txBody>
      </p:sp>
      <p:grpSp>
        <p:nvGrpSpPr>
          <p:cNvPr id="29" name="Graphic 4">
            <a:extLst>
              <a:ext uri="{FF2B5EF4-FFF2-40B4-BE49-F238E27FC236}">
                <a16:creationId xmlns:a16="http://schemas.microsoft.com/office/drawing/2014/main" id="{B96B738A-BA5C-49B6-9710-1BB8D83B63C4}"/>
              </a:ext>
            </a:extLst>
          </p:cNvPr>
          <p:cNvGrpSpPr/>
          <p:nvPr/>
        </p:nvGrpSpPr>
        <p:grpSpPr>
          <a:xfrm>
            <a:off x="4400384" y="1152608"/>
            <a:ext cx="375935" cy="564800"/>
            <a:chOff x="9268674" y="75498"/>
            <a:chExt cx="614121" cy="922647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C1125A-789F-488C-BD3B-E389979B0E8B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AD0773B-8A23-4699-9DC6-A1FFDB9B593E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5F596F3-5C60-4755-B4E3-A1F1D44A755A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aphic 4">
            <a:extLst>
              <a:ext uri="{FF2B5EF4-FFF2-40B4-BE49-F238E27FC236}">
                <a16:creationId xmlns:a16="http://schemas.microsoft.com/office/drawing/2014/main" id="{1BE887E8-5630-49F7-9DC3-61CE7468A1FE}"/>
              </a:ext>
            </a:extLst>
          </p:cNvPr>
          <p:cNvGrpSpPr/>
          <p:nvPr/>
        </p:nvGrpSpPr>
        <p:grpSpPr>
          <a:xfrm>
            <a:off x="6689118" y="2952592"/>
            <a:ext cx="375935" cy="564800"/>
            <a:chOff x="9268674" y="75498"/>
            <a:chExt cx="614121" cy="922647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7FF1ABC-A7E6-4A6C-8A2C-C2E58A14A6A4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A02597E-7E28-4183-91F3-150135E3A2B8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A9205C8-E2FE-452B-8311-5C6B25CF191F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aphic 4">
            <a:extLst>
              <a:ext uri="{FF2B5EF4-FFF2-40B4-BE49-F238E27FC236}">
                <a16:creationId xmlns:a16="http://schemas.microsoft.com/office/drawing/2014/main" id="{0B8739C0-7A36-43B6-9014-74CE80201A44}"/>
              </a:ext>
            </a:extLst>
          </p:cNvPr>
          <p:cNvGrpSpPr/>
          <p:nvPr/>
        </p:nvGrpSpPr>
        <p:grpSpPr>
          <a:xfrm>
            <a:off x="10236227" y="5532749"/>
            <a:ext cx="375935" cy="564800"/>
            <a:chOff x="9268674" y="75498"/>
            <a:chExt cx="614121" cy="922647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0EBDE03-7D5E-4738-99D5-114258C2EB87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D56A61D-E650-4773-AB70-FDAD857D8726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B554179-5299-4245-B42A-0763E74F9C67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aphic 4">
            <a:extLst>
              <a:ext uri="{FF2B5EF4-FFF2-40B4-BE49-F238E27FC236}">
                <a16:creationId xmlns:a16="http://schemas.microsoft.com/office/drawing/2014/main" id="{D05EFFB2-66B3-45F6-B64E-5D579341009A}"/>
              </a:ext>
            </a:extLst>
          </p:cNvPr>
          <p:cNvGrpSpPr/>
          <p:nvPr/>
        </p:nvGrpSpPr>
        <p:grpSpPr>
          <a:xfrm>
            <a:off x="9032183" y="3773090"/>
            <a:ext cx="375935" cy="564800"/>
            <a:chOff x="9268674" y="75498"/>
            <a:chExt cx="614121" cy="922647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3CB9C92-3B37-45D5-881B-6A03E7C9C1D6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D622246-ECEF-414C-91BD-827BC857A0BF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53B02F2-A819-41C7-B56A-357519F95557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aphic 45">
            <a:extLst>
              <a:ext uri="{FF2B5EF4-FFF2-40B4-BE49-F238E27FC236}">
                <a16:creationId xmlns:a16="http://schemas.microsoft.com/office/drawing/2014/main" id="{9EAA9DD5-5E5C-43C1-8C79-8B37159C0099}"/>
              </a:ext>
            </a:extLst>
          </p:cNvPr>
          <p:cNvGrpSpPr/>
          <p:nvPr/>
        </p:nvGrpSpPr>
        <p:grpSpPr>
          <a:xfrm>
            <a:off x="5407617" y="2309869"/>
            <a:ext cx="404883" cy="536723"/>
            <a:chOff x="1869848" y="-91796"/>
            <a:chExt cx="1515808" cy="2009394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5807FAD-5E2F-437C-B287-C6493E06F875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D1162B8-A349-4F88-9919-8711521770D0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C08FA18-4879-4BEC-891D-507819EBF12D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3B64FD1-5212-4EA4-9441-11EC1AF64B9F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239E72E-D741-42DA-87F6-20E2DC6D3F6D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51" name="Graphic 69">
            <a:extLst>
              <a:ext uri="{FF2B5EF4-FFF2-40B4-BE49-F238E27FC236}">
                <a16:creationId xmlns:a16="http://schemas.microsoft.com/office/drawing/2014/main" id="{FC343B87-E00C-49A6-A350-E0F7B476EA1B}"/>
              </a:ext>
            </a:extLst>
          </p:cNvPr>
          <p:cNvGrpSpPr/>
          <p:nvPr/>
        </p:nvGrpSpPr>
        <p:grpSpPr>
          <a:xfrm>
            <a:off x="5881919" y="2309869"/>
            <a:ext cx="415966" cy="602757"/>
            <a:chOff x="5320703" y="3652300"/>
            <a:chExt cx="1355534" cy="1964239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75DF190-CA4D-4A43-84AC-17ABB1F69138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6462991-4605-4903-9EBB-052D48A3FC3B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6351D2B-4A93-4D50-AA4B-836A1C7C77F1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C4AC308-62FE-4E9C-AE58-CF8E3EE06CE5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2CEDA0D-512D-41C0-8D2B-5B14F43BC1D1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61" name="Graphic 45">
            <a:extLst>
              <a:ext uri="{FF2B5EF4-FFF2-40B4-BE49-F238E27FC236}">
                <a16:creationId xmlns:a16="http://schemas.microsoft.com/office/drawing/2014/main" id="{8968E06D-D469-4610-AC02-262683C9A65A}"/>
              </a:ext>
            </a:extLst>
          </p:cNvPr>
          <p:cNvGrpSpPr/>
          <p:nvPr/>
        </p:nvGrpSpPr>
        <p:grpSpPr>
          <a:xfrm>
            <a:off x="8142769" y="5737662"/>
            <a:ext cx="404883" cy="536723"/>
            <a:chOff x="1869848" y="-91796"/>
            <a:chExt cx="1515808" cy="2009394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2EE1B52-B6A2-4874-881F-D0FCC7F0652F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DE30F68-E75D-467E-8402-24EF59802689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83CBCA5-9239-4D9A-8288-156B36D4B297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79DA202-3161-4B64-9EA4-405CDAA117B1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F0DEC3A-D254-41E6-BE2D-302F89C96110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67" name="Graphic 69">
            <a:extLst>
              <a:ext uri="{FF2B5EF4-FFF2-40B4-BE49-F238E27FC236}">
                <a16:creationId xmlns:a16="http://schemas.microsoft.com/office/drawing/2014/main" id="{EFA7C59F-074B-46CF-A1DD-B249C7ED2F07}"/>
              </a:ext>
            </a:extLst>
          </p:cNvPr>
          <p:cNvGrpSpPr/>
          <p:nvPr/>
        </p:nvGrpSpPr>
        <p:grpSpPr>
          <a:xfrm>
            <a:off x="8617071" y="5773754"/>
            <a:ext cx="415966" cy="602757"/>
            <a:chOff x="5320703" y="3652300"/>
            <a:chExt cx="1355534" cy="1964239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9C2BBE4-26FA-4366-992B-B5F091C31785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642B9F2-B49B-4BFA-AB7B-C70E7160DE37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3E2F209-00A2-4D98-BB68-ADB30808F750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D8CF66F-3568-42D0-AF31-6958623AC71C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FBFD68E-923A-4EA7-AA12-92DA66068F5D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BB9890A-F846-42A7-A18D-9C8D52CF4846}"/>
              </a:ext>
            </a:extLst>
          </p:cNvPr>
          <p:cNvGrpSpPr/>
          <p:nvPr/>
        </p:nvGrpSpPr>
        <p:grpSpPr>
          <a:xfrm>
            <a:off x="11229974" y="430409"/>
            <a:ext cx="255985" cy="104563"/>
            <a:chOff x="10891441" y="232966"/>
            <a:chExt cx="539750" cy="176214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698972C-0279-4CE4-ABA5-887E151915BE}"/>
                </a:ext>
              </a:extLst>
            </p:cNvPr>
            <p:cNvCxnSpPr/>
            <p:nvPr/>
          </p:nvCxnSpPr>
          <p:spPr>
            <a:xfrm>
              <a:off x="10891441" y="232966"/>
              <a:ext cx="5397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5A90A80-57FD-4676-A25E-8294309B80A9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321073"/>
              <a:ext cx="36949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192687A-A094-4325-89CE-A1197BC8F117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409180"/>
              <a:ext cx="1968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24507C5-54CE-4D77-99FA-64EC4496C914}"/>
              </a:ext>
            </a:extLst>
          </p:cNvPr>
          <p:cNvGrpSpPr/>
          <p:nvPr/>
        </p:nvGrpSpPr>
        <p:grpSpPr>
          <a:xfrm>
            <a:off x="593788" y="3587378"/>
            <a:ext cx="4051130" cy="1150701"/>
            <a:chOff x="593788" y="3587378"/>
            <a:chExt cx="4051130" cy="1150701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4DA5947-A7BA-49D3-B1A4-DC4D68706345}"/>
                </a:ext>
              </a:extLst>
            </p:cNvPr>
            <p:cNvGrpSpPr/>
            <p:nvPr/>
          </p:nvGrpSpPr>
          <p:grpSpPr>
            <a:xfrm>
              <a:off x="621208" y="3587378"/>
              <a:ext cx="4023710" cy="750513"/>
              <a:chOff x="621208" y="4099717"/>
              <a:chExt cx="4023710" cy="750513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9BA1962-1B0E-4A44-A638-25AAD7E99ADA}"/>
                  </a:ext>
                </a:extLst>
              </p:cNvPr>
              <p:cNvSpPr txBox="1"/>
              <p:nvPr/>
            </p:nvSpPr>
            <p:spPr>
              <a:xfrm>
                <a:off x="621208" y="4099717"/>
                <a:ext cx="2325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rPr>
                  <a:t>Project Development A</a:t>
                </a:r>
                <a:endParaRPr lang="en-ID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699B194A-8F80-43F3-A557-22B56BBF6534}"/>
                  </a:ext>
                </a:extLst>
              </p:cNvPr>
              <p:cNvGrpSpPr/>
              <p:nvPr/>
            </p:nvGrpSpPr>
            <p:grpSpPr>
              <a:xfrm>
                <a:off x="695325" y="4590927"/>
                <a:ext cx="3384550" cy="213360"/>
                <a:chOff x="695325" y="4590927"/>
                <a:chExt cx="4069080" cy="213360"/>
              </a:xfrm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11D364F6-4F31-4811-A14B-8006B1D2AC81}"/>
                    </a:ext>
                  </a:extLst>
                </p:cNvPr>
                <p:cNvSpPr/>
                <p:nvPr/>
              </p:nvSpPr>
              <p:spPr>
                <a:xfrm>
                  <a:off x="695325" y="4590927"/>
                  <a:ext cx="4069080" cy="2133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4A34FF30-43EC-48E5-B28A-E9685AA7E0B8}"/>
                    </a:ext>
                  </a:extLst>
                </p:cNvPr>
                <p:cNvSpPr/>
                <p:nvPr/>
              </p:nvSpPr>
              <p:spPr>
                <a:xfrm>
                  <a:off x="695325" y="4590927"/>
                  <a:ext cx="2539930" cy="213360"/>
                </a:xfrm>
                <a:prstGeom prst="roundRect">
                  <a:avLst>
                    <a:gd name="adj" fmla="val 50000"/>
                  </a:avLst>
                </a:prstGeom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</p:grp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1E0C533-FA40-4B0B-9EB7-88D6BAF72742}"/>
                  </a:ext>
                </a:extLst>
              </p:cNvPr>
              <p:cNvSpPr txBox="1"/>
              <p:nvPr/>
            </p:nvSpPr>
            <p:spPr>
              <a:xfrm>
                <a:off x="4113423" y="4542453"/>
                <a:ext cx="5314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+mj-lt"/>
                  </a:rPr>
                  <a:t>65%</a:t>
                </a:r>
                <a:endParaRPr lang="en-ID" sz="1400" dirty="0">
                  <a:latin typeface="+mj-lt"/>
                </a:endParaRPr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20FFBFF-F215-4611-9197-A135373BF724}"/>
                </a:ext>
              </a:extLst>
            </p:cNvPr>
            <p:cNvSpPr txBox="1"/>
            <p:nvPr/>
          </p:nvSpPr>
          <p:spPr>
            <a:xfrm>
              <a:off x="593788" y="4463645"/>
              <a:ext cx="3785382" cy="274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Lorem ipsum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dolor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sit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amet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,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consectetuer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adipiscing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elit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enean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CBFA059-03B1-4B0C-AA1D-56495B5AFF95}"/>
              </a:ext>
            </a:extLst>
          </p:cNvPr>
          <p:cNvGrpSpPr/>
          <p:nvPr/>
        </p:nvGrpSpPr>
        <p:grpSpPr>
          <a:xfrm>
            <a:off x="583390" y="5227530"/>
            <a:ext cx="4023710" cy="1148982"/>
            <a:chOff x="583390" y="5227530"/>
            <a:chExt cx="4023710" cy="1148982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04723E0-475B-4B30-A772-5B137976F05D}"/>
                </a:ext>
              </a:extLst>
            </p:cNvPr>
            <p:cNvGrpSpPr/>
            <p:nvPr/>
          </p:nvGrpSpPr>
          <p:grpSpPr>
            <a:xfrm>
              <a:off x="583390" y="5227530"/>
              <a:ext cx="4023710" cy="750513"/>
              <a:chOff x="621208" y="4099717"/>
              <a:chExt cx="4023710" cy="750513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A6C6E9D-8FE2-450C-984F-A57F4E1B9706}"/>
                  </a:ext>
                </a:extLst>
              </p:cNvPr>
              <p:cNvSpPr txBox="1"/>
              <p:nvPr/>
            </p:nvSpPr>
            <p:spPr>
              <a:xfrm>
                <a:off x="621208" y="4099717"/>
                <a:ext cx="2325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rPr>
                  <a:t>Project Development B</a:t>
                </a:r>
                <a:endParaRPr lang="en-ID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BA0C341C-DFCC-4738-89F8-1DDB734AD44E}"/>
                  </a:ext>
                </a:extLst>
              </p:cNvPr>
              <p:cNvGrpSpPr/>
              <p:nvPr/>
            </p:nvGrpSpPr>
            <p:grpSpPr>
              <a:xfrm>
                <a:off x="695324" y="4590927"/>
                <a:ext cx="3384551" cy="213360"/>
                <a:chOff x="695324" y="4590927"/>
                <a:chExt cx="4069081" cy="213360"/>
              </a:xfrm>
            </p:grpSpPr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23B142B2-46B2-4B12-B9FB-D5C4067BD5CE}"/>
                    </a:ext>
                  </a:extLst>
                </p:cNvPr>
                <p:cNvSpPr/>
                <p:nvPr/>
              </p:nvSpPr>
              <p:spPr>
                <a:xfrm>
                  <a:off x="695325" y="4590927"/>
                  <a:ext cx="4069080" cy="2133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701A4071-E1B2-40FB-BB5F-592392FE4FD7}"/>
                    </a:ext>
                  </a:extLst>
                </p:cNvPr>
                <p:cNvSpPr/>
                <p:nvPr/>
              </p:nvSpPr>
              <p:spPr>
                <a:xfrm>
                  <a:off x="695324" y="4590927"/>
                  <a:ext cx="3477812" cy="2133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</p:grp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736042E-9B92-4363-A1B4-8926845C1E69}"/>
                  </a:ext>
                </a:extLst>
              </p:cNvPr>
              <p:cNvSpPr txBox="1"/>
              <p:nvPr/>
            </p:nvSpPr>
            <p:spPr>
              <a:xfrm>
                <a:off x="4113423" y="4542453"/>
                <a:ext cx="5314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+mj-lt"/>
                  </a:rPr>
                  <a:t>85%</a:t>
                </a:r>
                <a:endParaRPr lang="en-ID" sz="1400" dirty="0">
                  <a:latin typeface="+mj-lt"/>
                </a:endParaRPr>
              </a:p>
            </p:txBody>
          </p: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4638227-F0DE-42BF-B3EE-935C0A2F6B64}"/>
                </a:ext>
              </a:extLst>
            </p:cNvPr>
            <p:cNvSpPr txBox="1"/>
            <p:nvPr/>
          </p:nvSpPr>
          <p:spPr>
            <a:xfrm>
              <a:off x="593788" y="6102078"/>
              <a:ext cx="3785382" cy="274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Lorem ipsum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dolor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sit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amet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,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consectetuer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adipiscing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elit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enean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</p:txBody>
        </p:sp>
      </p:grp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C3A9760-0AE3-4128-BB41-783D167D4F91}"/>
              </a:ext>
            </a:extLst>
          </p:cNvPr>
          <p:cNvCxnSpPr/>
          <p:nvPr/>
        </p:nvCxnSpPr>
        <p:spPr>
          <a:xfrm>
            <a:off x="695325" y="4982805"/>
            <a:ext cx="3987412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15F7D7A4-E6CF-4C3A-B057-14B71327287E}"/>
              </a:ext>
            </a:extLst>
          </p:cNvPr>
          <p:cNvSpPr txBox="1"/>
          <p:nvPr/>
        </p:nvSpPr>
        <p:spPr>
          <a:xfrm>
            <a:off x="605150" y="1555349"/>
            <a:ext cx="2597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Ideas Into Action By Mapping Every Important Stage Of Your Journey</a:t>
            </a:r>
            <a:endParaRPr lang="en-ID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816A3F0-305A-464E-B51E-27744ADA31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528885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51554E-A555-4B61-B7B3-F0A512622F59}"/>
              </a:ext>
            </a:extLst>
          </p:cNvPr>
          <p:cNvSpPr txBox="1"/>
          <p:nvPr/>
        </p:nvSpPr>
        <p:spPr>
          <a:xfrm>
            <a:off x="2213006" y="328206"/>
            <a:ext cx="19136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 xml:space="preserve">Apa itu Kalkulus?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EF78B-0507-4201-96F1-A12B470671A5}"/>
              </a:ext>
            </a:extLst>
          </p:cNvPr>
          <p:cNvSpPr txBox="1"/>
          <p:nvPr/>
        </p:nvSpPr>
        <p:spPr>
          <a:xfrm>
            <a:off x="592536" y="320511"/>
            <a:ext cx="17728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chemeClr val="bg1"/>
                </a:solidFill>
                <a:latin typeface="+mj-lt"/>
                <a:cs typeface="Elms Sans SemiBold" pitchFamily="2" charset="0"/>
              </a:rPr>
              <a:t xml:space="preserve">Cabang Matematika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1EB836-576C-4F54-B8E1-A43B42F9B57C}"/>
              </a:ext>
            </a:extLst>
          </p:cNvPr>
          <p:cNvCxnSpPr>
            <a:cxnSpLocks/>
          </p:cNvCxnSpPr>
          <p:nvPr/>
        </p:nvCxnSpPr>
        <p:spPr>
          <a:xfrm>
            <a:off x="2215389" y="354280"/>
            <a:ext cx="0" cy="1940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B71CD1F7-B453-4D65-8574-4373A5DD9B03}"/>
              </a:ext>
            </a:extLst>
          </p:cNvPr>
          <p:cNvGrpSpPr/>
          <p:nvPr/>
        </p:nvGrpSpPr>
        <p:grpSpPr>
          <a:xfrm>
            <a:off x="11229974" y="430409"/>
            <a:ext cx="255985" cy="104563"/>
            <a:chOff x="10891441" y="232966"/>
            <a:chExt cx="539750" cy="17621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FAA129B-DDC8-4B97-B7A9-2A4C3A93DF45}"/>
                </a:ext>
              </a:extLst>
            </p:cNvPr>
            <p:cNvCxnSpPr/>
            <p:nvPr/>
          </p:nvCxnSpPr>
          <p:spPr>
            <a:xfrm>
              <a:off x="10891441" y="232966"/>
              <a:ext cx="5397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24F11CC-B1DF-417B-A0D3-32F421CE2BCA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321073"/>
              <a:ext cx="36949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E2A052A-7F97-4AB8-A92F-40555F10F048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409180"/>
              <a:ext cx="1968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D71B35D-58E5-4A49-B729-25AD220173EF}"/>
              </a:ext>
            </a:extLst>
          </p:cNvPr>
          <p:cNvSpPr txBox="1"/>
          <p:nvPr/>
        </p:nvSpPr>
        <p:spPr>
          <a:xfrm>
            <a:off x="2979111" y="4067816"/>
            <a:ext cx="8675860" cy="2340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accent2"/>
                </a:solidFill>
                <a:latin typeface="+mj-lt"/>
              </a:rPr>
              <a:t xml:space="preserve">Studi tentang laju perubahan dan akumulasi dalam sistem dinamis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1ECBA6C-FDE8-4ECE-9287-7AE1CC1650CF}"/>
              </a:ext>
            </a:extLst>
          </p:cNvPr>
          <p:cNvCxnSpPr>
            <a:cxnSpLocks/>
          </p:cNvCxnSpPr>
          <p:nvPr/>
        </p:nvCxnSpPr>
        <p:spPr>
          <a:xfrm>
            <a:off x="0" y="3164114"/>
            <a:ext cx="28613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C47016-974A-4BD6-8FC6-FA18570A927D}"/>
              </a:ext>
            </a:extLst>
          </p:cNvPr>
          <p:cNvCxnSpPr>
            <a:cxnSpLocks/>
          </p:cNvCxnSpPr>
          <p:nvPr/>
        </p:nvCxnSpPr>
        <p:spPr>
          <a:xfrm>
            <a:off x="3912870" y="3155186"/>
            <a:ext cx="82791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DF8AF2B-0E7E-4800-9100-D851692E3D2D}"/>
              </a:ext>
            </a:extLst>
          </p:cNvPr>
          <p:cNvGrpSpPr/>
          <p:nvPr/>
        </p:nvGrpSpPr>
        <p:grpSpPr>
          <a:xfrm>
            <a:off x="3125818" y="2962211"/>
            <a:ext cx="546026" cy="433325"/>
            <a:chOff x="3112481" y="2962211"/>
            <a:chExt cx="546026" cy="43332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B635562-EDB8-4512-AE2E-BD4F6203BC3F}"/>
                </a:ext>
              </a:extLst>
            </p:cNvPr>
            <p:cNvSpPr/>
            <p:nvPr/>
          </p:nvSpPr>
          <p:spPr>
            <a:xfrm>
              <a:off x="3112481" y="2962211"/>
              <a:ext cx="218410" cy="433325"/>
            </a:xfrm>
            <a:custGeom>
              <a:avLst/>
              <a:gdLst>
                <a:gd name="connsiteX0" fmla="*/ 0 w 218410"/>
                <a:gd name="connsiteY0" fmla="*/ 0 h 433325"/>
                <a:gd name="connsiteX1" fmla="*/ 0 w 218410"/>
                <a:gd name="connsiteY1" fmla="*/ 218410 h 433325"/>
                <a:gd name="connsiteX2" fmla="*/ 124603 w 218410"/>
                <a:gd name="connsiteY2" fmla="*/ 218410 h 433325"/>
                <a:gd name="connsiteX3" fmla="*/ 0 w 218410"/>
                <a:gd name="connsiteY3" fmla="*/ 339628 h 433325"/>
                <a:gd name="connsiteX4" fmla="*/ 0 w 218410"/>
                <a:gd name="connsiteY4" fmla="*/ 433326 h 433325"/>
                <a:gd name="connsiteX5" fmla="*/ 218410 w 218410"/>
                <a:gd name="connsiteY5" fmla="*/ 218410 h 433325"/>
                <a:gd name="connsiteX6" fmla="*/ 218410 w 218410"/>
                <a:gd name="connsiteY6" fmla="*/ 218410 h 433325"/>
                <a:gd name="connsiteX7" fmla="*/ 218410 w 218410"/>
                <a:gd name="connsiteY7" fmla="*/ 0 h 433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410" h="433325">
                  <a:moveTo>
                    <a:pt x="0" y="0"/>
                  </a:moveTo>
                  <a:lnTo>
                    <a:pt x="0" y="218410"/>
                  </a:lnTo>
                  <a:lnTo>
                    <a:pt x="124603" y="218410"/>
                  </a:lnTo>
                  <a:cubicBezTo>
                    <a:pt x="122712" y="285876"/>
                    <a:pt x="67492" y="339595"/>
                    <a:pt x="0" y="339628"/>
                  </a:cubicBezTo>
                  <a:lnTo>
                    <a:pt x="0" y="433326"/>
                  </a:lnTo>
                  <a:cubicBezTo>
                    <a:pt x="119273" y="433341"/>
                    <a:pt x="216501" y="337668"/>
                    <a:pt x="218410" y="218410"/>
                  </a:cubicBezTo>
                  <a:lnTo>
                    <a:pt x="218410" y="218410"/>
                  </a:lnTo>
                  <a:lnTo>
                    <a:pt x="218410" y="0"/>
                  </a:lnTo>
                  <a:close/>
                </a:path>
              </a:pathLst>
            </a:custGeom>
            <a:solidFill>
              <a:schemeClr val="bg1"/>
            </a:solidFill>
            <a:ln w="109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D860996-5563-4336-B2D7-3CBBBAC852AD}"/>
                </a:ext>
              </a:extLst>
            </p:cNvPr>
            <p:cNvSpPr/>
            <p:nvPr/>
          </p:nvSpPr>
          <p:spPr>
            <a:xfrm>
              <a:off x="3440097" y="2962211"/>
              <a:ext cx="218410" cy="433325"/>
            </a:xfrm>
            <a:custGeom>
              <a:avLst/>
              <a:gdLst>
                <a:gd name="connsiteX0" fmla="*/ 0 w 218410"/>
                <a:gd name="connsiteY0" fmla="*/ 0 h 433325"/>
                <a:gd name="connsiteX1" fmla="*/ 0 w 218410"/>
                <a:gd name="connsiteY1" fmla="*/ 218410 h 433325"/>
                <a:gd name="connsiteX2" fmla="*/ 124603 w 218410"/>
                <a:gd name="connsiteY2" fmla="*/ 218410 h 433325"/>
                <a:gd name="connsiteX3" fmla="*/ 0 w 218410"/>
                <a:gd name="connsiteY3" fmla="*/ 339628 h 433325"/>
                <a:gd name="connsiteX4" fmla="*/ 0 w 218410"/>
                <a:gd name="connsiteY4" fmla="*/ 433326 h 433325"/>
                <a:gd name="connsiteX5" fmla="*/ 218410 w 218410"/>
                <a:gd name="connsiteY5" fmla="*/ 218410 h 433325"/>
                <a:gd name="connsiteX6" fmla="*/ 218410 w 218410"/>
                <a:gd name="connsiteY6" fmla="*/ 218410 h 433325"/>
                <a:gd name="connsiteX7" fmla="*/ 218410 w 218410"/>
                <a:gd name="connsiteY7" fmla="*/ 0 h 433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410" h="433325">
                  <a:moveTo>
                    <a:pt x="0" y="0"/>
                  </a:moveTo>
                  <a:lnTo>
                    <a:pt x="0" y="218410"/>
                  </a:lnTo>
                  <a:lnTo>
                    <a:pt x="124603" y="218410"/>
                  </a:lnTo>
                  <a:cubicBezTo>
                    <a:pt x="122712" y="285876"/>
                    <a:pt x="67492" y="339595"/>
                    <a:pt x="0" y="339628"/>
                  </a:cubicBezTo>
                  <a:lnTo>
                    <a:pt x="0" y="433326"/>
                  </a:lnTo>
                  <a:cubicBezTo>
                    <a:pt x="119273" y="433341"/>
                    <a:pt x="216501" y="337668"/>
                    <a:pt x="218410" y="218410"/>
                  </a:cubicBezTo>
                  <a:lnTo>
                    <a:pt x="218410" y="218410"/>
                  </a:lnTo>
                  <a:lnTo>
                    <a:pt x="218410" y="0"/>
                  </a:lnTo>
                  <a:close/>
                </a:path>
              </a:pathLst>
            </a:custGeom>
            <a:solidFill>
              <a:schemeClr val="bg1"/>
            </a:solidFill>
            <a:ln w="109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D293A71-AF32-4798-8D71-935790CE3E72}"/>
              </a:ext>
            </a:extLst>
          </p:cNvPr>
          <p:cNvSpPr txBox="1"/>
          <p:nvPr/>
        </p:nvSpPr>
        <p:spPr>
          <a:xfrm>
            <a:off x="5631465" y="1299121"/>
            <a:ext cx="359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 xml:space="preserve">Menghubungkan turunan untuk perubahan dan integral untuk total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CC0C41-50CC-4029-B659-EB680FA240B6}"/>
              </a:ext>
            </a:extLst>
          </p:cNvPr>
          <p:cNvSpPr txBox="1"/>
          <p:nvPr/>
        </p:nvSpPr>
        <p:spPr>
          <a:xfrm>
            <a:off x="5631465" y="1942499"/>
            <a:ext cx="3785382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D" sz="1000" dirty="0">
                <a:solidFill>
                  <a:schemeClr val="bg1"/>
                </a:solidFill>
              </a:rPr>
              <a:t xml:space="preserve">Kalkulus mempelajari dua konsep: turunan mengukur laju perubahan, integral mengukur akumulasi kuantitas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17BDFD-4C7B-4FC8-B622-5F29B60E61B1}"/>
              </a:ext>
            </a:extLst>
          </p:cNvPr>
          <p:cNvSpPr txBox="1"/>
          <p:nvPr/>
        </p:nvSpPr>
        <p:spPr>
          <a:xfrm>
            <a:off x="592536" y="5932155"/>
            <a:ext cx="1916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 xml:space="preserve">Abad 17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E5FD835-B2E3-4697-A5D9-C77F5DBB86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769421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54541EC-F130-4DB2-8FD7-2FF81D3326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grpSp>
        <p:nvGrpSpPr>
          <p:cNvPr id="66" name="Graphic 45">
            <a:extLst>
              <a:ext uri="{FF2B5EF4-FFF2-40B4-BE49-F238E27FC236}">
                <a16:creationId xmlns:a16="http://schemas.microsoft.com/office/drawing/2014/main" id="{07C969A2-BD29-4E63-85EE-256654698AC3}"/>
              </a:ext>
            </a:extLst>
          </p:cNvPr>
          <p:cNvGrpSpPr/>
          <p:nvPr/>
        </p:nvGrpSpPr>
        <p:grpSpPr>
          <a:xfrm>
            <a:off x="4801076" y="2695286"/>
            <a:ext cx="404883" cy="536723"/>
            <a:chOff x="1869848" y="-91796"/>
            <a:chExt cx="1515808" cy="2009394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F402B4F-D724-4FBD-85E6-0EF845EF798B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3FECC4E-0A9B-4E65-AB86-35332B2C1839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12912BA-648B-47B9-9A0B-E0FA6F542843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04B3158-1E07-4ECB-9F69-4E856001FDAD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995722B-71E3-4295-99BE-96BB26C0AA69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72" name="Graphic 69">
            <a:extLst>
              <a:ext uri="{FF2B5EF4-FFF2-40B4-BE49-F238E27FC236}">
                <a16:creationId xmlns:a16="http://schemas.microsoft.com/office/drawing/2014/main" id="{76D478C8-DBBB-4AE0-AFD1-B00AF81890EA}"/>
              </a:ext>
            </a:extLst>
          </p:cNvPr>
          <p:cNvGrpSpPr/>
          <p:nvPr/>
        </p:nvGrpSpPr>
        <p:grpSpPr>
          <a:xfrm>
            <a:off x="5274265" y="2661679"/>
            <a:ext cx="415966" cy="602757"/>
            <a:chOff x="5320703" y="3652300"/>
            <a:chExt cx="1355534" cy="1964239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335144F4-038A-4F51-9898-AA7E6A1E8C91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01809AE-BE0B-48F5-875F-5635957BCF1A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5C94EE7-1AD5-4299-8805-99FDB7A195E0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4B5EA22-5CA1-42D0-88C8-DF7A36F8BB3E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44117F1-0B95-4866-AB4D-98C6C0354CD3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426E5C9-F80C-4E07-B105-69DAD4125B87}"/>
              </a:ext>
            </a:extLst>
          </p:cNvPr>
          <p:cNvSpPr/>
          <p:nvPr/>
        </p:nvSpPr>
        <p:spPr>
          <a:xfrm>
            <a:off x="0" y="0"/>
            <a:ext cx="5721618" cy="6858000"/>
          </a:xfrm>
          <a:custGeom>
            <a:avLst/>
            <a:gdLst>
              <a:gd name="connsiteX0" fmla="*/ 5721618 w 5721618"/>
              <a:gd name="connsiteY0" fmla="*/ 0 h 6858000"/>
              <a:gd name="connsiteX1" fmla="*/ 0 w 5721618"/>
              <a:gd name="connsiteY1" fmla="*/ 0 h 6858000"/>
              <a:gd name="connsiteX2" fmla="*/ 0 w 5721618"/>
              <a:gd name="connsiteY2" fmla="*/ 6858000 h 6858000"/>
              <a:gd name="connsiteX3" fmla="*/ 3953551 w 5721618"/>
              <a:gd name="connsiteY3" fmla="*/ 6858000 h 6858000"/>
              <a:gd name="connsiteX4" fmla="*/ 3953551 w 5721618"/>
              <a:gd name="connsiteY4" fmla="*/ 6761638 h 6858000"/>
              <a:gd name="connsiteX5" fmla="*/ 3953551 w 5721618"/>
              <a:gd name="connsiteY5" fmla="*/ 5853892 h 6858000"/>
              <a:gd name="connsiteX6" fmla="*/ 4596165 w 5721618"/>
              <a:gd name="connsiteY6" fmla="*/ 5214611 h 6858000"/>
              <a:gd name="connsiteX7" fmla="*/ 5479321 w 5721618"/>
              <a:gd name="connsiteY7" fmla="*/ 5214611 h 6858000"/>
              <a:gd name="connsiteX8" fmla="*/ 5721618 w 5721618"/>
              <a:gd name="connsiteY8" fmla="*/ 4972910 h 6858000"/>
              <a:gd name="connsiteX9" fmla="*/ 5721618 w 5721618"/>
              <a:gd name="connsiteY9" fmla="*/ 3869492 h 6858000"/>
              <a:gd name="connsiteX10" fmla="*/ 5479321 w 5721618"/>
              <a:gd name="connsiteY10" fmla="*/ 3627791 h 6858000"/>
              <a:gd name="connsiteX11" fmla="*/ 4596165 w 5721618"/>
              <a:gd name="connsiteY11" fmla="*/ 3627791 h 6858000"/>
              <a:gd name="connsiteX12" fmla="*/ 3953551 w 5721618"/>
              <a:gd name="connsiteY12" fmla="*/ 2988509 h 6858000"/>
              <a:gd name="connsiteX13" fmla="*/ 3953551 w 5721618"/>
              <a:gd name="connsiteY13" fmla="*/ 1885091 h 6858000"/>
              <a:gd name="connsiteX14" fmla="*/ 4596165 w 5721618"/>
              <a:gd name="connsiteY14" fmla="*/ 1245809 h 6858000"/>
              <a:gd name="connsiteX15" fmla="*/ 5479321 w 5721618"/>
              <a:gd name="connsiteY15" fmla="*/ 1245809 h 6858000"/>
              <a:gd name="connsiteX16" fmla="*/ 5721618 w 5721618"/>
              <a:gd name="connsiteY16" fmla="*/ 1004108 h 6858000"/>
              <a:gd name="connsiteX17" fmla="*/ 5721618 w 5721618"/>
              <a:gd name="connsiteY17" fmla="*/ 401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721618" h="6858000">
                <a:moveTo>
                  <a:pt x="5721618" y="0"/>
                </a:moveTo>
                <a:lnTo>
                  <a:pt x="0" y="0"/>
                </a:lnTo>
                <a:lnTo>
                  <a:pt x="0" y="6858000"/>
                </a:lnTo>
                <a:lnTo>
                  <a:pt x="3953551" y="6858000"/>
                </a:lnTo>
                <a:lnTo>
                  <a:pt x="3953551" y="6761638"/>
                </a:lnTo>
                <a:cubicBezTo>
                  <a:pt x="3953551" y="5853892"/>
                  <a:pt x="3953551" y="5853892"/>
                  <a:pt x="3953551" y="5853892"/>
                </a:cubicBezTo>
                <a:cubicBezTo>
                  <a:pt x="3953551" y="5501850"/>
                  <a:pt x="4241499" y="5214611"/>
                  <a:pt x="4596165" y="5214611"/>
                </a:cubicBezTo>
                <a:cubicBezTo>
                  <a:pt x="5479321" y="5214611"/>
                  <a:pt x="5479321" y="5214611"/>
                  <a:pt x="5479321" y="5214611"/>
                </a:cubicBezTo>
                <a:cubicBezTo>
                  <a:pt x="5612760" y="5214611"/>
                  <a:pt x="5721618" y="5106020"/>
                  <a:pt x="5721618" y="4972910"/>
                </a:cubicBezTo>
                <a:cubicBezTo>
                  <a:pt x="5721618" y="3869492"/>
                  <a:pt x="5721618" y="3869492"/>
                  <a:pt x="5721618" y="3869492"/>
                </a:cubicBezTo>
                <a:cubicBezTo>
                  <a:pt x="5721618" y="3736381"/>
                  <a:pt x="5612760" y="3627791"/>
                  <a:pt x="5479321" y="3627791"/>
                </a:cubicBezTo>
                <a:cubicBezTo>
                  <a:pt x="4596165" y="3627791"/>
                  <a:pt x="4596165" y="3627791"/>
                  <a:pt x="4596165" y="3627791"/>
                </a:cubicBezTo>
                <a:cubicBezTo>
                  <a:pt x="4241499" y="3627791"/>
                  <a:pt x="3953551" y="3340552"/>
                  <a:pt x="3953551" y="2988509"/>
                </a:cubicBezTo>
                <a:cubicBezTo>
                  <a:pt x="3953551" y="1885091"/>
                  <a:pt x="3953551" y="1885091"/>
                  <a:pt x="3953551" y="1885091"/>
                </a:cubicBezTo>
                <a:cubicBezTo>
                  <a:pt x="3953551" y="1533048"/>
                  <a:pt x="4241499" y="1245809"/>
                  <a:pt x="4596165" y="1245809"/>
                </a:cubicBezTo>
                <a:cubicBezTo>
                  <a:pt x="5479321" y="1245809"/>
                  <a:pt x="5479321" y="1245809"/>
                  <a:pt x="5479321" y="1245809"/>
                </a:cubicBezTo>
                <a:cubicBezTo>
                  <a:pt x="5612760" y="1245809"/>
                  <a:pt x="5721618" y="1137219"/>
                  <a:pt x="5721618" y="1004108"/>
                </a:cubicBezTo>
                <a:cubicBezTo>
                  <a:pt x="5721618" y="453275"/>
                  <a:pt x="5721618" y="177858"/>
                  <a:pt x="5721618" y="4015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A75FCE-000B-4BA9-BD4B-5CE3E10D14AE}"/>
              </a:ext>
            </a:extLst>
          </p:cNvPr>
          <p:cNvGrpSpPr/>
          <p:nvPr/>
        </p:nvGrpSpPr>
        <p:grpSpPr>
          <a:xfrm>
            <a:off x="3929372" y="-2031167"/>
            <a:ext cx="2166628" cy="10920335"/>
            <a:chOff x="6493143" y="-2031167"/>
            <a:chExt cx="2166628" cy="10920335"/>
          </a:xfrm>
        </p:grpSpPr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F2DF5926-4E8E-4916-8C7F-F26B12C5731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116290" y="2345686"/>
              <a:ext cx="10920334" cy="2166628"/>
            </a:xfrm>
            <a:custGeom>
              <a:avLst/>
              <a:gdLst>
                <a:gd name="T0" fmla="*/ 5131 w 6235"/>
                <a:gd name="T1" fmla="*/ 1234 h 1234"/>
                <a:gd name="T2" fmla="*/ 4502 w 6235"/>
                <a:gd name="T3" fmla="*/ 1234 h 1234"/>
                <a:gd name="T4" fmla="*/ 4137 w 6235"/>
                <a:gd name="T5" fmla="*/ 868 h 1234"/>
                <a:gd name="T6" fmla="*/ 4137 w 6235"/>
                <a:gd name="T7" fmla="*/ 365 h 1234"/>
                <a:gd name="T8" fmla="*/ 3999 w 6235"/>
                <a:gd name="T9" fmla="*/ 227 h 1234"/>
                <a:gd name="T10" fmla="*/ 3369 w 6235"/>
                <a:gd name="T11" fmla="*/ 227 h 1234"/>
                <a:gd name="T12" fmla="*/ 3231 w 6235"/>
                <a:gd name="T13" fmla="*/ 365 h 1234"/>
                <a:gd name="T14" fmla="*/ 3231 w 6235"/>
                <a:gd name="T15" fmla="*/ 868 h 1234"/>
                <a:gd name="T16" fmla="*/ 2866 w 6235"/>
                <a:gd name="T17" fmla="*/ 1234 h 1234"/>
                <a:gd name="T18" fmla="*/ 2236 w 6235"/>
                <a:gd name="T19" fmla="*/ 1234 h 1234"/>
                <a:gd name="T20" fmla="*/ 1871 w 6235"/>
                <a:gd name="T21" fmla="*/ 868 h 1234"/>
                <a:gd name="T22" fmla="*/ 1871 w 6235"/>
                <a:gd name="T23" fmla="*/ 365 h 1234"/>
                <a:gd name="T24" fmla="*/ 1733 w 6235"/>
                <a:gd name="T25" fmla="*/ 227 h 1234"/>
                <a:gd name="T26" fmla="*/ 1104 w 6235"/>
                <a:gd name="T27" fmla="*/ 227 h 1234"/>
                <a:gd name="T28" fmla="*/ 966 w 6235"/>
                <a:gd name="T29" fmla="*/ 365 h 1234"/>
                <a:gd name="T30" fmla="*/ 600 w 6235"/>
                <a:gd name="T31" fmla="*/ 730 h 1234"/>
                <a:gd name="T32" fmla="*/ 0 w 6235"/>
                <a:gd name="T33" fmla="*/ 730 h 1234"/>
                <a:gd name="T34" fmla="*/ 0 w 6235"/>
                <a:gd name="T35" fmla="*/ 503 h 1234"/>
                <a:gd name="T36" fmla="*/ 600 w 6235"/>
                <a:gd name="T37" fmla="*/ 503 h 1234"/>
                <a:gd name="T38" fmla="*/ 738 w 6235"/>
                <a:gd name="T39" fmla="*/ 365 h 1234"/>
                <a:gd name="T40" fmla="*/ 1104 w 6235"/>
                <a:gd name="T41" fmla="*/ 0 h 1234"/>
                <a:gd name="T42" fmla="*/ 1733 w 6235"/>
                <a:gd name="T43" fmla="*/ 0 h 1234"/>
                <a:gd name="T44" fmla="*/ 2098 w 6235"/>
                <a:gd name="T45" fmla="*/ 365 h 1234"/>
                <a:gd name="T46" fmla="*/ 2098 w 6235"/>
                <a:gd name="T47" fmla="*/ 868 h 1234"/>
                <a:gd name="T48" fmla="*/ 2236 w 6235"/>
                <a:gd name="T49" fmla="*/ 1006 h 1234"/>
                <a:gd name="T50" fmla="*/ 2866 w 6235"/>
                <a:gd name="T51" fmla="*/ 1006 h 1234"/>
                <a:gd name="T52" fmla="*/ 3004 w 6235"/>
                <a:gd name="T53" fmla="*/ 868 h 1234"/>
                <a:gd name="T54" fmla="*/ 3004 w 6235"/>
                <a:gd name="T55" fmla="*/ 365 h 1234"/>
                <a:gd name="T56" fmla="*/ 3369 w 6235"/>
                <a:gd name="T57" fmla="*/ 0 h 1234"/>
                <a:gd name="T58" fmla="*/ 3999 w 6235"/>
                <a:gd name="T59" fmla="*/ 0 h 1234"/>
                <a:gd name="T60" fmla="*/ 4364 w 6235"/>
                <a:gd name="T61" fmla="*/ 365 h 1234"/>
                <a:gd name="T62" fmla="*/ 4364 w 6235"/>
                <a:gd name="T63" fmla="*/ 868 h 1234"/>
                <a:gd name="T64" fmla="*/ 4502 w 6235"/>
                <a:gd name="T65" fmla="*/ 1006 h 1234"/>
                <a:gd name="T66" fmla="*/ 5131 w 6235"/>
                <a:gd name="T67" fmla="*/ 1006 h 1234"/>
                <a:gd name="T68" fmla="*/ 5269 w 6235"/>
                <a:gd name="T69" fmla="*/ 868 h 1234"/>
                <a:gd name="T70" fmla="*/ 5635 w 6235"/>
                <a:gd name="T71" fmla="*/ 503 h 1234"/>
                <a:gd name="T72" fmla="*/ 6235 w 6235"/>
                <a:gd name="T73" fmla="*/ 503 h 1234"/>
                <a:gd name="T74" fmla="*/ 6235 w 6235"/>
                <a:gd name="T75" fmla="*/ 730 h 1234"/>
                <a:gd name="T76" fmla="*/ 5635 w 6235"/>
                <a:gd name="T77" fmla="*/ 730 h 1234"/>
                <a:gd name="T78" fmla="*/ 5497 w 6235"/>
                <a:gd name="T79" fmla="*/ 868 h 1234"/>
                <a:gd name="T80" fmla="*/ 5131 w 6235"/>
                <a:gd name="T81" fmla="*/ 1234 h 1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235" h="1234">
                  <a:moveTo>
                    <a:pt x="5131" y="1234"/>
                  </a:moveTo>
                  <a:cubicBezTo>
                    <a:pt x="4502" y="1234"/>
                    <a:pt x="4502" y="1234"/>
                    <a:pt x="4502" y="1234"/>
                  </a:cubicBezTo>
                  <a:cubicBezTo>
                    <a:pt x="4301" y="1234"/>
                    <a:pt x="4137" y="1070"/>
                    <a:pt x="4137" y="868"/>
                  </a:cubicBezTo>
                  <a:cubicBezTo>
                    <a:pt x="4137" y="365"/>
                    <a:pt x="4137" y="365"/>
                    <a:pt x="4137" y="365"/>
                  </a:cubicBezTo>
                  <a:cubicBezTo>
                    <a:pt x="4137" y="289"/>
                    <a:pt x="4075" y="227"/>
                    <a:pt x="3999" y="227"/>
                  </a:cubicBezTo>
                  <a:cubicBezTo>
                    <a:pt x="3369" y="227"/>
                    <a:pt x="3369" y="227"/>
                    <a:pt x="3369" y="227"/>
                  </a:cubicBezTo>
                  <a:cubicBezTo>
                    <a:pt x="3293" y="227"/>
                    <a:pt x="3231" y="289"/>
                    <a:pt x="3231" y="365"/>
                  </a:cubicBezTo>
                  <a:cubicBezTo>
                    <a:pt x="3231" y="868"/>
                    <a:pt x="3231" y="868"/>
                    <a:pt x="3231" y="868"/>
                  </a:cubicBezTo>
                  <a:cubicBezTo>
                    <a:pt x="3231" y="1070"/>
                    <a:pt x="3067" y="1234"/>
                    <a:pt x="2866" y="1234"/>
                  </a:cubicBezTo>
                  <a:cubicBezTo>
                    <a:pt x="2236" y="1234"/>
                    <a:pt x="2236" y="1234"/>
                    <a:pt x="2236" y="1234"/>
                  </a:cubicBezTo>
                  <a:cubicBezTo>
                    <a:pt x="2035" y="1234"/>
                    <a:pt x="1871" y="1070"/>
                    <a:pt x="1871" y="868"/>
                  </a:cubicBezTo>
                  <a:cubicBezTo>
                    <a:pt x="1871" y="365"/>
                    <a:pt x="1871" y="365"/>
                    <a:pt x="1871" y="365"/>
                  </a:cubicBezTo>
                  <a:cubicBezTo>
                    <a:pt x="1871" y="289"/>
                    <a:pt x="1809" y="227"/>
                    <a:pt x="1733" y="227"/>
                  </a:cubicBezTo>
                  <a:cubicBezTo>
                    <a:pt x="1104" y="227"/>
                    <a:pt x="1104" y="227"/>
                    <a:pt x="1104" y="227"/>
                  </a:cubicBezTo>
                  <a:cubicBezTo>
                    <a:pt x="1027" y="227"/>
                    <a:pt x="966" y="289"/>
                    <a:pt x="966" y="365"/>
                  </a:cubicBezTo>
                  <a:cubicBezTo>
                    <a:pt x="966" y="566"/>
                    <a:pt x="802" y="730"/>
                    <a:pt x="600" y="730"/>
                  </a:cubicBezTo>
                  <a:cubicBezTo>
                    <a:pt x="0" y="730"/>
                    <a:pt x="0" y="730"/>
                    <a:pt x="0" y="730"/>
                  </a:cubicBezTo>
                  <a:cubicBezTo>
                    <a:pt x="0" y="503"/>
                    <a:pt x="0" y="503"/>
                    <a:pt x="0" y="503"/>
                  </a:cubicBezTo>
                  <a:cubicBezTo>
                    <a:pt x="600" y="503"/>
                    <a:pt x="600" y="503"/>
                    <a:pt x="600" y="503"/>
                  </a:cubicBezTo>
                  <a:cubicBezTo>
                    <a:pt x="676" y="503"/>
                    <a:pt x="738" y="441"/>
                    <a:pt x="738" y="365"/>
                  </a:cubicBezTo>
                  <a:cubicBezTo>
                    <a:pt x="738" y="164"/>
                    <a:pt x="902" y="0"/>
                    <a:pt x="1104" y="0"/>
                  </a:cubicBezTo>
                  <a:cubicBezTo>
                    <a:pt x="1733" y="0"/>
                    <a:pt x="1733" y="0"/>
                    <a:pt x="1733" y="0"/>
                  </a:cubicBezTo>
                  <a:cubicBezTo>
                    <a:pt x="1934" y="0"/>
                    <a:pt x="2098" y="164"/>
                    <a:pt x="2098" y="365"/>
                  </a:cubicBezTo>
                  <a:cubicBezTo>
                    <a:pt x="2098" y="868"/>
                    <a:pt x="2098" y="868"/>
                    <a:pt x="2098" y="868"/>
                  </a:cubicBezTo>
                  <a:cubicBezTo>
                    <a:pt x="2098" y="944"/>
                    <a:pt x="2160" y="1006"/>
                    <a:pt x="2236" y="1006"/>
                  </a:cubicBezTo>
                  <a:cubicBezTo>
                    <a:pt x="2866" y="1006"/>
                    <a:pt x="2866" y="1006"/>
                    <a:pt x="2866" y="1006"/>
                  </a:cubicBezTo>
                  <a:cubicBezTo>
                    <a:pt x="2942" y="1006"/>
                    <a:pt x="3004" y="944"/>
                    <a:pt x="3004" y="868"/>
                  </a:cubicBezTo>
                  <a:cubicBezTo>
                    <a:pt x="3004" y="365"/>
                    <a:pt x="3004" y="365"/>
                    <a:pt x="3004" y="365"/>
                  </a:cubicBezTo>
                  <a:cubicBezTo>
                    <a:pt x="3004" y="164"/>
                    <a:pt x="3168" y="0"/>
                    <a:pt x="3369" y="0"/>
                  </a:cubicBezTo>
                  <a:cubicBezTo>
                    <a:pt x="3999" y="0"/>
                    <a:pt x="3999" y="0"/>
                    <a:pt x="3999" y="0"/>
                  </a:cubicBezTo>
                  <a:cubicBezTo>
                    <a:pt x="4200" y="0"/>
                    <a:pt x="4364" y="164"/>
                    <a:pt x="4364" y="365"/>
                  </a:cubicBezTo>
                  <a:cubicBezTo>
                    <a:pt x="4364" y="868"/>
                    <a:pt x="4364" y="868"/>
                    <a:pt x="4364" y="868"/>
                  </a:cubicBezTo>
                  <a:cubicBezTo>
                    <a:pt x="4364" y="944"/>
                    <a:pt x="4426" y="1006"/>
                    <a:pt x="4502" y="1006"/>
                  </a:cubicBezTo>
                  <a:cubicBezTo>
                    <a:pt x="5131" y="1006"/>
                    <a:pt x="5131" y="1006"/>
                    <a:pt x="5131" y="1006"/>
                  </a:cubicBezTo>
                  <a:cubicBezTo>
                    <a:pt x="5208" y="1006"/>
                    <a:pt x="5269" y="944"/>
                    <a:pt x="5269" y="868"/>
                  </a:cubicBezTo>
                  <a:cubicBezTo>
                    <a:pt x="5269" y="667"/>
                    <a:pt x="5433" y="503"/>
                    <a:pt x="5635" y="503"/>
                  </a:cubicBezTo>
                  <a:cubicBezTo>
                    <a:pt x="6235" y="503"/>
                    <a:pt x="6235" y="503"/>
                    <a:pt x="6235" y="503"/>
                  </a:cubicBezTo>
                  <a:cubicBezTo>
                    <a:pt x="6235" y="730"/>
                    <a:pt x="6235" y="730"/>
                    <a:pt x="6235" y="730"/>
                  </a:cubicBezTo>
                  <a:cubicBezTo>
                    <a:pt x="5635" y="730"/>
                    <a:pt x="5635" y="730"/>
                    <a:pt x="5635" y="730"/>
                  </a:cubicBezTo>
                  <a:cubicBezTo>
                    <a:pt x="5559" y="730"/>
                    <a:pt x="5497" y="792"/>
                    <a:pt x="5497" y="868"/>
                  </a:cubicBezTo>
                  <a:cubicBezTo>
                    <a:pt x="5497" y="1070"/>
                    <a:pt x="5333" y="1234"/>
                    <a:pt x="5131" y="1234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78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B443850D-DBFF-43F5-B0C8-5D4ED338A085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2117239" y="2534295"/>
              <a:ext cx="10920334" cy="1789411"/>
            </a:xfrm>
            <a:custGeom>
              <a:avLst/>
              <a:gdLst>
                <a:gd name="T0" fmla="*/ 5189 w 6235"/>
                <a:gd name="T1" fmla="*/ 1000 h 1019"/>
                <a:gd name="T2" fmla="*/ 4938 w 6235"/>
                <a:gd name="T3" fmla="*/ 1006 h 1019"/>
                <a:gd name="T4" fmla="*/ 4769 w 6235"/>
                <a:gd name="T5" fmla="*/ 1006 h 1019"/>
                <a:gd name="T6" fmla="*/ 4600 w 6235"/>
                <a:gd name="T7" fmla="*/ 1006 h 1019"/>
                <a:gd name="T8" fmla="*/ 4431 w 6235"/>
                <a:gd name="T9" fmla="*/ 1010 h 1019"/>
                <a:gd name="T10" fmla="*/ 2866 w 6235"/>
                <a:gd name="T11" fmla="*/ 1019 h 1019"/>
                <a:gd name="T12" fmla="*/ 2890 w 6235"/>
                <a:gd name="T13" fmla="*/ 1018 h 1019"/>
                <a:gd name="T14" fmla="*/ 2721 w 6235"/>
                <a:gd name="T15" fmla="*/ 1006 h 1019"/>
                <a:gd name="T16" fmla="*/ 2552 w 6235"/>
                <a:gd name="T17" fmla="*/ 1006 h 1019"/>
                <a:gd name="T18" fmla="*/ 2383 w 6235"/>
                <a:gd name="T19" fmla="*/ 1006 h 1019"/>
                <a:gd name="T20" fmla="*/ 2215 w 6235"/>
                <a:gd name="T21" fmla="*/ 1006 h 1019"/>
                <a:gd name="T22" fmla="*/ 3045 w 6235"/>
                <a:gd name="T23" fmla="*/ 947 h 1019"/>
                <a:gd name="T24" fmla="*/ 5335 w 6235"/>
                <a:gd name="T25" fmla="*/ 920 h 1019"/>
                <a:gd name="T26" fmla="*/ 4361 w 6235"/>
                <a:gd name="T27" fmla="*/ 962 h 1019"/>
                <a:gd name="T28" fmla="*/ 2068 w 6235"/>
                <a:gd name="T29" fmla="*/ 939 h 1019"/>
                <a:gd name="T30" fmla="*/ 3122 w 6235"/>
                <a:gd name="T31" fmla="*/ 796 h 1019"/>
                <a:gd name="T32" fmla="*/ 5377 w 6235"/>
                <a:gd name="T33" fmla="*/ 759 h 1019"/>
                <a:gd name="T34" fmla="*/ 4244 w 6235"/>
                <a:gd name="T35" fmla="*/ 761 h 1019"/>
                <a:gd name="T36" fmla="*/ 4254 w 6235"/>
                <a:gd name="T37" fmla="*/ 834 h 1019"/>
                <a:gd name="T38" fmla="*/ 1991 w 6235"/>
                <a:gd name="T39" fmla="*/ 761 h 1019"/>
                <a:gd name="T40" fmla="*/ 3111 w 6235"/>
                <a:gd name="T41" fmla="*/ 626 h 1019"/>
                <a:gd name="T42" fmla="*/ 5434 w 6235"/>
                <a:gd name="T43" fmla="*/ 599 h 1019"/>
                <a:gd name="T44" fmla="*/ 4244 w 6235"/>
                <a:gd name="T45" fmla="*/ 580 h 1019"/>
                <a:gd name="T46" fmla="*/ 1978 w 6235"/>
                <a:gd name="T47" fmla="*/ 544 h 1019"/>
                <a:gd name="T48" fmla="*/ 5578 w 6235"/>
                <a:gd name="T49" fmla="*/ 509 h 1019"/>
                <a:gd name="T50" fmla="*/ 3111 w 6235"/>
                <a:gd name="T51" fmla="*/ 457 h 1019"/>
                <a:gd name="T52" fmla="*/ 6170 w 6235"/>
                <a:gd name="T53" fmla="*/ 503 h 1019"/>
                <a:gd name="T54" fmla="*/ 6001 w 6235"/>
                <a:gd name="T55" fmla="*/ 503 h 1019"/>
                <a:gd name="T56" fmla="*/ 5832 w 6235"/>
                <a:gd name="T57" fmla="*/ 503 h 1019"/>
                <a:gd name="T58" fmla="*/ 5664 w 6235"/>
                <a:gd name="T59" fmla="*/ 503 h 1019"/>
                <a:gd name="T60" fmla="*/ 507 w 6235"/>
                <a:gd name="T61" fmla="*/ 503 h 1019"/>
                <a:gd name="T62" fmla="*/ 338 w 6235"/>
                <a:gd name="T63" fmla="*/ 503 h 1019"/>
                <a:gd name="T64" fmla="*/ 169 w 6235"/>
                <a:gd name="T65" fmla="*/ 503 h 1019"/>
                <a:gd name="T66" fmla="*/ 0 w 6235"/>
                <a:gd name="T67" fmla="*/ 503 h 1019"/>
                <a:gd name="T68" fmla="*/ 746 w 6235"/>
                <a:gd name="T69" fmla="*/ 455 h 1019"/>
                <a:gd name="T70" fmla="*/ 4244 w 6235"/>
                <a:gd name="T71" fmla="*/ 411 h 1019"/>
                <a:gd name="T72" fmla="*/ 1978 w 6235"/>
                <a:gd name="T73" fmla="*/ 375 h 1019"/>
                <a:gd name="T74" fmla="*/ 837 w 6235"/>
                <a:gd name="T75" fmla="*/ 322 h 1019"/>
                <a:gd name="T76" fmla="*/ 3111 w 6235"/>
                <a:gd name="T77" fmla="*/ 289 h 1019"/>
                <a:gd name="T78" fmla="*/ 4244 w 6235"/>
                <a:gd name="T79" fmla="*/ 258 h 1019"/>
                <a:gd name="T80" fmla="*/ 1991 w 6235"/>
                <a:gd name="T81" fmla="*/ 291 h 1019"/>
                <a:gd name="T82" fmla="*/ 1991 w 6235"/>
                <a:gd name="T83" fmla="*/ 258 h 1019"/>
                <a:gd name="T84" fmla="*/ 878 w 6235"/>
                <a:gd name="T85" fmla="*/ 161 h 1019"/>
                <a:gd name="T86" fmla="*/ 3160 w 6235"/>
                <a:gd name="T87" fmla="*/ 130 h 1019"/>
                <a:gd name="T88" fmla="*/ 4237 w 6235"/>
                <a:gd name="T89" fmla="*/ 158 h 1019"/>
                <a:gd name="T90" fmla="*/ 1954 w 6235"/>
                <a:gd name="T91" fmla="*/ 125 h 1019"/>
                <a:gd name="T92" fmla="*/ 987 w 6235"/>
                <a:gd name="T93" fmla="*/ 42 h 1019"/>
                <a:gd name="T94" fmla="*/ 3285 w 6235"/>
                <a:gd name="T95" fmla="*/ 28 h 1019"/>
                <a:gd name="T96" fmla="*/ 4123 w 6235"/>
                <a:gd name="T97" fmla="*/ 32 h 1019"/>
                <a:gd name="T98" fmla="*/ 1824 w 6235"/>
                <a:gd name="T99" fmla="*/ 16 h 1019"/>
                <a:gd name="T100" fmla="*/ 1148 w 6235"/>
                <a:gd name="T101" fmla="*/ 0 h 1019"/>
                <a:gd name="T102" fmla="*/ 3365 w 6235"/>
                <a:gd name="T103" fmla="*/ 0 h 1019"/>
                <a:gd name="T104" fmla="*/ 3365 w 6235"/>
                <a:gd name="T105" fmla="*/ 13 h 1019"/>
                <a:gd name="T106" fmla="*/ 3956 w 6235"/>
                <a:gd name="T107" fmla="*/ 13 h 1019"/>
                <a:gd name="T108" fmla="*/ 3787 w 6235"/>
                <a:gd name="T109" fmla="*/ 13 h 1019"/>
                <a:gd name="T110" fmla="*/ 3618 w 6235"/>
                <a:gd name="T111" fmla="*/ 13 h 1019"/>
                <a:gd name="T112" fmla="*/ 1655 w 6235"/>
                <a:gd name="T113" fmla="*/ 13 h 1019"/>
                <a:gd name="T114" fmla="*/ 1486 w 6235"/>
                <a:gd name="T115" fmla="*/ 13 h 1019"/>
                <a:gd name="T116" fmla="*/ 1317 w 6235"/>
                <a:gd name="T117" fmla="*/ 13 h 1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235" h="1019">
                  <a:moveTo>
                    <a:pt x="5131" y="1019"/>
                  </a:moveTo>
                  <a:cubicBezTo>
                    <a:pt x="5107" y="1019"/>
                    <a:pt x="5107" y="1019"/>
                    <a:pt x="5107" y="1019"/>
                  </a:cubicBezTo>
                  <a:cubicBezTo>
                    <a:pt x="5107" y="1006"/>
                    <a:pt x="5107" y="1006"/>
                    <a:pt x="5107" y="1006"/>
                  </a:cubicBezTo>
                  <a:cubicBezTo>
                    <a:pt x="5131" y="1006"/>
                    <a:pt x="5131" y="1006"/>
                    <a:pt x="5131" y="1006"/>
                  </a:cubicBezTo>
                  <a:cubicBezTo>
                    <a:pt x="5151" y="1006"/>
                    <a:pt x="5170" y="1004"/>
                    <a:pt x="5189" y="1000"/>
                  </a:cubicBezTo>
                  <a:cubicBezTo>
                    <a:pt x="5192" y="1012"/>
                    <a:pt x="5192" y="1012"/>
                    <a:pt x="5192" y="1012"/>
                  </a:cubicBezTo>
                  <a:cubicBezTo>
                    <a:pt x="5172" y="1017"/>
                    <a:pt x="5152" y="1019"/>
                    <a:pt x="5131" y="1019"/>
                  </a:cubicBezTo>
                  <a:close/>
                  <a:moveTo>
                    <a:pt x="5023" y="1019"/>
                  </a:moveTo>
                  <a:cubicBezTo>
                    <a:pt x="4938" y="1019"/>
                    <a:pt x="4938" y="1019"/>
                    <a:pt x="4938" y="1019"/>
                  </a:cubicBezTo>
                  <a:cubicBezTo>
                    <a:pt x="4938" y="1006"/>
                    <a:pt x="4938" y="1006"/>
                    <a:pt x="4938" y="1006"/>
                  </a:cubicBezTo>
                  <a:cubicBezTo>
                    <a:pt x="5023" y="1006"/>
                    <a:pt x="5023" y="1006"/>
                    <a:pt x="5023" y="1006"/>
                  </a:cubicBezTo>
                  <a:lnTo>
                    <a:pt x="5023" y="1019"/>
                  </a:lnTo>
                  <a:close/>
                  <a:moveTo>
                    <a:pt x="4854" y="1019"/>
                  </a:moveTo>
                  <a:cubicBezTo>
                    <a:pt x="4769" y="1019"/>
                    <a:pt x="4769" y="1019"/>
                    <a:pt x="4769" y="1019"/>
                  </a:cubicBezTo>
                  <a:cubicBezTo>
                    <a:pt x="4769" y="1006"/>
                    <a:pt x="4769" y="1006"/>
                    <a:pt x="4769" y="1006"/>
                  </a:cubicBezTo>
                  <a:cubicBezTo>
                    <a:pt x="4854" y="1006"/>
                    <a:pt x="4854" y="1006"/>
                    <a:pt x="4854" y="1006"/>
                  </a:cubicBezTo>
                  <a:lnTo>
                    <a:pt x="4854" y="1019"/>
                  </a:lnTo>
                  <a:close/>
                  <a:moveTo>
                    <a:pt x="4685" y="1019"/>
                  </a:moveTo>
                  <a:cubicBezTo>
                    <a:pt x="4600" y="1019"/>
                    <a:pt x="4600" y="1019"/>
                    <a:pt x="4600" y="1019"/>
                  </a:cubicBezTo>
                  <a:cubicBezTo>
                    <a:pt x="4600" y="1006"/>
                    <a:pt x="4600" y="1006"/>
                    <a:pt x="4600" y="1006"/>
                  </a:cubicBezTo>
                  <a:cubicBezTo>
                    <a:pt x="4685" y="1006"/>
                    <a:pt x="4685" y="1006"/>
                    <a:pt x="4685" y="1006"/>
                  </a:cubicBezTo>
                  <a:lnTo>
                    <a:pt x="4685" y="1019"/>
                  </a:lnTo>
                  <a:close/>
                  <a:moveTo>
                    <a:pt x="4516" y="1019"/>
                  </a:moveTo>
                  <a:cubicBezTo>
                    <a:pt x="4502" y="1019"/>
                    <a:pt x="4502" y="1019"/>
                    <a:pt x="4502" y="1019"/>
                  </a:cubicBezTo>
                  <a:cubicBezTo>
                    <a:pt x="4478" y="1019"/>
                    <a:pt x="4454" y="1016"/>
                    <a:pt x="4431" y="1010"/>
                  </a:cubicBezTo>
                  <a:cubicBezTo>
                    <a:pt x="4434" y="997"/>
                    <a:pt x="4434" y="997"/>
                    <a:pt x="4434" y="997"/>
                  </a:cubicBezTo>
                  <a:cubicBezTo>
                    <a:pt x="4456" y="1003"/>
                    <a:pt x="4479" y="1006"/>
                    <a:pt x="4502" y="1006"/>
                  </a:cubicBezTo>
                  <a:cubicBezTo>
                    <a:pt x="4516" y="1006"/>
                    <a:pt x="4516" y="1006"/>
                    <a:pt x="4516" y="1006"/>
                  </a:cubicBezTo>
                  <a:lnTo>
                    <a:pt x="4516" y="1019"/>
                  </a:lnTo>
                  <a:close/>
                  <a:moveTo>
                    <a:pt x="2866" y="1019"/>
                  </a:moveTo>
                  <a:cubicBezTo>
                    <a:pt x="2805" y="1019"/>
                    <a:pt x="2805" y="1019"/>
                    <a:pt x="2805" y="1019"/>
                  </a:cubicBezTo>
                  <a:cubicBezTo>
                    <a:pt x="2805" y="1006"/>
                    <a:pt x="2805" y="1006"/>
                    <a:pt x="2805" y="1006"/>
                  </a:cubicBezTo>
                  <a:cubicBezTo>
                    <a:pt x="2866" y="1006"/>
                    <a:pt x="2866" y="1006"/>
                    <a:pt x="2866" y="1006"/>
                  </a:cubicBezTo>
                  <a:cubicBezTo>
                    <a:pt x="2874" y="1006"/>
                    <a:pt x="2881" y="1006"/>
                    <a:pt x="2889" y="1005"/>
                  </a:cubicBezTo>
                  <a:cubicBezTo>
                    <a:pt x="2890" y="1018"/>
                    <a:pt x="2890" y="1018"/>
                    <a:pt x="2890" y="1018"/>
                  </a:cubicBezTo>
                  <a:cubicBezTo>
                    <a:pt x="2882" y="1019"/>
                    <a:pt x="2874" y="1019"/>
                    <a:pt x="2866" y="1019"/>
                  </a:cubicBezTo>
                  <a:close/>
                  <a:moveTo>
                    <a:pt x="2721" y="1019"/>
                  </a:moveTo>
                  <a:cubicBezTo>
                    <a:pt x="2636" y="1019"/>
                    <a:pt x="2636" y="1019"/>
                    <a:pt x="2636" y="1019"/>
                  </a:cubicBezTo>
                  <a:cubicBezTo>
                    <a:pt x="2636" y="1006"/>
                    <a:pt x="2636" y="1006"/>
                    <a:pt x="2636" y="1006"/>
                  </a:cubicBezTo>
                  <a:cubicBezTo>
                    <a:pt x="2721" y="1006"/>
                    <a:pt x="2721" y="1006"/>
                    <a:pt x="2721" y="1006"/>
                  </a:cubicBezTo>
                  <a:lnTo>
                    <a:pt x="2721" y="1019"/>
                  </a:lnTo>
                  <a:close/>
                  <a:moveTo>
                    <a:pt x="2552" y="1019"/>
                  </a:moveTo>
                  <a:cubicBezTo>
                    <a:pt x="2468" y="1019"/>
                    <a:pt x="2468" y="1019"/>
                    <a:pt x="2468" y="1019"/>
                  </a:cubicBezTo>
                  <a:cubicBezTo>
                    <a:pt x="2468" y="1006"/>
                    <a:pt x="2468" y="1006"/>
                    <a:pt x="2468" y="1006"/>
                  </a:cubicBezTo>
                  <a:cubicBezTo>
                    <a:pt x="2552" y="1006"/>
                    <a:pt x="2552" y="1006"/>
                    <a:pt x="2552" y="1006"/>
                  </a:cubicBezTo>
                  <a:lnTo>
                    <a:pt x="2552" y="1019"/>
                  </a:lnTo>
                  <a:close/>
                  <a:moveTo>
                    <a:pt x="2383" y="1019"/>
                  </a:moveTo>
                  <a:cubicBezTo>
                    <a:pt x="2299" y="1019"/>
                    <a:pt x="2299" y="1019"/>
                    <a:pt x="2299" y="1019"/>
                  </a:cubicBezTo>
                  <a:cubicBezTo>
                    <a:pt x="2299" y="1006"/>
                    <a:pt x="2299" y="1006"/>
                    <a:pt x="2299" y="1006"/>
                  </a:cubicBezTo>
                  <a:cubicBezTo>
                    <a:pt x="2383" y="1006"/>
                    <a:pt x="2383" y="1006"/>
                    <a:pt x="2383" y="1006"/>
                  </a:cubicBezTo>
                  <a:lnTo>
                    <a:pt x="2383" y="1019"/>
                  </a:lnTo>
                  <a:close/>
                  <a:moveTo>
                    <a:pt x="2214" y="1019"/>
                  </a:moveTo>
                  <a:cubicBezTo>
                    <a:pt x="2185" y="1016"/>
                    <a:pt x="2157" y="1009"/>
                    <a:pt x="2130" y="997"/>
                  </a:cubicBezTo>
                  <a:cubicBezTo>
                    <a:pt x="2136" y="985"/>
                    <a:pt x="2136" y="985"/>
                    <a:pt x="2136" y="985"/>
                  </a:cubicBezTo>
                  <a:cubicBezTo>
                    <a:pt x="2161" y="996"/>
                    <a:pt x="2188" y="1003"/>
                    <a:pt x="2215" y="1006"/>
                  </a:cubicBezTo>
                  <a:lnTo>
                    <a:pt x="2214" y="1019"/>
                  </a:lnTo>
                  <a:close/>
                  <a:moveTo>
                    <a:pt x="2974" y="996"/>
                  </a:moveTo>
                  <a:cubicBezTo>
                    <a:pt x="2968" y="984"/>
                    <a:pt x="2968" y="984"/>
                    <a:pt x="2968" y="984"/>
                  </a:cubicBezTo>
                  <a:cubicBezTo>
                    <a:pt x="2993" y="973"/>
                    <a:pt x="3016" y="957"/>
                    <a:pt x="3036" y="938"/>
                  </a:cubicBezTo>
                  <a:cubicBezTo>
                    <a:pt x="3045" y="947"/>
                    <a:pt x="3045" y="947"/>
                    <a:pt x="3045" y="947"/>
                  </a:cubicBezTo>
                  <a:cubicBezTo>
                    <a:pt x="3024" y="968"/>
                    <a:pt x="3000" y="984"/>
                    <a:pt x="2974" y="996"/>
                  </a:cubicBezTo>
                  <a:close/>
                  <a:moveTo>
                    <a:pt x="5271" y="978"/>
                  </a:moveTo>
                  <a:cubicBezTo>
                    <a:pt x="5264" y="967"/>
                    <a:pt x="5264" y="967"/>
                    <a:pt x="5264" y="967"/>
                  </a:cubicBezTo>
                  <a:cubicBezTo>
                    <a:pt x="5288" y="952"/>
                    <a:pt x="5308" y="934"/>
                    <a:pt x="5325" y="912"/>
                  </a:cubicBezTo>
                  <a:cubicBezTo>
                    <a:pt x="5335" y="920"/>
                    <a:pt x="5335" y="920"/>
                    <a:pt x="5335" y="920"/>
                  </a:cubicBezTo>
                  <a:cubicBezTo>
                    <a:pt x="5317" y="943"/>
                    <a:pt x="5296" y="962"/>
                    <a:pt x="5271" y="978"/>
                  </a:cubicBezTo>
                  <a:close/>
                  <a:moveTo>
                    <a:pt x="4353" y="972"/>
                  </a:moveTo>
                  <a:cubicBezTo>
                    <a:pt x="4329" y="955"/>
                    <a:pt x="4309" y="935"/>
                    <a:pt x="4292" y="911"/>
                  </a:cubicBezTo>
                  <a:cubicBezTo>
                    <a:pt x="4302" y="904"/>
                    <a:pt x="4302" y="904"/>
                    <a:pt x="4302" y="904"/>
                  </a:cubicBezTo>
                  <a:cubicBezTo>
                    <a:pt x="4318" y="926"/>
                    <a:pt x="4338" y="946"/>
                    <a:pt x="4361" y="962"/>
                  </a:cubicBezTo>
                  <a:lnTo>
                    <a:pt x="4353" y="972"/>
                  </a:lnTo>
                  <a:close/>
                  <a:moveTo>
                    <a:pt x="2059" y="949"/>
                  </a:moveTo>
                  <a:cubicBezTo>
                    <a:pt x="2038" y="929"/>
                    <a:pt x="2020" y="906"/>
                    <a:pt x="2007" y="880"/>
                  </a:cubicBezTo>
                  <a:cubicBezTo>
                    <a:pt x="2019" y="874"/>
                    <a:pt x="2019" y="874"/>
                    <a:pt x="2019" y="874"/>
                  </a:cubicBezTo>
                  <a:cubicBezTo>
                    <a:pt x="2031" y="898"/>
                    <a:pt x="2048" y="920"/>
                    <a:pt x="2068" y="939"/>
                  </a:cubicBezTo>
                  <a:lnTo>
                    <a:pt x="2059" y="949"/>
                  </a:lnTo>
                  <a:close/>
                  <a:moveTo>
                    <a:pt x="3096" y="878"/>
                  </a:moveTo>
                  <a:cubicBezTo>
                    <a:pt x="3084" y="872"/>
                    <a:pt x="3084" y="872"/>
                    <a:pt x="3084" y="872"/>
                  </a:cubicBezTo>
                  <a:cubicBezTo>
                    <a:pt x="3097" y="848"/>
                    <a:pt x="3105" y="822"/>
                    <a:pt x="3109" y="794"/>
                  </a:cubicBezTo>
                  <a:cubicBezTo>
                    <a:pt x="3122" y="796"/>
                    <a:pt x="3122" y="796"/>
                    <a:pt x="3122" y="796"/>
                  </a:cubicBezTo>
                  <a:cubicBezTo>
                    <a:pt x="3118" y="825"/>
                    <a:pt x="3109" y="852"/>
                    <a:pt x="3096" y="878"/>
                  </a:cubicBezTo>
                  <a:close/>
                  <a:moveTo>
                    <a:pt x="5376" y="844"/>
                  </a:moveTo>
                  <a:cubicBezTo>
                    <a:pt x="5364" y="840"/>
                    <a:pt x="5364" y="840"/>
                    <a:pt x="5364" y="840"/>
                  </a:cubicBezTo>
                  <a:cubicBezTo>
                    <a:pt x="5372" y="815"/>
                    <a:pt x="5377" y="788"/>
                    <a:pt x="5377" y="761"/>
                  </a:cubicBezTo>
                  <a:cubicBezTo>
                    <a:pt x="5377" y="759"/>
                    <a:pt x="5377" y="759"/>
                    <a:pt x="5377" y="759"/>
                  </a:cubicBezTo>
                  <a:cubicBezTo>
                    <a:pt x="5390" y="759"/>
                    <a:pt x="5390" y="759"/>
                    <a:pt x="5390" y="759"/>
                  </a:cubicBezTo>
                  <a:cubicBezTo>
                    <a:pt x="5390" y="761"/>
                    <a:pt x="5390" y="761"/>
                    <a:pt x="5390" y="761"/>
                  </a:cubicBezTo>
                  <a:cubicBezTo>
                    <a:pt x="5390" y="790"/>
                    <a:pt x="5385" y="818"/>
                    <a:pt x="5376" y="844"/>
                  </a:cubicBezTo>
                  <a:close/>
                  <a:moveTo>
                    <a:pt x="4254" y="834"/>
                  </a:moveTo>
                  <a:cubicBezTo>
                    <a:pt x="4247" y="810"/>
                    <a:pt x="4244" y="786"/>
                    <a:pt x="4244" y="761"/>
                  </a:cubicBezTo>
                  <a:cubicBezTo>
                    <a:pt x="4244" y="749"/>
                    <a:pt x="4244" y="749"/>
                    <a:pt x="4244" y="749"/>
                  </a:cubicBezTo>
                  <a:cubicBezTo>
                    <a:pt x="4257" y="749"/>
                    <a:pt x="4257" y="749"/>
                    <a:pt x="4257" y="749"/>
                  </a:cubicBezTo>
                  <a:cubicBezTo>
                    <a:pt x="4257" y="761"/>
                    <a:pt x="4257" y="761"/>
                    <a:pt x="4257" y="761"/>
                  </a:cubicBezTo>
                  <a:cubicBezTo>
                    <a:pt x="4257" y="785"/>
                    <a:pt x="4260" y="808"/>
                    <a:pt x="4267" y="830"/>
                  </a:cubicBezTo>
                  <a:lnTo>
                    <a:pt x="4254" y="834"/>
                  </a:lnTo>
                  <a:close/>
                  <a:moveTo>
                    <a:pt x="1981" y="798"/>
                  </a:moveTo>
                  <a:cubicBezTo>
                    <a:pt x="1979" y="786"/>
                    <a:pt x="1978" y="774"/>
                    <a:pt x="1978" y="761"/>
                  </a:cubicBezTo>
                  <a:cubicBezTo>
                    <a:pt x="1978" y="713"/>
                    <a:pt x="1978" y="713"/>
                    <a:pt x="1978" y="713"/>
                  </a:cubicBezTo>
                  <a:cubicBezTo>
                    <a:pt x="1991" y="713"/>
                    <a:pt x="1991" y="713"/>
                    <a:pt x="1991" y="713"/>
                  </a:cubicBezTo>
                  <a:cubicBezTo>
                    <a:pt x="1991" y="761"/>
                    <a:pt x="1991" y="761"/>
                    <a:pt x="1991" y="761"/>
                  </a:cubicBezTo>
                  <a:cubicBezTo>
                    <a:pt x="1991" y="773"/>
                    <a:pt x="1992" y="785"/>
                    <a:pt x="1994" y="796"/>
                  </a:cubicBezTo>
                  <a:lnTo>
                    <a:pt x="1981" y="798"/>
                  </a:lnTo>
                  <a:close/>
                  <a:moveTo>
                    <a:pt x="3124" y="711"/>
                  </a:moveTo>
                  <a:cubicBezTo>
                    <a:pt x="3111" y="711"/>
                    <a:pt x="3111" y="711"/>
                    <a:pt x="3111" y="711"/>
                  </a:cubicBezTo>
                  <a:cubicBezTo>
                    <a:pt x="3111" y="626"/>
                    <a:pt x="3111" y="626"/>
                    <a:pt x="3111" y="626"/>
                  </a:cubicBezTo>
                  <a:cubicBezTo>
                    <a:pt x="3124" y="626"/>
                    <a:pt x="3124" y="626"/>
                    <a:pt x="3124" y="626"/>
                  </a:cubicBezTo>
                  <a:lnTo>
                    <a:pt x="3124" y="711"/>
                  </a:lnTo>
                  <a:close/>
                  <a:moveTo>
                    <a:pt x="5404" y="679"/>
                  </a:moveTo>
                  <a:cubicBezTo>
                    <a:pt x="5392" y="674"/>
                    <a:pt x="5392" y="674"/>
                    <a:pt x="5392" y="674"/>
                  </a:cubicBezTo>
                  <a:cubicBezTo>
                    <a:pt x="5401" y="647"/>
                    <a:pt x="5416" y="622"/>
                    <a:pt x="5434" y="599"/>
                  </a:cubicBezTo>
                  <a:cubicBezTo>
                    <a:pt x="5444" y="607"/>
                    <a:pt x="5444" y="607"/>
                    <a:pt x="5444" y="607"/>
                  </a:cubicBezTo>
                  <a:cubicBezTo>
                    <a:pt x="5427" y="629"/>
                    <a:pt x="5413" y="653"/>
                    <a:pt x="5404" y="679"/>
                  </a:cubicBezTo>
                  <a:close/>
                  <a:moveTo>
                    <a:pt x="4257" y="664"/>
                  </a:moveTo>
                  <a:cubicBezTo>
                    <a:pt x="4244" y="664"/>
                    <a:pt x="4244" y="664"/>
                    <a:pt x="4244" y="664"/>
                  </a:cubicBezTo>
                  <a:cubicBezTo>
                    <a:pt x="4244" y="580"/>
                    <a:pt x="4244" y="580"/>
                    <a:pt x="4244" y="580"/>
                  </a:cubicBezTo>
                  <a:cubicBezTo>
                    <a:pt x="4257" y="580"/>
                    <a:pt x="4257" y="580"/>
                    <a:pt x="4257" y="580"/>
                  </a:cubicBezTo>
                  <a:lnTo>
                    <a:pt x="4257" y="664"/>
                  </a:lnTo>
                  <a:close/>
                  <a:moveTo>
                    <a:pt x="1991" y="628"/>
                  </a:moveTo>
                  <a:cubicBezTo>
                    <a:pt x="1978" y="628"/>
                    <a:pt x="1978" y="628"/>
                    <a:pt x="1978" y="628"/>
                  </a:cubicBezTo>
                  <a:cubicBezTo>
                    <a:pt x="1978" y="544"/>
                    <a:pt x="1978" y="544"/>
                    <a:pt x="1978" y="544"/>
                  </a:cubicBezTo>
                  <a:cubicBezTo>
                    <a:pt x="1991" y="544"/>
                    <a:pt x="1991" y="544"/>
                    <a:pt x="1991" y="544"/>
                  </a:cubicBezTo>
                  <a:lnTo>
                    <a:pt x="1991" y="628"/>
                  </a:lnTo>
                  <a:close/>
                  <a:moveTo>
                    <a:pt x="5505" y="553"/>
                  </a:moveTo>
                  <a:cubicBezTo>
                    <a:pt x="5498" y="542"/>
                    <a:pt x="5498" y="542"/>
                    <a:pt x="5498" y="542"/>
                  </a:cubicBezTo>
                  <a:cubicBezTo>
                    <a:pt x="5523" y="527"/>
                    <a:pt x="5550" y="516"/>
                    <a:pt x="5578" y="509"/>
                  </a:cubicBezTo>
                  <a:cubicBezTo>
                    <a:pt x="5581" y="522"/>
                    <a:pt x="5581" y="522"/>
                    <a:pt x="5581" y="522"/>
                  </a:cubicBezTo>
                  <a:cubicBezTo>
                    <a:pt x="5554" y="528"/>
                    <a:pt x="5529" y="539"/>
                    <a:pt x="5505" y="553"/>
                  </a:cubicBezTo>
                  <a:close/>
                  <a:moveTo>
                    <a:pt x="3124" y="542"/>
                  </a:moveTo>
                  <a:cubicBezTo>
                    <a:pt x="3111" y="542"/>
                    <a:pt x="3111" y="542"/>
                    <a:pt x="3111" y="542"/>
                  </a:cubicBezTo>
                  <a:cubicBezTo>
                    <a:pt x="3111" y="457"/>
                    <a:pt x="3111" y="457"/>
                    <a:pt x="3111" y="457"/>
                  </a:cubicBezTo>
                  <a:cubicBezTo>
                    <a:pt x="3124" y="457"/>
                    <a:pt x="3124" y="457"/>
                    <a:pt x="3124" y="457"/>
                  </a:cubicBezTo>
                  <a:lnTo>
                    <a:pt x="3124" y="542"/>
                  </a:lnTo>
                  <a:close/>
                  <a:moveTo>
                    <a:pt x="6235" y="516"/>
                  </a:moveTo>
                  <a:cubicBezTo>
                    <a:pt x="6170" y="516"/>
                    <a:pt x="6170" y="516"/>
                    <a:pt x="6170" y="516"/>
                  </a:cubicBezTo>
                  <a:cubicBezTo>
                    <a:pt x="6170" y="503"/>
                    <a:pt x="6170" y="503"/>
                    <a:pt x="6170" y="503"/>
                  </a:cubicBezTo>
                  <a:cubicBezTo>
                    <a:pt x="6235" y="503"/>
                    <a:pt x="6235" y="503"/>
                    <a:pt x="6235" y="503"/>
                  </a:cubicBezTo>
                  <a:lnTo>
                    <a:pt x="6235" y="516"/>
                  </a:lnTo>
                  <a:close/>
                  <a:moveTo>
                    <a:pt x="6086" y="516"/>
                  </a:moveTo>
                  <a:cubicBezTo>
                    <a:pt x="6001" y="516"/>
                    <a:pt x="6001" y="516"/>
                    <a:pt x="6001" y="516"/>
                  </a:cubicBezTo>
                  <a:cubicBezTo>
                    <a:pt x="6001" y="503"/>
                    <a:pt x="6001" y="503"/>
                    <a:pt x="6001" y="503"/>
                  </a:cubicBezTo>
                  <a:cubicBezTo>
                    <a:pt x="6086" y="503"/>
                    <a:pt x="6086" y="503"/>
                    <a:pt x="6086" y="503"/>
                  </a:cubicBezTo>
                  <a:lnTo>
                    <a:pt x="6086" y="516"/>
                  </a:lnTo>
                  <a:close/>
                  <a:moveTo>
                    <a:pt x="5917" y="516"/>
                  </a:moveTo>
                  <a:cubicBezTo>
                    <a:pt x="5832" y="516"/>
                    <a:pt x="5832" y="516"/>
                    <a:pt x="5832" y="516"/>
                  </a:cubicBezTo>
                  <a:cubicBezTo>
                    <a:pt x="5832" y="503"/>
                    <a:pt x="5832" y="503"/>
                    <a:pt x="5832" y="503"/>
                  </a:cubicBezTo>
                  <a:cubicBezTo>
                    <a:pt x="5917" y="503"/>
                    <a:pt x="5917" y="503"/>
                    <a:pt x="5917" y="503"/>
                  </a:cubicBezTo>
                  <a:lnTo>
                    <a:pt x="5917" y="516"/>
                  </a:lnTo>
                  <a:close/>
                  <a:moveTo>
                    <a:pt x="5748" y="516"/>
                  </a:moveTo>
                  <a:cubicBezTo>
                    <a:pt x="5664" y="516"/>
                    <a:pt x="5664" y="516"/>
                    <a:pt x="5664" y="516"/>
                  </a:cubicBezTo>
                  <a:cubicBezTo>
                    <a:pt x="5664" y="503"/>
                    <a:pt x="5664" y="503"/>
                    <a:pt x="5664" y="503"/>
                  </a:cubicBezTo>
                  <a:cubicBezTo>
                    <a:pt x="5748" y="503"/>
                    <a:pt x="5748" y="503"/>
                    <a:pt x="5748" y="503"/>
                  </a:cubicBezTo>
                  <a:lnTo>
                    <a:pt x="5748" y="516"/>
                  </a:lnTo>
                  <a:close/>
                  <a:moveTo>
                    <a:pt x="591" y="516"/>
                  </a:moveTo>
                  <a:cubicBezTo>
                    <a:pt x="507" y="516"/>
                    <a:pt x="507" y="516"/>
                    <a:pt x="507" y="516"/>
                  </a:cubicBezTo>
                  <a:cubicBezTo>
                    <a:pt x="507" y="503"/>
                    <a:pt x="507" y="503"/>
                    <a:pt x="507" y="503"/>
                  </a:cubicBezTo>
                  <a:cubicBezTo>
                    <a:pt x="591" y="503"/>
                    <a:pt x="591" y="503"/>
                    <a:pt x="591" y="503"/>
                  </a:cubicBezTo>
                  <a:lnTo>
                    <a:pt x="591" y="516"/>
                  </a:lnTo>
                  <a:close/>
                  <a:moveTo>
                    <a:pt x="423" y="516"/>
                  </a:moveTo>
                  <a:cubicBezTo>
                    <a:pt x="338" y="516"/>
                    <a:pt x="338" y="516"/>
                    <a:pt x="338" y="516"/>
                  </a:cubicBezTo>
                  <a:cubicBezTo>
                    <a:pt x="338" y="503"/>
                    <a:pt x="338" y="503"/>
                    <a:pt x="338" y="503"/>
                  </a:cubicBezTo>
                  <a:cubicBezTo>
                    <a:pt x="423" y="503"/>
                    <a:pt x="423" y="503"/>
                    <a:pt x="423" y="503"/>
                  </a:cubicBezTo>
                  <a:lnTo>
                    <a:pt x="423" y="516"/>
                  </a:lnTo>
                  <a:close/>
                  <a:moveTo>
                    <a:pt x="254" y="516"/>
                  </a:moveTo>
                  <a:cubicBezTo>
                    <a:pt x="169" y="516"/>
                    <a:pt x="169" y="516"/>
                    <a:pt x="169" y="516"/>
                  </a:cubicBezTo>
                  <a:cubicBezTo>
                    <a:pt x="169" y="503"/>
                    <a:pt x="169" y="503"/>
                    <a:pt x="169" y="503"/>
                  </a:cubicBezTo>
                  <a:cubicBezTo>
                    <a:pt x="254" y="503"/>
                    <a:pt x="254" y="503"/>
                    <a:pt x="254" y="503"/>
                  </a:cubicBezTo>
                  <a:lnTo>
                    <a:pt x="254" y="516"/>
                  </a:lnTo>
                  <a:close/>
                  <a:moveTo>
                    <a:pt x="85" y="516"/>
                  </a:moveTo>
                  <a:cubicBezTo>
                    <a:pt x="0" y="516"/>
                    <a:pt x="0" y="516"/>
                    <a:pt x="0" y="516"/>
                  </a:cubicBezTo>
                  <a:cubicBezTo>
                    <a:pt x="0" y="503"/>
                    <a:pt x="0" y="503"/>
                    <a:pt x="0" y="503"/>
                  </a:cubicBezTo>
                  <a:cubicBezTo>
                    <a:pt x="85" y="503"/>
                    <a:pt x="85" y="503"/>
                    <a:pt x="85" y="503"/>
                  </a:cubicBezTo>
                  <a:lnTo>
                    <a:pt x="85" y="516"/>
                  </a:lnTo>
                  <a:close/>
                  <a:moveTo>
                    <a:pt x="677" y="505"/>
                  </a:moveTo>
                  <a:cubicBezTo>
                    <a:pt x="673" y="492"/>
                    <a:pt x="673" y="492"/>
                    <a:pt x="673" y="492"/>
                  </a:cubicBezTo>
                  <a:cubicBezTo>
                    <a:pt x="699" y="484"/>
                    <a:pt x="724" y="472"/>
                    <a:pt x="746" y="455"/>
                  </a:cubicBezTo>
                  <a:cubicBezTo>
                    <a:pt x="753" y="466"/>
                    <a:pt x="753" y="466"/>
                    <a:pt x="753" y="466"/>
                  </a:cubicBezTo>
                  <a:cubicBezTo>
                    <a:pt x="730" y="483"/>
                    <a:pt x="704" y="496"/>
                    <a:pt x="677" y="505"/>
                  </a:cubicBezTo>
                  <a:close/>
                  <a:moveTo>
                    <a:pt x="4257" y="495"/>
                  </a:moveTo>
                  <a:cubicBezTo>
                    <a:pt x="4244" y="495"/>
                    <a:pt x="4244" y="495"/>
                    <a:pt x="4244" y="495"/>
                  </a:cubicBezTo>
                  <a:cubicBezTo>
                    <a:pt x="4244" y="411"/>
                    <a:pt x="4244" y="411"/>
                    <a:pt x="4244" y="411"/>
                  </a:cubicBezTo>
                  <a:cubicBezTo>
                    <a:pt x="4257" y="411"/>
                    <a:pt x="4257" y="411"/>
                    <a:pt x="4257" y="411"/>
                  </a:cubicBezTo>
                  <a:lnTo>
                    <a:pt x="4257" y="495"/>
                  </a:lnTo>
                  <a:close/>
                  <a:moveTo>
                    <a:pt x="1991" y="459"/>
                  </a:moveTo>
                  <a:cubicBezTo>
                    <a:pt x="1978" y="459"/>
                    <a:pt x="1978" y="459"/>
                    <a:pt x="1978" y="459"/>
                  </a:cubicBezTo>
                  <a:cubicBezTo>
                    <a:pt x="1978" y="375"/>
                    <a:pt x="1978" y="375"/>
                    <a:pt x="1978" y="375"/>
                  </a:cubicBezTo>
                  <a:cubicBezTo>
                    <a:pt x="1991" y="375"/>
                    <a:pt x="1991" y="375"/>
                    <a:pt x="1991" y="375"/>
                  </a:cubicBezTo>
                  <a:lnTo>
                    <a:pt x="1991" y="459"/>
                  </a:lnTo>
                  <a:close/>
                  <a:moveTo>
                    <a:pt x="813" y="404"/>
                  </a:moveTo>
                  <a:cubicBezTo>
                    <a:pt x="803" y="397"/>
                    <a:pt x="803" y="397"/>
                    <a:pt x="803" y="397"/>
                  </a:cubicBezTo>
                  <a:cubicBezTo>
                    <a:pt x="818" y="374"/>
                    <a:pt x="830" y="349"/>
                    <a:pt x="837" y="322"/>
                  </a:cubicBezTo>
                  <a:cubicBezTo>
                    <a:pt x="849" y="326"/>
                    <a:pt x="849" y="326"/>
                    <a:pt x="849" y="326"/>
                  </a:cubicBezTo>
                  <a:cubicBezTo>
                    <a:pt x="842" y="354"/>
                    <a:pt x="830" y="380"/>
                    <a:pt x="813" y="404"/>
                  </a:cubicBezTo>
                  <a:close/>
                  <a:moveTo>
                    <a:pt x="3124" y="373"/>
                  </a:moveTo>
                  <a:cubicBezTo>
                    <a:pt x="3111" y="373"/>
                    <a:pt x="3111" y="373"/>
                    <a:pt x="3111" y="373"/>
                  </a:cubicBezTo>
                  <a:cubicBezTo>
                    <a:pt x="3111" y="289"/>
                    <a:pt x="3111" y="289"/>
                    <a:pt x="3111" y="289"/>
                  </a:cubicBezTo>
                  <a:cubicBezTo>
                    <a:pt x="3124" y="289"/>
                    <a:pt x="3124" y="289"/>
                    <a:pt x="3124" y="289"/>
                  </a:cubicBezTo>
                  <a:lnTo>
                    <a:pt x="3124" y="373"/>
                  </a:lnTo>
                  <a:close/>
                  <a:moveTo>
                    <a:pt x="4257" y="327"/>
                  </a:moveTo>
                  <a:cubicBezTo>
                    <a:pt x="4244" y="327"/>
                    <a:pt x="4244" y="327"/>
                    <a:pt x="4244" y="327"/>
                  </a:cubicBezTo>
                  <a:cubicBezTo>
                    <a:pt x="4244" y="258"/>
                    <a:pt x="4244" y="258"/>
                    <a:pt x="4244" y="258"/>
                  </a:cubicBezTo>
                  <a:cubicBezTo>
                    <a:pt x="4244" y="253"/>
                    <a:pt x="4244" y="248"/>
                    <a:pt x="4243" y="243"/>
                  </a:cubicBezTo>
                  <a:cubicBezTo>
                    <a:pt x="4256" y="242"/>
                    <a:pt x="4256" y="242"/>
                    <a:pt x="4256" y="242"/>
                  </a:cubicBezTo>
                  <a:cubicBezTo>
                    <a:pt x="4257" y="247"/>
                    <a:pt x="4257" y="253"/>
                    <a:pt x="4257" y="258"/>
                  </a:cubicBezTo>
                  <a:lnTo>
                    <a:pt x="4257" y="327"/>
                  </a:lnTo>
                  <a:close/>
                  <a:moveTo>
                    <a:pt x="1991" y="291"/>
                  </a:moveTo>
                  <a:cubicBezTo>
                    <a:pt x="1978" y="291"/>
                    <a:pt x="1978" y="291"/>
                    <a:pt x="1978" y="291"/>
                  </a:cubicBezTo>
                  <a:cubicBezTo>
                    <a:pt x="1978" y="258"/>
                    <a:pt x="1978" y="258"/>
                    <a:pt x="1978" y="258"/>
                  </a:cubicBezTo>
                  <a:cubicBezTo>
                    <a:pt x="1978" y="241"/>
                    <a:pt x="1976" y="224"/>
                    <a:pt x="1973" y="208"/>
                  </a:cubicBezTo>
                  <a:cubicBezTo>
                    <a:pt x="1986" y="205"/>
                    <a:pt x="1986" y="205"/>
                    <a:pt x="1986" y="205"/>
                  </a:cubicBezTo>
                  <a:cubicBezTo>
                    <a:pt x="1989" y="222"/>
                    <a:pt x="1991" y="240"/>
                    <a:pt x="1991" y="258"/>
                  </a:cubicBezTo>
                  <a:lnTo>
                    <a:pt x="1991" y="291"/>
                  </a:lnTo>
                  <a:close/>
                  <a:moveTo>
                    <a:pt x="859" y="241"/>
                  </a:moveTo>
                  <a:cubicBezTo>
                    <a:pt x="846" y="240"/>
                    <a:pt x="846" y="240"/>
                    <a:pt x="846" y="240"/>
                  </a:cubicBezTo>
                  <a:cubicBezTo>
                    <a:pt x="848" y="211"/>
                    <a:pt x="855" y="183"/>
                    <a:pt x="866" y="156"/>
                  </a:cubicBezTo>
                  <a:cubicBezTo>
                    <a:pt x="878" y="161"/>
                    <a:pt x="878" y="161"/>
                    <a:pt x="878" y="161"/>
                  </a:cubicBezTo>
                  <a:cubicBezTo>
                    <a:pt x="867" y="186"/>
                    <a:pt x="861" y="213"/>
                    <a:pt x="859" y="241"/>
                  </a:cubicBezTo>
                  <a:close/>
                  <a:moveTo>
                    <a:pt x="3130" y="206"/>
                  </a:moveTo>
                  <a:cubicBezTo>
                    <a:pt x="3117" y="203"/>
                    <a:pt x="3117" y="203"/>
                    <a:pt x="3117" y="203"/>
                  </a:cubicBezTo>
                  <a:cubicBezTo>
                    <a:pt x="3123" y="175"/>
                    <a:pt x="3134" y="148"/>
                    <a:pt x="3149" y="123"/>
                  </a:cubicBezTo>
                  <a:cubicBezTo>
                    <a:pt x="3160" y="130"/>
                    <a:pt x="3160" y="130"/>
                    <a:pt x="3160" y="130"/>
                  </a:cubicBezTo>
                  <a:cubicBezTo>
                    <a:pt x="3146" y="154"/>
                    <a:pt x="3135" y="179"/>
                    <a:pt x="3130" y="206"/>
                  </a:cubicBezTo>
                  <a:close/>
                  <a:moveTo>
                    <a:pt x="4225" y="163"/>
                  </a:moveTo>
                  <a:cubicBezTo>
                    <a:pt x="4214" y="138"/>
                    <a:pt x="4199" y="114"/>
                    <a:pt x="4181" y="94"/>
                  </a:cubicBezTo>
                  <a:cubicBezTo>
                    <a:pt x="4190" y="85"/>
                    <a:pt x="4190" y="85"/>
                    <a:pt x="4190" y="85"/>
                  </a:cubicBezTo>
                  <a:cubicBezTo>
                    <a:pt x="4210" y="107"/>
                    <a:pt x="4225" y="131"/>
                    <a:pt x="4237" y="158"/>
                  </a:cubicBezTo>
                  <a:lnTo>
                    <a:pt x="4225" y="163"/>
                  </a:lnTo>
                  <a:close/>
                  <a:moveTo>
                    <a:pt x="1943" y="132"/>
                  </a:moveTo>
                  <a:cubicBezTo>
                    <a:pt x="1929" y="108"/>
                    <a:pt x="1911" y="87"/>
                    <a:pt x="1890" y="70"/>
                  </a:cubicBezTo>
                  <a:cubicBezTo>
                    <a:pt x="1898" y="60"/>
                    <a:pt x="1898" y="60"/>
                    <a:pt x="1898" y="60"/>
                  </a:cubicBezTo>
                  <a:cubicBezTo>
                    <a:pt x="1920" y="78"/>
                    <a:pt x="1939" y="100"/>
                    <a:pt x="1954" y="125"/>
                  </a:cubicBezTo>
                  <a:lnTo>
                    <a:pt x="1943" y="132"/>
                  </a:lnTo>
                  <a:close/>
                  <a:moveTo>
                    <a:pt x="923" y="93"/>
                  </a:moveTo>
                  <a:cubicBezTo>
                    <a:pt x="913" y="84"/>
                    <a:pt x="913" y="84"/>
                    <a:pt x="913" y="84"/>
                  </a:cubicBezTo>
                  <a:cubicBezTo>
                    <a:pt x="933" y="62"/>
                    <a:pt x="956" y="45"/>
                    <a:pt x="981" y="31"/>
                  </a:cubicBezTo>
                  <a:cubicBezTo>
                    <a:pt x="987" y="42"/>
                    <a:pt x="987" y="42"/>
                    <a:pt x="987" y="42"/>
                  </a:cubicBezTo>
                  <a:cubicBezTo>
                    <a:pt x="963" y="55"/>
                    <a:pt x="941" y="72"/>
                    <a:pt x="923" y="93"/>
                  </a:cubicBezTo>
                  <a:close/>
                  <a:moveTo>
                    <a:pt x="3214" y="68"/>
                  </a:moveTo>
                  <a:cubicBezTo>
                    <a:pt x="3206" y="58"/>
                    <a:pt x="3206" y="58"/>
                    <a:pt x="3206" y="58"/>
                  </a:cubicBezTo>
                  <a:cubicBezTo>
                    <a:pt x="3228" y="40"/>
                    <a:pt x="3253" y="26"/>
                    <a:pt x="3280" y="16"/>
                  </a:cubicBezTo>
                  <a:cubicBezTo>
                    <a:pt x="3285" y="28"/>
                    <a:pt x="3285" y="28"/>
                    <a:pt x="3285" y="28"/>
                  </a:cubicBezTo>
                  <a:cubicBezTo>
                    <a:pt x="3259" y="37"/>
                    <a:pt x="3235" y="51"/>
                    <a:pt x="3214" y="68"/>
                  </a:cubicBezTo>
                  <a:close/>
                  <a:moveTo>
                    <a:pt x="4117" y="43"/>
                  </a:moveTo>
                  <a:cubicBezTo>
                    <a:pt x="4092" y="30"/>
                    <a:pt x="4066" y="21"/>
                    <a:pt x="4039" y="16"/>
                  </a:cubicBezTo>
                  <a:cubicBezTo>
                    <a:pt x="4041" y="3"/>
                    <a:pt x="4041" y="3"/>
                    <a:pt x="4041" y="3"/>
                  </a:cubicBezTo>
                  <a:cubicBezTo>
                    <a:pt x="4070" y="8"/>
                    <a:pt x="4097" y="18"/>
                    <a:pt x="4123" y="32"/>
                  </a:cubicBezTo>
                  <a:lnTo>
                    <a:pt x="4117" y="43"/>
                  </a:lnTo>
                  <a:close/>
                  <a:moveTo>
                    <a:pt x="1819" y="28"/>
                  </a:moveTo>
                  <a:cubicBezTo>
                    <a:pt x="1793" y="19"/>
                    <a:pt x="1766" y="14"/>
                    <a:pt x="1739" y="13"/>
                  </a:cubicBezTo>
                  <a:cubicBezTo>
                    <a:pt x="1739" y="0"/>
                    <a:pt x="1739" y="0"/>
                    <a:pt x="1739" y="0"/>
                  </a:cubicBezTo>
                  <a:cubicBezTo>
                    <a:pt x="1768" y="1"/>
                    <a:pt x="1797" y="6"/>
                    <a:pt x="1824" y="16"/>
                  </a:cubicBezTo>
                  <a:lnTo>
                    <a:pt x="1819" y="28"/>
                  </a:lnTo>
                  <a:close/>
                  <a:moveTo>
                    <a:pt x="1065" y="16"/>
                  </a:moveTo>
                  <a:cubicBezTo>
                    <a:pt x="1063" y="3"/>
                    <a:pt x="1063" y="3"/>
                    <a:pt x="1063" y="3"/>
                  </a:cubicBezTo>
                  <a:cubicBezTo>
                    <a:pt x="1076" y="1"/>
                    <a:pt x="1090" y="0"/>
                    <a:pt x="1104" y="0"/>
                  </a:cubicBezTo>
                  <a:cubicBezTo>
                    <a:pt x="1148" y="0"/>
                    <a:pt x="1148" y="0"/>
                    <a:pt x="1148" y="0"/>
                  </a:cubicBezTo>
                  <a:cubicBezTo>
                    <a:pt x="1148" y="13"/>
                    <a:pt x="1148" y="13"/>
                    <a:pt x="1148" y="13"/>
                  </a:cubicBezTo>
                  <a:cubicBezTo>
                    <a:pt x="1104" y="13"/>
                    <a:pt x="1104" y="13"/>
                    <a:pt x="1104" y="13"/>
                  </a:cubicBezTo>
                  <a:cubicBezTo>
                    <a:pt x="1091" y="13"/>
                    <a:pt x="1078" y="14"/>
                    <a:pt x="1065" y="16"/>
                  </a:cubicBezTo>
                  <a:close/>
                  <a:moveTo>
                    <a:pt x="3365" y="13"/>
                  </a:moveTo>
                  <a:cubicBezTo>
                    <a:pt x="3365" y="0"/>
                    <a:pt x="3365" y="0"/>
                    <a:pt x="3365" y="0"/>
                  </a:cubicBezTo>
                  <a:cubicBezTo>
                    <a:pt x="3366" y="0"/>
                    <a:pt x="3368" y="0"/>
                    <a:pt x="3369" y="0"/>
                  </a:cubicBezTo>
                  <a:cubicBezTo>
                    <a:pt x="3450" y="0"/>
                    <a:pt x="3450" y="0"/>
                    <a:pt x="3450" y="0"/>
                  </a:cubicBezTo>
                  <a:cubicBezTo>
                    <a:pt x="3450" y="13"/>
                    <a:pt x="3450" y="13"/>
                    <a:pt x="3450" y="13"/>
                  </a:cubicBezTo>
                  <a:cubicBezTo>
                    <a:pt x="3369" y="13"/>
                    <a:pt x="3369" y="13"/>
                    <a:pt x="3369" y="13"/>
                  </a:cubicBezTo>
                  <a:cubicBezTo>
                    <a:pt x="3368" y="13"/>
                    <a:pt x="3367" y="13"/>
                    <a:pt x="3365" y="13"/>
                  </a:cubicBezTo>
                  <a:close/>
                  <a:moveTo>
                    <a:pt x="3956" y="13"/>
                  </a:moveTo>
                  <a:cubicBezTo>
                    <a:pt x="3872" y="13"/>
                    <a:pt x="3872" y="13"/>
                    <a:pt x="3872" y="13"/>
                  </a:cubicBezTo>
                  <a:cubicBezTo>
                    <a:pt x="3872" y="0"/>
                    <a:pt x="3872" y="0"/>
                    <a:pt x="3872" y="0"/>
                  </a:cubicBezTo>
                  <a:cubicBezTo>
                    <a:pt x="3956" y="0"/>
                    <a:pt x="3956" y="0"/>
                    <a:pt x="3956" y="0"/>
                  </a:cubicBezTo>
                  <a:lnTo>
                    <a:pt x="3956" y="13"/>
                  </a:lnTo>
                  <a:close/>
                  <a:moveTo>
                    <a:pt x="3787" y="13"/>
                  </a:moveTo>
                  <a:cubicBezTo>
                    <a:pt x="3703" y="13"/>
                    <a:pt x="3703" y="13"/>
                    <a:pt x="3703" y="13"/>
                  </a:cubicBezTo>
                  <a:cubicBezTo>
                    <a:pt x="3703" y="0"/>
                    <a:pt x="3703" y="0"/>
                    <a:pt x="3703" y="0"/>
                  </a:cubicBezTo>
                  <a:cubicBezTo>
                    <a:pt x="3787" y="0"/>
                    <a:pt x="3787" y="0"/>
                    <a:pt x="3787" y="0"/>
                  </a:cubicBezTo>
                  <a:lnTo>
                    <a:pt x="3787" y="13"/>
                  </a:lnTo>
                  <a:close/>
                  <a:moveTo>
                    <a:pt x="3618" y="13"/>
                  </a:moveTo>
                  <a:cubicBezTo>
                    <a:pt x="3534" y="13"/>
                    <a:pt x="3534" y="13"/>
                    <a:pt x="3534" y="13"/>
                  </a:cubicBezTo>
                  <a:cubicBezTo>
                    <a:pt x="3534" y="0"/>
                    <a:pt x="3534" y="0"/>
                    <a:pt x="3534" y="0"/>
                  </a:cubicBezTo>
                  <a:cubicBezTo>
                    <a:pt x="3618" y="0"/>
                    <a:pt x="3618" y="0"/>
                    <a:pt x="3618" y="0"/>
                  </a:cubicBezTo>
                  <a:lnTo>
                    <a:pt x="3618" y="13"/>
                  </a:lnTo>
                  <a:close/>
                  <a:moveTo>
                    <a:pt x="1655" y="13"/>
                  </a:moveTo>
                  <a:cubicBezTo>
                    <a:pt x="1570" y="13"/>
                    <a:pt x="1570" y="13"/>
                    <a:pt x="1570" y="13"/>
                  </a:cubicBezTo>
                  <a:cubicBezTo>
                    <a:pt x="1570" y="0"/>
                    <a:pt x="1570" y="0"/>
                    <a:pt x="1570" y="0"/>
                  </a:cubicBezTo>
                  <a:cubicBezTo>
                    <a:pt x="1655" y="0"/>
                    <a:pt x="1655" y="0"/>
                    <a:pt x="1655" y="0"/>
                  </a:cubicBezTo>
                  <a:lnTo>
                    <a:pt x="1655" y="13"/>
                  </a:lnTo>
                  <a:close/>
                  <a:moveTo>
                    <a:pt x="1486" y="13"/>
                  </a:moveTo>
                  <a:cubicBezTo>
                    <a:pt x="1401" y="13"/>
                    <a:pt x="1401" y="13"/>
                    <a:pt x="1401" y="13"/>
                  </a:cubicBezTo>
                  <a:cubicBezTo>
                    <a:pt x="1401" y="0"/>
                    <a:pt x="1401" y="0"/>
                    <a:pt x="1401" y="0"/>
                  </a:cubicBezTo>
                  <a:cubicBezTo>
                    <a:pt x="1486" y="0"/>
                    <a:pt x="1486" y="0"/>
                    <a:pt x="1486" y="0"/>
                  </a:cubicBezTo>
                  <a:lnTo>
                    <a:pt x="1486" y="13"/>
                  </a:lnTo>
                  <a:close/>
                  <a:moveTo>
                    <a:pt x="1317" y="13"/>
                  </a:moveTo>
                  <a:cubicBezTo>
                    <a:pt x="1232" y="13"/>
                    <a:pt x="1232" y="13"/>
                    <a:pt x="1232" y="13"/>
                  </a:cubicBezTo>
                  <a:cubicBezTo>
                    <a:pt x="1232" y="0"/>
                    <a:pt x="1232" y="0"/>
                    <a:pt x="1232" y="0"/>
                  </a:cubicBezTo>
                  <a:cubicBezTo>
                    <a:pt x="1317" y="0"/>
                    <a:pt x="1317" y="0"/>
                    <a:pt x="1317" y="0"/>
                  </a:cubicBezTo>
                  <a:lnTo>
                    <a:pt x="1317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525C04A-8B27-46B9-AC9E-37A35EDF44EB}"/>
              </a:ext>
            </a:extLst>
          </p:cNvPr>
          <p:cNvSpPr txBox="1"/>
          <p:nvPr/>
        </p:nvSpPr>
        <p:spPr>
          <a:xfrm>
            <a:off x="605150" y="3013502"/>
            <a:ext cx="2597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Turn Ideas Into Action By Mapping Every Important Stage Of Your Journey</a:t>
            </a:r>
            <a:endParaRPr lang="en-ID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57C3A9-3A37-4958-9515-296A5CCF2D72}"/>
              </a:ext>
            </a:extLst>
          </p:cNvPr>
          <p:cNvSpPr txBox="1"/>
          <p:nvPr/>
        </p:nvSpPr>
        <p:spPr>
          <a:xfrm>
            <a:off x="2213006" y="328206"/>
            <a:ext cx="17291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A Well-designed Roadmap</a:t>
            </a:r>
            <a:endParaRPr lang="en-ID" sz="10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3A9ED1-04F1-4F1A-828F-5D3148B0D375}"/>
              </a:ext>
            </a:extLst>
          </p:cNvPr>
          <p:cNvSpPr txBox="1"/>
          <p:nvPr/>
        </p:nvSpPr>
        <p:spPr>
          <a:xfrm>
            <a:off x="592536" y="320511"/>
            <a:ext cx="17728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chemeClr val="bg1"/>
                </a:solidFill>
                <a:latin typeface="+mj-lt"/>
                <a:cs typeface="Elms Sans SemiBold" pitchFamily="2" charset="0"/>
              </a:rPr>
              <a:t>Roadmaps Infographic</a:t>
            </a:r>
            <a:endParaRPr lang="en-ID" sz="1100" b="0" dirty="0">
              <a:solidFill>
                <a:schemeClr val="bg1"/>
              </a:solidFill>
              <a:latin typeface="+mj-lt"/>
              <a:cs typeface="Elms Sans SemiBold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425940-79B8-4D0B-A6D2-5A2D4D8C344C}"/>
              </a:ext>
            </a:extLst>
          </p:cNvPr>
          <p:cNvCxnSpPr>
            <a:cxnSpLocks/>
          </p:cNvCxnSpPr>
          <p:nvPr/>
        </p:nvCxnSpPr>
        <p:spPr>
          <a:xfrm>
            <a:off x="2215389" y="354280"/>
            <a:ext cx="0" cy="1940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89A6FA0D-C67B-476B-8298-ECBDD6947DCC}"/>
              </a:ext>
            </a:extLst>
          </p:cNvPr>
          <p:cNvGrpSpPr/>
          <p:nvPr/>
        </p:nvGrpSpPr>
        <p:grpSpPr>
          <a:xfrm>
            <a:off x="5105341" y="895610"/>
            <a:ext cx="375935" cy="564800"/>
            <a:chOff x="9268674" y="75498"/>
            <a:chExt cx="614121" cy="92264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FBE5D77-C702-4CDF-BEE3-798AE09C7E6C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3F389D-1982-4FF8-8842-0377D8FEB49E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B8F0D9E-2119-4D73-BF12-E9CECDFC3B4A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aphic 4">
            <a:extLst>
              <a:ext uri="{FF2B5EF4-FFF2-40B4-BE49-F238E27FC236}">
                <a16:creationId xmlns:a16="http://schemas.microsoft.com/office/drawing/2014/main" id="{738FE46A-2170-4311-8FA8-32D0D3F44793}"/>
              </a:ext>
            </a:extLst>
          </p:cNvPr>
          <p:cNvGrpSpPr/>
          <p:nvPr/>
        </p:nvGrpSpPr>
        <p:grpSpPr>
          <a:xfrm>
            <a:off x="5856035" y="3950267"/>
            <a:ext cx="375935" cy="564800"/>
            <a:chOff x="9268674" y="75498"/>
            <a:chExt cx="614121" cy="922647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BB6823B-648E-430B-8054-2FF26FDD444B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7CD4674-DF8E-4390-A4C9-C8405168939F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D4A2ACF-5418-495F-9231-71393CEC5D9F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aphic 4">
            <a:extLst>
              <a:ext uri="{FF2B5EF4-FFF2-40B4-BE49-F238E27FC236}">
                <a16:creationId xmlns:a16="http://schemas.microsoft.com/office/drawing/2014/main" id="{258065C7-6D93-4968-8089-71098297A049}"/>
              </a:ext>
            </a:extLst>
          </p:cNvPr>
          <p:cNvGrpSpPr/>
          <p:nvPr/>
        </p:nvGrpSpPr>
        <p:grpSpPr>
          <a:xfrm>
            <a:off x="4118929" y="2115928"/>
            <a:ext cx="375935" cy="564800"/>
            <a:chOff x="9268674" y="75498"/>
            <a:chExt cx="614121" cy="922647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90C7AD-2C26-4F6B-A624-7517A49AF592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C51FE0B-3B89-44CC-AF9A-6F74C4DAF969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1A60A0F-4734-4B6F-94A1-CB5B11945AC5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2B3493E-46D8-47DD-A696-836440D713A2}"/>
              </a:ext>
            </a:extLst>
          </p:cNvPr>
          <p:cNvGrpSpPr/>
          <p:nvPr/>
        </p:nvGrpSpPr>
        <p:grpSpPr>
          <a:xfrm>
            <a:off x="7007257" y="1148510"/>
            <a:ext cx="4489418" cy="1351869"/>
            <a:chOff x="7007257" y="3221764"/>
            <a:chExt cx="4489418" cy="135186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11191A7-0B24-4CBB-AE8F-B3A261C4F16D}"/>
                </a:ext>
              </a:extLst>
            </p:cNvPr>
            <p:cNvGrpSpPr/>
            <p:nvPr/>
          </p:nvGrpSpPr>
          <p:grpSpPr>
            <a:xfrm>
              <a:off x="7007257" y="3221764"/>
              <a:ext cx="1372332" cy="1351869"/>
              <a:chOff x="794296" y="3077418"/>
              <a:chExt cx="1372332" cy="1351869"/>
            </a:xfrm>
          </p:grpSpPr>
          <p:sp>
            <p:nvSpPr>
              <p:cNvPr id="9" name="Google Shape;298;p16">
                <a:extLst>
                  <a:ext uri="{FF2B5EF4-FFF2-40B4-BE49-F238E27FC236}">
                    <a16:creationId xmlns:a16="http://schemas.microsoft.com/office/drawing/2014/main" id="{4298CDC8-5311-4F3E-A9A7-F9E56EE03E83}"/>
                  </a:ext>
                </a:extLst>
              </p:cNvPr>
              <p:cNvSpPr/>
              <p:nvPr/>
            </p:nvSpPr>
            <p:spPr>
              <a:xfrm>
                <a:off x="794296" y="3077418"/>
                <a:ext cx="1372332" cy="1351869"/>
              </a:xfrm>
              <a:prstGeom prst="arc">
                <a:avLst>
                  <a:gd name="adj1" fmla="val 7657406"/>
                  <a:gd name="adj2" fmla="val 3598278"/>
                </a:avLst>
              </a:prstGeom>
              <a:noFill/>
              <a:ln w="127000" cap="rnd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3600" dirty="0">
                  <a:solidFill>
                    <a:srgbClr val="2C2C2C"/>
                  </a:solidFill>
                  <a:latin typeface="+mj-lt"/>
                  <a:ea typeface="Lato"/>
                  <a:cs typeface="Arial" panose="020B0604020202020204" pitchFamily="34" charset="0"/>
                  <a:sym typeface="Lato"/>
                </a:endParaRPr>
              </a:p>
            </p:txBody>
          </p:sp>
          <p:sp>
            <p:nvSpPr>
              <p:cNvPr id="10" name="Google Shape;299;p16">
                <a:extLst>
                  <a:ext uri="{FF2B5EF4-FFF2-40B4-BE49-F238E27FC236}">
                    <a16:creationId xmlns:a16="http://schemas.microsoft.com/office/drawing/2014/main" id="{E6C1FEA5-63F4-450E-9468-FD05F311CC8B}"/>
                  </a:ext>
                </a:extLst>
              </p:cNvPr>
              <p:cNvSpPr/>
              <p:nvPr/>
            </p:nvSpPr>
            <p:spPr>
              <a:xfrm>
                <a:off x="980525" y="3256034"/>
                <a:ext cx="999556" cy="98532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lt1"/>
                  </a:solidFill>
                  <a:sym typeface="Lato"/>
                </a:endParaRPr>
              </a:p>
            </p:txBody>
          </p:sp>
          <p:sp>
            <p:nvSpPr>
              <p:cNvPr id="11" name="Google Shape;301;p16">
                <a:extLst>
                  <a:ext uri="{FF2B5EF4-FFF2-40B4-BE49-F238E27FC236}">
                    <a16:creationId xmlns:a16="http://schemas.microsoft.com/office/drawing/2014/main" id="{B8951700-6A1F-4D66-B71A-C38F8A663E5A}"/>
                  </a:ext>
                </a:extLst>
              </p:cNvPr>
              <p:cNvSpPr/>
              <p:nvPr/>
            </p:nvSpPr>
            <p:spPr>
              <a:xfrm>
                <a:off x="794296" y="3077418"/>
                <a:ext cx="1372332" cy="1351869"/>
              </a:xfrm>
              <a:prstGeom prst="arc">
                <a:avLst>
                  <a:gd name="adj1" fmla="val 7634344"/>
                  <a:gd name="adj2" fmla="val 18235093"/>
                </a:avLst>
              </a:prstGeom>
              <a:noFill/>
              <a:ln w="12700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3600">
                  <a:solidFill>
                    <a:srgbClr val="2C2C2C"/>
                  </a:solidFill>
                  <a:latin typeface="+mj-lt"/>
                  <a:ea typeface="Lato"/>
                  <a:cs typeface="Arial" panose="020B0604020202020204" pitchFamily="34" charset="0"/>
                  <a:sym typeface="Lato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BB74BA-555C-49A4-88F1-46111918E0BB}"/>
                  </a:ext>
                </a:extLst>
              </p:cNvPr>
              <p:cNvSpPr txBox="1"/>
              <p:nvPr/>
            </p:nvSpPr>
            <p:spPr>
              <a:xfrm>
                <a:off x="1090934" y="3564028"/>
                <a:ext cx="778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+mj-lt"/>
                  </a:rPr>
                  <a:t>68%</a:t>
                </a:r>
                <a:endParaRPr lang="en-ID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E22F300-29A0-4E6E-859F-DC5251CB785C}"/>
                </a:ext>
              </a:extLst>
            </p:cNvPr>
            <p:cNvGrpSpPr/>
            <p:nvPr/>
          </p:nvGrpSpPr>
          <p:grpSpPr>
            <a:xfrm>
              <a:off x="8717357" y="3475788"/>
              <a:ext cx="2779318" cy="843821"/>
              <a:chOff x="8348201" y="3269465"/>
              <a:chExt cx="2779318" cy="843821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DB2FA4A-EDB0-42EC-A0C7-55B1EF6E47C9}"/>
                  </a:ext>
                </a:extLst>
              </p:cNvPr>
              <p:cNvSpPr txBox="1"/>
              <p:nvPr/>
            </p:nvSpPr>
            <p:spPr>
              <a:xfrm>
                <a:off x="8348201" y="3269465"/>
                <a:ext cx="242689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rPr>
                  <a:t>Project Progress A</a:t>
                </a:r>
                <a:endParaRPr lang="en-ID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6594BA3-A3B8-4F35-8286-A0EEBBF379FF}"/>
                  </a:ext>
                </a:extLst>
              </p:cNvPr>
              <p:cNvSpPr txBox="1"/>
              <p:nvPr/>
            </p:nvSpPr>
            <p:spPr>
              <a:xfrm>
                <a:off x="8348203" y="3638797"/>
                <a:ext cx="2779316" cy="47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Lorem ipsum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dolor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sit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consectetuer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adipiscing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elit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Aenean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commodo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ligula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eget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dolor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1D2A777-C84D-42BE-B6C5-54C44D44D199}"/>
              </a:ext>
            </a:extLst>
          </p:cNvPr>
          <p:cNvGrpSpPr/>
          <p:nvPr/>
        </p:nvGrpSpPr>
        <p:grpSpPr>
          <a:xfrm>
            <a:off x="7007257" y="3072443"/>
            <a:ext cx="4489418" cy="1351869"/>
            <a:chOff x="7007257" y="3221764"/>
            <a:chExt cx="4489418" cy="1351869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5236732-A453-40F8-8D79-541555B88DE7}"/>
                </a:ext>
              </a:extLst>
            </p:cNvPr>
            <p:cNvGrpSpPr/>
            <p:nvPr/>
          </p:nvGrpSpPr>
          <p:grpSpPr>
            <a:xfrm>
              <a:off x="7007257" y="3221764"/>
              <a:ext cx="1372332" cy="1351869"/>
              <a:chOff x="794296" y="3077418"/>
              <a:chExt cx="1372332" cy="1351869"/>
            </a:xfrm>
          </p:grpSpPr>
          <p:sp>
            <p:nvSpPr>
              <p:cNvPr id="50" name="Google Shape;298;p16">
                <a:extLst>
                  <a:ext uri="{FF2B5EF4-FFF2-40B4-BE49-F238E27FC236}">
                    <a16:creationId xmlns:a16="http://schemas.microsoft.com/office/drawing/2014/main" id="{D8646049-B87C-42BD-BF83-7F9CFBD0D049}"/>
                  </a:ext>
                </a:extLst>
              </p:cNvPr>
              <p:cNvSpPr/>
              <p:nvPr/>
            </p:nvSpPr>
            <p:spPr>
              <a:xfrm>
                <a:off x="794296" y="3077418"/>
                <a:ext cx="1372332" cy="1351869"/>
              </a:xfrm>
              <a:prstGeom prst="arc">
                <a:avLst>
                  <a:gd name="adj1" fmla="val 7657406"/>
                  <a:gd name="adj2" fmla="val 3598278"/>
                </a:avLst>
              </a:prstGeom>
              <a:noFill/>
              <a:ln w="127000" cap="rnd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3600" dirty="0">
                  <a:solidFill>
                    <a:srgbClr val="2C2C2C"/>
                  </a:solidFill>
                  <a:latin typeface="+mj-lt"/>
                  <a:ea typeface="Lato"/>
                  <a:cs typeface="Arial" panose="020B0604020202020204" pitchFamily="34" charset="0"/>
                  <a:sym typeface="Lato"/>
                </a:endParaRPr>
              </a:p>
            </p:txBody>
          </p:sp>
          <p:sp>
            <p:nvSpPr>
              <p:cNvPr id="51" name="Google Shape;299;p16">
                <a:extLst>
                  <a:ext uri="{FF2B5EF4-FFF2-40B4-BE49-F238E27FC236}">
                    <a16:creationId xmlns:a16="http://schemas.microsoft.com/office/drawing/2014/main" id="{66A4CD3B-AB53-4D34-831C-DFC94F3978C4}"/>
                  </a:ext>
                </a:extLst>
              </p:cNvPr>
              <p:cNvSpPr/>
              <p:nvPr/>
            </p:nvSpPr>
            <p:spPr>
              <a:xfrm>
                <a:off x="980525" y="3256034"/>
                <a:ext cx="999556" cy="98532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lt1"/>
                  </a:solidFill>
                  <a:sym typeface="Lato"/>
                </a:endParaRPr>
              </a:p>
            </p:txBody>
          </p:sp>
          <p:sp>
            <p:nvSpPr>
              <p:cNvPr id="52" name="Google Shape;301;p16">
                <a:extLst>
                  <a:ext uri="{FF2B5EF4-FFF2-40B4-BE49-F238E27FC236}">
                    <a16:creationId xmlns:a16="http://schemas.microsoft.com/office/drawing/2014/main" id="{31E278C0-30D7-475D-8439-96E6180E669F}"/>
                  </a:ext>
                </a:extLst>
              </p:cNvPr>
              <p:cNvSpPr/>
              <p:nvPr/>
            </p:nvSpPr>
            <p:spPr>
              <a:xfrm>
                <a:off x="794296" y="3077418"/>
                <a:ext cx="1372332" cy="1351869"/>
              </a:xfrm>
              <a:prstGeom prst="arc">
                <a:avLst>
                  <a:gd name="adj1" fmla="val 7634344"/>
                  <a:gd name="adj2" fmla="val 20837203"/>
                </a:avLst>
              </a:prstGeom>
              <a:noFill/>
              <a:ln w="127000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3600">
                  <a:solidFill>
                    <a:srgbClr val="2C2C2C"/>
                  </a:solidFill>
                  <a:latin typeface="+mj-lt"/>
                  <a:ea typeface="Lato"/>
                  <a:cs typeface="Arial" panose="020B0604020202020204" pitchFamily="34" charset="0"/>
                  <a:sym typeface="Lato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02621BD-E934-43B1-887D-9B83A1FC388E}"/>
                  </a:ext>
                </a:extLst>
              </p:cNvPr>
              <p:cNvSpPr txBox="1"/>
              <p:nvPr/>
            </p:nvSpPr>
            <p:spPr>
              <a:xfrm>
                <a:off x="1090934" y="3564028"/>
                <a:ext cx="778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rPr>
                  <a:t>75%</a:t>
                </a:r>
                <a:endParaRPr lang="en-ID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BEAA6BC-93F8-4BA8-9FB2-3BA1F64ABBA4}"/>
                </a:ext>
              </a:extLst>
            </p:cNvPr>
            <p:cNvGrpSpPr/>
            <p:nvPr/>
          </p:nvGrpSpPr>
          <p:grpSpPr>
            <a:xfrm>
              <a:off x="8717357" y="3475788"/>
              <a:ext cx="2779318" cy="843821"/>
              <a:chOff x="8348201" y="3269465"/>
              <a:chExt cx="2779318" cy="843821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662E0D-EE16-4EC9-8DE8-9D227187265E}"/>
                  </a:ext>
                </a:extLst>
              </p:cNvPr>
              <p:cNvSpPr txBox="1"/>
              <p:nvPr/>
            </p:nvSpPr>
            <p:spPr>
              <a:xfrm>
                <a:off x="8348201" y="3269465"/>
                <a:ext cx="242689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rPr>
                  <a:t>Project Progress B</a:t>
                </a:r>
                <a:endParaRPr lang="en-ID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C56D670-6563-4BE8-BB0A-07D045C32C03}"/>
                  </a:ext>
                </a:extLst>
              </p:cNvPr>
              <p:cNvSpPr txBox="1"/>
              <p:nvPr/>
            </p:nvSpPr>
            <p:spPr>
              <a:xfrm>
                <a:off x="8348203" y="3638797"/>
                <a:ext cx="2779316" cy="47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Lorem ipsum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dolor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sit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consectetuer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adipiscing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elit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Aenean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commodo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ligula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eget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dolor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</a:t>
                </a:r>
              </a:p>
            </p:txBody>
          </p:sp>
        </p:grp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10144E-E265-48E1-AAC4-5121F7EF4105}"/>
              </a:ext>
            </a:extLst>
          </p:cNvPr>
          <p:cNvCxnSpPr>
            <a:cxnSpLocks/>
          </p:cNvCxnSpPr>
          <p:nvPr/>
        </p:nvCxnSpPr>
        <p:spPr>
          <a:xfrm>
            <a:off x="6885616" y="2786411"/>
            <a:ext cx="4611059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D4B9368-F200-4D4A-8198-63F9A8E2F8F5}"/>
              </a:ext>
            </a:extLst>
          </p:cNvPr>
          <p:cNvGrpSpPr/>
          <p:nvPr/>
        </p:nvGrpSpPr>
        <p:grpSpPr>
          <a:xfrm>
            <a:off x="7007257" y="4996374"/>
            <a:ext cx="4489418" cy="1351869"/>
            <a:chOff x="7007257" y="3221764"/>
            <a:chExt cx="4489418" cy="1351869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9C158B1-A241-4C00-AC1C-F460217E0C34}"/>
                </a:ext>
              </a:extLst>
            </p:cNvPr>
            <p:cNvGrpSpPr/>
            <p:nvPr/>
          </p:nvGrpSpPr>
          <p:grpSpPr>
            <a:xfrm>
              <a:off x="7007257" y="3221764"/>
              <a:ext cx="1372332" cy="1351869"/>
              <a:chOff x="794296" y="3077418"/>
              <a:chExt cx="1372332" cy="1351869"/>
            </a:xfrm>
          </p:grpSpPr>
          <p:sp>
            <p:nvSpPr>
              <p:cNvPr id="61" name="Google Shape;298;p16">
                <a:extLst>
                  <a:ext uri="{FF2B5EF4-FFF2-40B4-BE49-F238E27FC236}">
                    <a16:creationId xmlns:a16="http://schemas.microsoft.com/office/drawing/2014/main" id="{89E3D9BA-25A1-4472-852C-E487AC3AB68C}"/>
                  </a:ext>
                </a:extLst>
              </p:cNvPr>
              <p:cNvSpPr/>
              <p:nvPr/>
            </p:nvSpPr>
            <p:spPr>
              <a:xfrm>
                <a:off x="794296" y="3077418"/>
                <a:ext cx="1372332" cy="1351869"/>
              </a:xfrm>
              <a:prstGeom prst="arc">
                <a:avLst>
                  <a:gd name="adj1" fmla="val 7657406"/>
                  <a:gd name="adj2" fmla="val 3598278"/>
                </a:avLst>
              </a:prstGeom>
              <a:noFill/>
              <a:ln w="127000" cap="rnd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3600" dirty="0">
                  <a:solidFill>
                    <a:srgbClr val="2C2C2C"/>
                  </a:solidFill>
                  <a:latin typeface="+mj-lt"/>
                  <a:ea typeface="Lato"/>
                  <a:cs typeface="Arial" panose="020B0604020202020204" pitchFamily="34" charset="0"/>
                  <a:sym typeface="Lato"/>
                </a:endParaRPr>
              </a:p>
            </p:txBody>
          </p:sp>
          <p:sp>
            <p:nvSpPr>
              <p:cNvPr id="62" name="Google Shape;299;p16">
                <a:extLst>
                  <a:ext uri="{FF2B5EF4-FFF2-40B4-BE49-F238E27FC236}">
                    <a16:creationId xmlns:a16="http://schemas.microsoft.com/office/drawing/2014/main" id="{89D763AF-C88C-47CE-B78D-970A64C02EAC}"/>
                  </a:ext>
                </a:extLst>
              </p:cNvPr>
              <p:cNvSpPr/>
              <p:nvPr/>
            </p:nvSpPr>
            <p:spPr>
              <a:xfrm>
                <a:off x="980525" y="3256034"/>
                <a:ext cx="999556" cy="98532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lt1"/>
                  </a:solidFill>
                  <a:sym typeface="Lato"/>
                </a:endParaRPr>
              </a:p>
            </p:txBody>
          </p:sp>
          <p:sp>
            <p:nvSpPr>
              <p:cNvPr id="63" name="Google Shape;301;p16">
                <a:extLst>
                  <a:ext uri="{FF2B5EF4-FFF2-40B4-BE49-F238E27FC236}">
                    <a16:creationId xmlns:a16="http://schemas.microsoft.com/office/drawing/2014/main" id="{43F8F8C3-60DB-4531-BA98-706FE4874F5B}"/>
                  </a:ext>
                </a:extLst>
              </p:cNvPr>
              <p:cNvSpPr/>
              <p:nvPr/>
            </p:nvSpPr>
            <p:spPr>
              <a:xfrm>
                <a:off x="794296" y="3077418"/>
                <a:ext cx="1372332" cy="1351869"/>
              </a:xfrm>
              <a:prstGeom prst="arc">
                <a:avLst>
                  <a:gd name="adj1" fmla="val 7634344"/>
                  <a:gd name="adj2" fmla="val 1588056"/>
                </a:avLst>
              </a:prstGeom>
              <a:noFill/>
              <a:ln w="12700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3600">
                  <a:solidFill>
                    <a:srgbClr val="2C2C2C"/>
                  </a:solidFill>
                  <a:latin typeface="+mj-lt"/>
                  <a:ea typeface="Lato"/>
                  <a:cs typeface="Arial" panose="020B0604020202020204" pitchFamily="34" charset="0"/>
                  <a:sym typeface="Lato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AEDD123-4392-4AF8-90AC-12E13B783056}"/>
                  </a:ext>
                </a:extLst>
              </p:cNvPr>
              <p:cNvSpPr txBox="1"/>
              <p:nvPr/>
            </p:nvSpPr>
            <p:spPr>
              <a:xfrm>
                <a:off x="1090934" y="3564028"/>
                <a:ext cx="778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+mj-lt"/>
                  </a:rPr>
                  <a:t>88%</a:t>
                </a:r>
                <a:endParaRPr lang="en-ID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E5B2552-39BE-45A2-8E61-45F13AE67956}"/>
                </a:ext>
              </a:extLst>
            </p:cNvPr>
            <p:cNvGrpSpPr/>
            <p:nvPr/>
          </p:nvGrpSpPr>
          <p:grpSpPr>
            <a:xfrm>
              <a:off x="8717357" y="3475788"/>
              <a:ext cx="2779318" cy="843821"/>
              <a:chOff x="8348201" y="3269465"/>
              <a:chExt cx="2779318" cy="843821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D3572A3-3E93-45C0-9E08-F75B41A96D76}"/>
                  </a:ext>
                </a:extLst>
              </p:cNvPr>
              <p:cNvSpPr txBox="1"/>
              <p:nvPr/>
            </p:nvSpPr>
            <p:spPr>
              <a:xfrm>
                <a:off x="8348201" y="3269465"/>
                <a:ext cx="242689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rPr>
                  <a:t>Project Progress C</a:t>
                </a:r>
                <a:endParaRPr lang="en-ID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6963A0E-B23F-4005-879A-D002F1AD53D9}"/>
                  </a:ext>
                </a:extLst>
              </p:cNvPr>
              <p:cNvSpPr txBox="1"/>
              <p:nvPr/>
            </p:nvSpPr>
            <p:spPr>
              <a:xfrm>
                <a:off x="8348203" y="3638797"/>
                <a:ext cx="2779316" cy="47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Lorem ipsum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dolor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sit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consectetuer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adipiscing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elit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Aenean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commodo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ligula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eget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ID" sz="1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dolor</a:t>
                </a:r>
                <a:r>
                  <a:rPr lang="en-ID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</a:t>
                </a:r>
              </a:p>
            </p:txBody>
          </p:sp>
        </p:grp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D6E1AF2-A21F-4D2C-95FF-582AED1B14F2}"/>
              </a:ext>
            </a:extLst>
          </p:cNvPr>
          <p:cNvCxnSpPr>
            <a:cxnSpLocks/>
          </p:cNvCxnSpPr>
          <p:nvPr/>
        </p:nvCxnSpPr>
        <p:spPr>
          <a:xfrm>
            <a:off x="6885616" y="4710344"/>
            <a:ext cx="4611059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aphic 45">
            <a:extLst>
              <a:ext uri="{FF2B5EF4-FFF2-40B4-BE49-F238E27FC236}">
                <a16:creationId xmlns:a16="http://schemas.microsoft.com/office/drawing/2014/main" id="{0317279D-F0A2-4E7F-98AB-E955DD6141F0}"/>
              </a:ext>
            </a:extLst>
          </p:cNvPr>
          <p:cNvGrpSpPr/>
          <p:nvPr/>
        </p:nvGrpSpPr>
        <p:grpSpPr>
          <a:xfrm>
            <a:off x="4292422" y="4679733"/>
            <a:ext cx="404883" cy="536723"/>
            <a:chOff x="1869848" y="-91796"/>
            <a:chExt cx="1515808" cy="2009394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E56A6FF-C3A6-4E95-879C-664DF9FA9061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D97C4A4-057F-4D2E-8F78-425BF327B7E5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51BFAF2-8BD4-4FC2-9036-712A5C1D41F2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6E32542-31D2-4065-804A-6DFCF364B107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494624A-E83C-4B00-9D86-F05901E0621C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84" name="Graphic 69">
            <a:extLst>
              <a:ext uri="{FF2B5EF4-FFF2-40B4-BE49-F238E27FC236}">
                <a16:creationId xmlns:a16="http://schemas.microsoft.com/office/drawing/2014/main" id="{9F854474-1854-4268-9AD7-7A5A4DDBF711}"/>
              </a:ext>
            </a:extLst>
          </p:cNvPr>
          <p:cNvGrpSpPr/>
          <p:nvPr/>
        </p:nvGrpSpPr>
        <p:grpSpPr>
          <a:xfrm>
            <a:off x="4744250" y="4611603"/>
            <a:ext cx="415966" cy="602757"/>
            <a:chOff x="5320703" y="3652300"/>
            <a:chExt cx="1355534" cy="1964239"/>
          </a:xfrm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5D15D60-9E9D-46AF-93E6-3DF77D6ED8E7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98CB18A-94B4-4609-8788-9412BB3486C1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BB3F4DC-A350-493B-9CE1-2455DEE74EA0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9EE94BB-F734-492E-B345-675666364DCF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BE87253-F10C-48DC-809E-9851BBF5A67C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993066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aphic 45">
            <a:extLst>
              <a:ext uri="{FF2B5EF4-FFF2-40B4-BE49-F238E27FC236}">
                <a16:creationId xmlns:a16="http://schemas.microsoft.com/office/drawing/2014/main" id="{CB6D378B-B366-48D0-99DE-D0A7622C3767}"/>
              </a:ext>
            </a:extLst>
          </p:cNvPr>
          <p:cNvGrpSpPr/>
          <p:nvPr/>
        </p:nvGrpSpPr>
        <p:grpSpPr>
          <a:xfrm>
            <a:off x="682833" y="3193115"/>
            <a:ext cx="404883" cy="536723"/>
            <a:chOff x="1869848" y="-91796"/>
            <a:chExt cx="1515808" cy="2009394"/>
          </a:xfrm>
        </p:grpSpPr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1381599B-7D15-4CC1-9691-93385F771ED7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5C3F501E-6534-43E5-8184-CE4D44AD7392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9A4CA7DD-1B1E-4A12-B370-E9B4E6DC2B47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72C7BA74-270E-4DC3-A689-84A422632FA1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14D025DF-DF22-43F5-B391-ADB66E8AF392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209" name="Graphic 69">
            <a:extLst>
              <a:ext uri="{FF2B5EF4-FFF2-40B4-BE49-F238E27FC236}">
                <a16:creationId xmlns:a16="http://schemas.microsoft.com/office/drawing/2014/main" id="{DAB29A8F-CEC5-4F7D-839D-5D163A61F4BD}"/>
              </a:ext>
            </a:extLst>
          </p:cNvPr>
          <p:cNvGrpSpPr/>
          <p:nvPr/>
        </p:nvGrpSpPr>
        <p:grpSpPr>
          <a:xfrm>
            <a:off x="1139567" y="3127621"/>
            <a:ext cx="415966" cy="602757"/>
            <a:chOff x="5320703" y="3652300"/>
            <a:chExt cx="1355534" cy="1964239"/>
          </a:xfrm>
        </p:grpSpPr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FA4F8CDE-8D80-425F-8077-68D9B019833C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ECB50DA0-6559-460C-95EC-FA096392F650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350F594-C48D-4359-95AC-6E9B562EC4AD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0D78FD5D-8A2A-449B-9FBC-C09C82976FF4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9CCEF9BA-6F2A-474B-89FC-7F663036235D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191" name="Graphic 45">
            <a:extLst>
              <a:ext uri="{FF2B5EF4-FFF2-40B4-BE49-F238E27FC236}">
                <a16:creationId xmlns:a16="http://schemas.microsoft.com/office/drawing/2014/main" id="{01E5C3DD-EDA0-4651-A354-349326EFE37A}"/>
              </a:ext>
            </a:extLst>
          </p:cNvPr>
          <p:cNvGrpSpPr/>
          <p:nvPr/>
        </p:nvGrpSpPr>
        <p:grpSpPr>
          <a:xfrm>
            <a:off x="7086960" y="2833686"/>
            <a:ext cx="404883" cy="536723"/>
            <a:chOff x="1869848" y="-91796"/>
            <a:chExt cx="1515808" cy="2009394"/>
          </a:xfrm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D8B944F-40DA-4E7A-9342-0DCF31921819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DFB62D54-53C1-44AB-9A67-0E9723FF5B12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5684B2F1-FC3F-44A6-A448-CC7DAF0DC59C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64A78A4-1285-4ED2-BFD6-C66362BEDCB1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1372406-3B52-4323-AA2E-B4D17FE90794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197" name="Graphic 69">
            <a:extLst>
              <a:ext uri="{FF2B5EF4-FFF2-40B4-BE49-F238E27FC236}">
                <a16:creationId xmlns:a16="http://schemas.microsoft.com/office/drawing/2014/main" id="{89947F69-FA3F-4AEA-A9F8-DC0BDE726AFB}"/>
              </a:ext>
            </a:extLst>
          </p:cNvPr>
          <p:cNvGrpSpPr/>
          <p:nvPr/>
        </p:nvGrpSpPr>
        <p:grpSpPr>
          <a:xfrm>
            <a:off x="7543694" y="2735669"/>
            <a:ext cx="415966" cy="602757"/>
            <a:chOff x="5320703" y="3652300"/>
            <a:chExt cx="1355534" cy="1964239"/>
          </a:xfrm>
        </p:grpSpPr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F594043-6056-4CCE-A9B9-ADA9D07EF932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33FC33E7-7008-4808-A569-98204FD9AC3A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2B0E018-3C39-43D0-8BCD-AD842DBFCF8F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C4FA035-9010-44EB-9079-35F641DC75BB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BA93F199-5002-4499-88A0-6C7E62FE4138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132C406-390E-4925-915B-22A70F70A20C}"/>
              </a:ext>
            </a:extLst>
          </p:cNvPr>
          <p:cNvGrpSpPr/>
          <p:nvPr/>
        </p:nvGrpSpPr>
        <p:grpSpPr>
          <a:xfrm>
            <a:off x="-195943" y="1089025"/>
            <a:ext cx="12583886" cy="5146672"/>
            <a:chOff x="-195943" y="1162053"/>
            <a:chExt cx="12583886" cy="5146672"/>
          </a:xfrm>
        </p:grpSpPr>
        <p:sp>
          <p:nvSpPr>
            <p:cNvPr id="3" name="Google Shape;328;p10">
              <a:extLst>
                <a:ext uri="{FF2B5EF4-FFF2-40B4-BE49-F238E27FC236}">
                  <a16:creationId xmlns:a16="http://schemas.microsoft.com/office/drawing/2014/main" id="{418BE775-5C6F-4D6A-91B0-EACF82B69493}"/>
                </a:ext>
              </a:extLst>
            </p:cNvPr>
            <p:cNvSpPr/>
            <p:nvPr/>
          </p:nvSpPr>
          <p:spPr>
            <a:xfrm flipH="1">
              <a:off x="-177567" y="1162053"/>
              <a:ext cx="12550419" cy="5146672"/>
            </a:xfrm>
            <a:custGeom>
              <a:avLst/>
              <a:gdLst/>
              <a:ahLst/>
              <a:cxnLst/>
              <a:rect l="l" t="t" r="r" b="b"/>
              <a:pathLst>
                <a:path w="7143750" h="2929508" extrusionOk="0">
                  <a:moveTo>
                    <a:pt x="7143750" y="1498187"/>
                  </a:moveTo>
                  <a:lnTo>
                    <a:pt x="6043517" y="1498187"/>
                  </a:lnTo>
                  <a:lnTo>
                    <a:pt x="6043517" y="764858"/>
                  </a:lnTo>
                  <a:cubicBezTo>
                    <a:pt x="6043517" y="343091"/>
                    <a:pt x="5700427" y="0"/>
                    <a:pt x="5278660" y="0"/>
                  </a:cubicBezTo>
                  <a:cubicBezTo>
                    <a:pt x="4856893" y="0"/>
                    <a:pt x="4513803" y="343091"/>
                    <a:pt x="4513803" y="764858"/>
                  </a:cubicBezTo>
                  <a:lnTo>
                    <a:pt x="4513803" y="1123950"/>
                  </a:lnTo>
                  <a:cubicBezTo>
                    <a:pt x="4513803" y="1545717"/>
                    <a:pt x="4856893" y="1888808"/>
                    <a:pt x="5278660" y="1888808"/>
                  </a:cubicBezTo>
                  <a:lnTo>
                    <a:pt x="5647278" y="1888808"/>
                  </a:lnTo>
                  <a:cubicBezTo>
                    <a:pt x="5602605" y="2254663"/>
                    <a:pt x="5290280" y="2538984"/>
                    <a:pt x="4912519" y="2538984"/>
                  </a:cubicBezTo>
                  <a:cubicBezTo>
                    <a:pt x="4504278" y="2538984"/>
                    <a:pt x="4172045" y="2206847"/>
                    <a:pt x="4172045" y="1798511"/>
                  </a:cubicBezTo>
                  <a:lnTo>
                    <a:pt x="4172045" y="1130999"/>
                  </a:lnTo>
                  <a:cubicBezTo>
                    <a:pt x="4172045" y="507397"/>
                    <a:pt x="3664649" y="0"/>
                    <a:pt x="3041047" y="0"/>
                  </a:cubicBezTo>
                  <a:cubicBezTo>
                    <a:pt x="2417445" y="0"/>
                    <a:pt x="1910048" y="507302"/>
                    <a:pt x="1910048" y="1130999"/>
                  </a:cubicBezTo>
                  <a:lnTo>
                    <a:pt x="1910048" y="1279208"/>
                  </a:lnTo>
                  <a:lnTo>
                    <a:pt x="1686020" y="1279208"/>
                  </a:lnTo>
                  <a:cubicBezTo>
                    <a:pt x="1281398" y="1279208"/>
                    <a:pt x="952214" y="1608392"/>
                    <a:pt x="952214" y="2013014"/>
                  </a:cubicBezTo>
                  <a:cubicBezTo>
                    <a:pt x="952214" y="2202275"/>
                    <a:pt x="798195" y="2356295"/>
                    <a:pt x="608933" y="2356295"/>
                  </a:cubicBezTo>
                  <a:lnTo>
                    <a:pt x="0" y="2356295"/>
                  </a:lnTo>
                  <a:lnTo>
                    <a:pt x="0" y="2746820"/>
                  </a:lnTo>
                  <a:lnTo>
                    <a:pt x="609029" y="2746820"/>
                  </a:lnTo>
                  <a:cubicBezTo>
                    <a:pt x="1013651" y="2746820"/>
                    <a:pt x="1342835" y="2417636"/>
                    <a:pt x="1342835" y="2013014"/>
                  </a:cubicBezTo>
                  <a:cubicBezTo>
                    <a:pt x="1342835" y="1823752"/>
                    <a:pt x="1496854" y="1669733"/>
                    <a:pt x="1686116" y="1669733"/>
                  </a:cubicBezTo>
                  <a:lnTo>
                    <a:pt x="1910143" y="1669733"/>
                  </a:lnTo>
                  <a:lnTo>
                    <a:pt x="1910143" y="2104358"/>
                  </a:lnTo>
                  <a:cubicBezTo>
                    <a:pt x="1910143" y="2559368"/>
                    <a:pt x="2280285" y="2929509"/>
                    <a:pt x="2735295" y="2929509"/>
                  </a:cubicBezTo>
                  <a:cubicBezTo>
                    <a:pt x="3190304" y="2929509"/>
                    <a:pt x="3560445" y="2559368"/>
                    <a:pt x="3560445" y="2104358"/>
                  </a:cubicBezTo>
                  <a:cubicBezTo>
                    <a:pt x="3560445" y="1649349"/>
                    <a:pt x="3190304" y="1279208"/>
                    <a:pt x="2735295" y="1279208"/>
                  </a:cubicBezTo>
                  <a:lnTo>
                    <a:pt x="2300669" y="1279208"/>
                  </a:lnTo>
                  <a:lnTo>
                    <a:pt x="2300669" y="1130999"/>
                  </a:lnTo>
                  <a:cubicBezTo>
                    <a:pt x="2300669" y="722662"/>
                    <a:pt x="2632805" y="390525"/>
                    <a:pt x="3041142" y="390525"/>
                  </a:cubicBezTo>
                  <a:cubicBezTo>
                    <a:pt x="3449384" y="390525"/>
                    <a:pt x="3781616" y="722662"/>
                    <a:pt x="3781616" y="1130999"/>
                  </a:cubicBezTo>
                  <a:lnTo>
                    <a:pt x="3781616" y="1798511"/>
                  </a:lnTo>
                  <a:cubicBezTo>
                    <a:pt x="3781616" y="2422112"/>
                    <a:pt x="4289013" y="2929509"/>
                    <a:pt x="4912614" y="2929509"/>
                  </a:cubicBezTo>
                  <a:cubicBezTo>
                    <a:pt x="5505831" y="2929509"/>
                    <a:pt x="5993893" y="2470404"/>
                    <a:pt x="6039993" y="1888808"/>
                  </a:cubicBezTo>
                  <a:lnTo>
                    <a:pt x="7143750" y="1888808"/>
                  </a:lnTo>
                  <a:lnTo>
                    <a:pt x="7143750" y="1498187"/>
                  </a:lnTo>
                  <a:close/>
                  <a:moveTo>
                    <a:pt x="3169920" y="2104358"/>
                  </a:moveTo>
                  <a:cubicBezTo>
                    <a:pt x="3169920" y="2344007"/>
                    <a:pt x="2974943" y="2538984"/>
                    <a:pt x="2735295" y="2538984"/>
                  </a:cubicBezTo>
                  <a:cubicBezTo>
                    <a:pt x="2495645" y="2538984"/>
                    <a:pt x="2300669" y="2344007"/>
                    <a:pt x="2300669" y="2104358"/>
                  </a:cubicBezTo>
                  <a:lnTo>
                    <a:pt x="2300669" y="1669733"/>
                  </a:lnTo>
                  <a:lnTo>
                    <a:pt x="2735295" y="1669733"/>
                  </a:lnTo>
                  <a:cubicBezTo>
                    <a:pt x="2974943" y="1669733"/>
                    <a:pt x="3169920" y="1864614"/>
                    <a:pt x="3169920" y="2104358"/>
                  </a:cubicBezTo>
                  <a:close/>
                  <a:moveTo>
                    <a:pt x="4904328" y="1123950"/>
                  </a:moveTo>
                  <a:lnTo>
                    <a:pt x="4904328" y="764858"/>
                  </a:lnTo>
                  <a:cubicBezTo>
                    <a:pt x="4904328" y="558451"/>
                    <a:pt x="5072253" y="390525"/>
                    <a:pt x="5278660" y="390525"/>
                  </a:cubicBezTo>
                  <a:cubicBezTo>
                    <a:pt x="5485067" y="390525"/>
                    <a:pt x="5652992" y="558451"/>
                    <a:pt x="5652992" y="764858"/>
                  </a:cubicBezTo>
                  <a:lnTo>
                    <a:pt x="5652992" y="1498187"/>
                  </a:lnTo>
                  <a:lnTo>
                    <a:pt x="5278660" y="1498187"/>
                  </a:lnTo>
                  <a:cubicBezTo>
                    <a:pt x="5072253" y="1498187"/>
                    <a:pt x="4904328" y="1330357"/>
                    <a:pt x="4904328" y="112395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4" name="Google Shape;329;p10">
              <a:extLst>
                <a:ext uri="{FF2B5EF4-FFF2-40B4-BE49-F238E27FC236}">
                  <a16:creationId xmlns:a16="http://schemas.microsoft.com/office/drawing/2014/main" id="{67AA6183-B48F-4DDF-B155-56E829D260E3}"/>
                </a:ext>
              </a:extLst>
            </p:cNvPr>
            <p:cNvGrpSpPr/>
            <p:nvPr/>
          </p:nvGrpSpPr>
          <p:grpSpPr>
            <a:xfrm flipH="1">
              <a:off x="-195943" y="1505711"/>
              <a:ext cx="12583886" cy="4494045"/>
              <a:chOff x="2514600" y="2267238"/>
              <a:chExt cx="7162800" cy="2558030"/>
            </a:xfrm>
            <a:effectLst/>
          </p:grpSpPr>
          <p:sp>
            <p:nvSpPr>
              <p:cNvPr id="5" name="Google Shape;330;p10">
                <a:extLst>
                  <a:ext uri="{FF2B5EF4-FFF2-40B4-BE49-F238E27FC236}">
                    <a16:creationId xmlns:a16="http://schemas.microsoft.com/office/drawing/2014/main" id="{C5C1CCD2-79ED-459F-B199-6CA33DE475B0}"/>
                  </a:ext>
                </a:extLst>
              </p:cNvPr>
              <p:cNvSpPr/>
              <p:nvPr/>
            </p:nvSpPr>
            <p:spPr>
              <a:xfrm>
                <a:off x="6028869" y="2395558"/>
                <a:ext cx="82689" cy="59986"/>
              </a:xfrm>
              <a:custGeom>
                <a:avLst/>
                <a:gdLst/>
                <a:ahLst/>
                <a:cxnLst/>
                <a:rect l="l" t="t" r="r" b="b"/>
                <a:pathLst>
                  <a:path w="82689" h="59986" extrusionOk="0">
                    <a:moveTo>
                      <a:pt x="14362" y="1312"/>
                    </a:moveTo>
                    <a:cubicBezTo>
                      <a:pt x="9790" y="-1355"/>
                      <a:pt x="3979" y="169"/>
                      <a:pt x="1312" y="4741"/>
                    </a:cubicBezTo>
                    <a:cubicBezTo>
                      <a:pt x="-1355" y="9313"/>
                      <a:pt x="169" y="15124"/>
                      <a:pt x="4741" y="17791"/>
                    </a:cubicBezTo>
                    <a:cubicBezTo>
                      <a:pt x="26173" y="30364"/>
                      <a:pt x="47318" y="43984"/>
                      <a:pt x="67702" y="58272"/>
                    </a:cubicBezTo>
                    <a:cubicBezTo>
                      <a:pt x="69321" y="59415"/>
                      <a:pt x="71321" y="59986"/>
                      <a:pt x="73131" y="59986"/>
                    </a:cubicBezTo>
                    <a:cubicBezTo>
                      <a:pt x="76179" y="59986"/>
                      <a:pt x="79036" y="58558"/>
                      <a:pt x="80941" y="55891"/>
                    </a:cubicBezTo>
                    <a:cubicBezTo>
                      <a:pt x="83989" y="51604"/>
                      <a:pt x="82942" y="45604"/>
                      <a:pt x="78655" y="42651"/>
                    </a:cubicBezTo>
                    <a:cubicBezTo>
                      <a:pt x="57795" y="28078"/>
                      <a:pt x="36174" y="14171"/>
                      <a:pt x="14362" y="13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" name="Google Shape;331;p10">
                <a:extLst>
                  <a:ext uri="{FF2B5EF4-FFF2-40B4-BE49-F238E27FC236}">
                    <a16:creationId xmlns:a16="http://schemas.microsoft.com/office/drawing/2014/main" id="{71AB4CE7-9CEE-426D-9E67-24A57410C505}"/>
                  </a:ext>
                </a:extLst>
              </p:cNvPr>
              <p:cNvSpPr/>
              <p:nvPr/>
            </p:nvSpPr>
            <p:spPr>
              <a:xfrm>
                <a:off x="6491382" y="3591210"/>
                <a:ext cx="19050" cy="9477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4773" extrusionOk="0">
                    <a:moveTo>
                      <a:pt x="9525" y="0"/>
                    </a:moveTo>
                    <a:cubicBezTo>
                      <a:pt x="4286" y="0"/>
                      <a:pt x="0" y="4286"/>
                      <a:pt x="0" y="9525"/>
                    </a:cubicBezTo>
                    <a:lnTo>
                      <a:pt x="0" y="85249"/>
                    </a:lnTo>
                    <a:cubicBezTo>
                      <a:pt x="0" y="90488"/>
                      <a:pt x="4286" y="94774"/>
                      <a:pt x="9525" y="94774"/>
                    </a:cubicBezTo>
                    <a:cubicBezTo>
                      <a:pt x="14764" y="94774"/>
                      <a:pt x="19050" y="90488"/>
                      <a:pt x="19050" y="85249"/>
                    </a:cubicBezTo>
                    <a:lnTo>
                      <a:pt x="19050" y="9525"/>
                    </a:lnTo>
                    <a:cubicBezTo>
                      <a:pt x="19050" y="4286"/>
                      <a:pt x="14764" y="0"/>
                      <a:pt x="95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" name="Google Shape;332;p10">
                <a:extLst>
                  <a:ext uri="{FF2B5EF4-FFF2-40B4-BE49-F238E27FC236}">
                    <a16:creationId xmlns:a16="http://schemas.microsoft.com/office/drawing/2014/main" id="{80357440-406D-4EBA-8A31-ED9A222D5A42}"/>
                  </a:ext>
                </a:extLst>
              </p:cNvPr>
              <p:cNvSpPr/>
              <p:nvPr/>
            </p:nvSpPr>
            <p:spPr>
              <a:xfrm>
                <a:off x="6152596" y="2482327"/>
                <a:ext cx="75385" cy="69705"/>
              </a:xfrm>
              <a:custGeom>
                <a:avLst/>
                <a:gdLst/>
                <a:ahLst/>
                <a:cxnLst/>
                <a:rect l="l" t="t" r="r" b="b"/>
                <a:pathLst>
                  <a:path w="75385" h="69705" extrusionOk="0">
                    <a:moveTo>
                      <a:pt x="15603" y="2173"/>
                    </a:moveTo>
                    <a:cubicBezTo>
                      <a:pt x="11603" y="-1161"/>
                      <a:pt x="5507" y="-589"/>
                      <a:pt x="2173" y="3411"/>
                    </a:cubicBezTo>
                    <a:cubicBezTo>
                      <a:pt x="-1161" y="7507"/>
                      <a:pt x="-589" y="13508"/>
                      <a:pt x="3411" y="16841"/>
                    </a:cubicBezTo>
                    <a:cubicBezTo>
                      <a:pt x="22556" y="32748"/>
                      <a:pt x="41321" y="49607"/>
                      <a:pt x="59132" y="66943"/>
                    </a:cubicBezTo>
                    <a:cubicBezTo>
                      <a:pt x="60942" y="68753"/>
                      <a:pt x="63419" y="69705"/>
                      <a:pt x="65800" y="69705"/>
                    </a:cubicBezTo>
                    <a:cubicBezTo>
                      <a:pt x="68276" y="69705"/>
                      <a:pt x="70753" y="68753"/>
                      <a:pt x="72658" y="66848"/>
                    </a:cubicBezTo>
                    <a:cubicBezTo>
                      <a:pt x="76373" y="63133"/>
                      <a:pt x="76278" y="57037"/>
                      <a:pt x="72467" y="53417"/>
                    </a:cubicBezTo>
                    <a:cubicBezTo>
                      <a:pt x="54275" y="35606"/>
                      <a:pt x="35129" y="18365"/>
                      <a:pt x="15603" y="217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" name="Google Shape;333;p10">
                <a:extLst>
                  <a:ext uri="{FF2B5EF4-FFF2-40B4-BE49-F238E27FC236}">
                    <a16:creationId xmlns:a16="http://schemas.microsoft.com/office/drawing/2014/main" id="{545228DE-DBD6-4F87-9E8C-3780D8808389}"/>
                  </a:ext>
                </a:extLst>
              </p:cNvPr>
              <p:cNvSpPr/>
              <p:nvPr/>
            </p:nvSpPr>
            <p:spPr>
              <a:xfrm>
                <a:off x="5747790" y="2287013"/>
                <a:ext cx="92388" cy="37562"/>
              </a:xfrm>
              <a:custGeom>
                <a:avLst/>
                <a:gdLst/>
                <a:ahLst/>
                <a:cxnLst/>
                <a:rect l="l" t="t" r="r" b="b"/>
                <a:pathLst>
                  <a:path w="92388" h="37562" extrusionOk="0">
                    <a:moveTo>
                      <a:pt x="7595" y="18894"/>
                    </a:moveTo>
                    <a:cubicBezTo>
                      <a:pt x="31884" y="23942"/>
                      <a:pt x="56268" y="30133"/>
                      <a:pt x="80176" y="37182"/>
                    </a:cubicBezTo>
                    <a:cubicBezTo>
                      <a:pt x="81033" y="37467"/>
                      <a:pt x="81986" y="37563"/>
                      <a:pt x="82843" y="37563"/>
                    </a:cubicBezTo>
                    <a:cubicBezTo>
                      <a:pt x="86939" y="37563"/>
                      <a:pt x="90749" y="34896"/>
                      <a:pt x="91987" y="30705"/>
                    </a:cubicBezTo>
                    <a:cubicBezTo>
                      <a:pt x="93511" y="25656"/>
                      <a:pt x="90558" y="20322"/>
                      <a:pt x="85510" y="18894"/>
                    </a:cubicBezTo>
                    <a:cubicBezTo>
                      <a:pt x="61126" y="11655"/>
                      <a:pt x="36170" y="5463"/>
                      <a:pt x="11406" y="225"/>
                    </a:cubicBezTo>
                    <a:cubicBezTo>
                      <a:pt x="6167" y="-918"/>
                      <a:pt x="1214" y="2415"/>
                      <a:pt x="166" y="7654"/>
                    </a:cubicBezTo>
                    <a:cubicBezTo>
                      <a:pt x="-787" y="12798"/>
                      <a:pt x="2452" y="17751"/>
                      <a:pt x="7595" y="188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9" name="Google Shape;334;p10">
                <a:extLst>
                  <a:ext uri="{FF2B5EF4-FFF2-40B4-BE49-F238E27FC236}">
                    <a16:creationId xmlns:a16="http://schemas.microsoft.com/office/drawing/2014/main" id="{A994B4C9-A177-49A9-8C9B-D2EDA04CB8C7}"/>
                  </a:ext>
                </a:extLst>
              </p:cNvPr>
              <p:cNvSpPr/>
              <p:nvPr/>
            </p:nvSpPr>
            <p:spPr>
              <a:xfrm>
                <a:off x="5892855" y="2329837"/>
                <a:ext cx="88361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88361" h="49125" extrusionOk="0">
                    <a:moveTo>
                      <a:pt x="82940" y="31028"/>
                    </a:moveTo>
                    <a:cubicBezTo>
                      <a:pt x="60080" y="19979"/>
                      <a:pt x="36457" y="9787"/>
                      <a:pt x="12931" y="643"/>
                    </a:cubicBezTo>
                    <a:cubicBezTo>
                      <a:pt x="8073" y="-1262"/>
                      <a:pt x="2548" y="1215"/>
                      <a:pt x="643" y="6073"/>
                    </a:cubicBezTo>
                    <a:cubicBezTo>
                      <a:pt x="-1261" y="11026"/>
                      <a:pt x="1215" y="16550"/>
                      <a:pt x="6073" y="18360"/>
                    </a:cubicBezTo>
                    <a:cubicBezTo>
                      <a:pt x="29218" y="27313"/>
                      <a:pt x="52269" y="37315"/>
                      <a:pt x="74748" y="48173"/>
                    </a:cubicBezTo>
                    <a:cubicBezTo>
                      <a:pt x="76082" y="48840"/>
                      <a:pt x="77510" y="49126"/>
                      <a:pt x="78844" y="49126"/>
                    </a:cubicBezTo>
                    <a:cubicBezTo>
                      <a:pt x="82368" y="49126"/>
                      <a:pt x="85797" y="47125"/>
                      <a:pt x="87416" y="43696"/>
                    </a:cubicBezTo>
                    <a:cubicBezTo>
                      <a:pt x="89702" y="39029"/>
                      <a:pt x="87702" y="33314"/>
                      <a:pt x="82940" y="310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" name="Google Shape;335;p10">
                <a:extLst>
                  <a:ext uri="{FF2B5EF4-FFF2-40B4-BE49-F238E27FC236}">
                    <a16:creationId xmlns:a16="http://schemas.microsoft.com/office/drawing/2014/main" id="{B2A5BF28-080D-44E7-AC78-1A585FAFBA53}"/>
                  </a:ext>
                </a:extLst>
              </p:cNvPr>
              <p:cNvSpPr/>
              <p:nvPr/>
            </p:nvSpPr>
            <p:spPr>
              <a:xfrm>
                <a:off x="6489071" y="3137233"/>
                <a:ext cx="21361" cy="94598"/>
              </a:xfrm>
              <a:custGeom>
                <a:avLst/>
                <a:gdLst/>
                <a:ahLst/>
                <a:cxnLst/>
                <a:rect l="l" t="t" r="r" b="b"/>
                <a:pathLst>
                  <a:path w="21361" h="94598" extrusionOk="0">
                    <a:moveTo>
                      <a:pt x="2311" y="85073"/>
                    </a:moveTo>
                    <a:cubicBezTo>
                      <a:pt x="2311" y="90312"/>
                      <a:pt x="6597" y="94598"/>
                      <a:pt x="11836" y="94598"/>
                    </a:cubicBezTo>
                    <a:cubicBezTo>
                      <a:pt x="17075" y="94598"/>
                      <a:pt x="21361" y="90312"/>
                      <a:pt x="21361" y="85073"/>
                    </a:cubicBezTo>
                    <a:lnTo>
                      <a:pt x="21361" y="75262"/>
                    </a:lnTo>
                    <a:cubicBezTo>
                      <a:pt x="21361" y="53164"/>
                      <a:pt x="20599" y="30781"/>
                      <a:pt x="19075" y="8873"/>
                    </a:cubicBezTo>
                    <a:cubicBezTo>
                      <a:pt x="18694" y="3634"/>
                      <a:pt x="13932" y="-271"/>
                      <a:pt x="8884" y="15"/>
                    </a:cubicBezTo>
                    <a:cubicBezTo>
                      <a:pt x="3645" y="396"/>
                      <a:pt x="-356" y="4968"/>
                      <a:pt x="25" y="10207"/>
                    </a:cubicBezTo>
                    <a:cubicBezTo>
                      <a:pt x="1549" y="31733"/>
                      <a:pt x="2311" y="53545"/>
                      <a:pt x="2311" y="75262"/>
                    </a:cubicBezTo>
                    <a:lnTo>
                      <a:pt x="2311" y="850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" name="Google Shape;336;p10">
                <a:extLst>
                  <a:ext uri="{FF2B5EF4-FFF2-40B4-BE49-F238E27FC236}">
                    <a16:creationId xmlns:a16="http://schemas.microsoft.com/office/drawing/2014/main" id="{EDCA04BB-D735-43C1-8D2B-6029AC2EAEEA}"/>
                  </a:ext>
                </a:extLst>
              </p:cNvPr>
              <p:cNvSpPr/>
              <p:nvPr/>
            </p:nvSpPr>
            <p:spPr>
              <a:xfrm>
                <a:off x="5597923" y="2268078"/>
                <a:ext cx="94388" cy="25541"/>
              </a:xfrm>
              <a:custGeom>
                <a:avLst/>
                <a:gdLst/>
                <a:ahLst/>
                <a:cxnLst/>
                <a:rect l="l" t="t" r="r" b="b"/>
                <a:pathLst>
                  <a:path w="94388" h="25541" extrusionOk="0">
                    <a:moveTo>
                      <a:pt x="9063" y="19159"/>
                    </a:moveTo>
                    <a:cubicBezTo>
                      <a:pt x="33923" y="20302"/>
                      <a:pt x="59069" y="22398"/>
                      <a:pt x="83644" y="25446"/>
                    </a:cubicBezTo>
                    <a:cubicBezTo>
                      <a:pt x="84025" y="25541"/>
                      <a:pt x="84501" y="25541"/>
                      <a:pt x="84882" y="25541"/>
                    </a:cubicBezTo>
                    <a:cubicBezTo>
                      <a:pt x="89644" y="25541"/>
                      <a:pt x="93740" y="22017"/>
                      <a:pt x="94312" y="17159"/>
                    </a:cubicBezTo>
                    <a:cubicBezTo>
                      <a:pt x="94978" y="11920"/>
                      <a:pt x="91264" y="7158"/>
                      <a:pt x="86025" y="6491"/>
                    </a:cubicBezTo>
                    <a:cubicBezTo>
                      <a:pt x="60879" y="3348"/>
                      <a:pt x="35257" y="1157"/>
                      <a:pt x="9920" y="14"/>
                    </a:cubicBezTo>
                    <a:cubicBezTo>
                      <a:pt x="4967" y="-272"/>
                      <a:pt x="205" y="3824"/>
                      <a:pt x="14" y="9063"/>
                    </a:cubicBezTo>
                    <a:cubicBezTo>
                      <a:pt x="-272" y="14492"/>
                      <a:pt x="3824" y="18969"/>
                      <a:pt x="9063" y="191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" name="Google Shape;337;p10">
                <a:extLst>
                  <a:ext uri="{FF2B5EF4-FFF2-40B4-BE49-F238E27FC236}">
                    <a16:creationId xmlns:a16="http://schemas.microsoft.com/office/drawing/2014/main" id="{0F76CD98-3192-4B25-B75D-DF55F35C459B}"/>
                  </a:ext>
                </a:extLst>
              </p:cNvPr>
              <p:cNvSpPr/>
              <p:nvPr/>
            </p:nvSpPr>
            <p:spPr>
              <a:xfrm>
                <a:off x="6350786" y="2709378"/>
                <a:ext cx="56395" cy="84875"/>
              </a:xfrm>
              <a:custGeom>
                <a:avLst/>
                <a:gdLst/>
                <a:ahLst/>
                <a:cxnLst/>
                <a:rect l="l" t="t" r="r" b="b"/>
                <a:pathLst>
                  <a:path w="56395" h="84875" extrusionOk="0">
                    <a:moveTo>
                      <a:pt x="17629" y="4484"/>
                    </a:moveTo>
                    <a:cubicBezTo>
                      <a:pt x="14866" y="7"/>
                      <a:pt x="8961" y="-1326"/>
                      <a:pt x="4484" y="1436"/>
                    </a:cubicBezTo>
                    <a:cubicBezTo>
                      <a:pt x="7" y="4198"/>
                      <a:pt x="-1326" y="10104"/>
                      <a:pt x="1436" y="14581"/>
                    </a:cubicBezTo>
                    <a:cubicBezTo>
                      <a:pt x="14581" y="35726"/>
                      <a:pt x="27058" y="57634"/>
                      <a:pt x="38393" y="79732"/>
                    </a:cubicBezTo>
                    <a:cubicBezTo>
                      <a:pt x="40108" y="82970"/>
                      <a:pt x="43441" y="84875"/>
                      <a:pt x="46870" y="84875"/>
                    </a:cubicBezTo>
                    <a:cubicBezTo>
                      <a:pt x="48299" y="84875"/>
                      <a:pt x="49823" y="84494"/>
                      <a:pt x="51252" y="83827"/>
                    </a:cubicBezTo>
                    <a:cubicBezTo>
                      <a:pt x="55919" y="81446"/>
                      <a:pt x="57729" y="75636"/>
                      <a:pt x="55348" y="70969"/>
                    </a:cubicBezTo>
                    <a:cubicBezTo>
                      <a:pt x="43727" y="48490"/>
                      <a:pt x="31059" y="26106"/>
                      <a:pt x="17629" y="448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" name="Google Shape;338;p10">
                <a:extLst>
                  <a:ext uri="{FF2B5EF4-FFF2-40B4-BE49-F238E27FC236}">
                    <a16:creationId xmlns:a16="http://schemas.microsoft.com/office/drawing/2014/main" id="{B58125A4-705F-473C-94D6-F4349923550F}"/>
                  </a:ext>
                </a:extLst>
              </p:cNvPr>
              <p:cNvSpPr/>
              <p:nvPr/>
            </p:nvSpPr>
            <p:spPr>
              <a:xfrm>
                <a:off x="6466538" y="2987722"/>
                <a:ext cx="33329" cy="93328"/>
              </a:xfrm>
              <a:custGeom>
                <a:avLst/>
                <a:gdLst/>
                <a:ahLst/>
                <a:cxnLst/>
                <a:rect l="l" t="t" r="r" b="b"/>
                <a:pathLst>
                  <a:path w="33329" h="93328" extrusionOk="0">
                    <a:moveTo>
                      <a:pt x="25225" y="93234"/>
                    </a:moveTo>
                    <a:cubicBezTo>
                      <a:pt x="30464" y="92472"/>
                      <a:pt x="33988" y="87614"/>
                      <a:pt x="33226" y="82375"/>
                    </a:cubicBezTo>
                    <a:cubicBezTo>
                      <a:pt x="29416" y="57229"/>
                      <a:pt x="24559" y="31988"/>
                      <a:pt x="18748" y="7318"/>
                    </a:cubicBezTo>
                    <a:cubicBezTo>
                      <a:pt x="17510" y="2175"/>
                      <a:pt x="12367" y="-969"/>
                      <a:pt x="7318" y="270"/>
                    </a:cubicBezTo>
                    <a:cubicBezTo>
                      <a:pt x="2175" y="1508"/>
                      <a:pt x="-969" y="6556"/>
                      <a:pt x="270" y="11700"/>
                    </a:cubicBezTo>
                    <a:cubicBezTo>
                      <a:pt x="5985" y="35893"/>
                      <a:pt x="10747" y="60563"/>
                      <a:pt x="14462" y="85233"/>
                    </a:cubicBezTo>
                    <a:cubicBezTo>
                      <a:pt x="15224" y="89995"/>
                      <a:pt x="19225" y="93329"/>
                      <a:pt x="23892" y="93329"/>
                    </a:cubicBezTo>
                    <a:cubicBezTo>
                      <a:pt x="24273" y="93329"/>
                      <a:pt x="24749" y="93329"/>
                      <a:pt x="25225" y="9323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" name="Google Shape;339;p10">
                <a:extLst>
                  <a:ext uri="{FF2B5EF4-FFF2-40B4-BE49-F238E27FC236}">
                    <a16:creationId xmlns:a16="http://schemas.microsoft.com/office/drawing/2014/main" id="{B989D552-F5EF-4B51-B75D-8E98F7A507E6}"/>
                  </a:ext>
                </a:extLst>
              </p:cNvPr>
              <p:cNvSpPr/>
              <p:nvPr/>
            </p:nvSpPr>
            <p:spPr>
              <a:xfrm>
                <a:off x="6419983" y="2843917"/>
                <a:ext cx="45201" cy="90068"/>
              </a:xfrm>
              <a:custGeom>
                <a:avLst/>
                <a:gdLst/>
                <a:ahLst/>
                <a:cxnLst/>
                <a:rect l="l" t="t" r="r" b="b"/>
                <a:pathLst>
                  <a:path w="45201" h="90068" extrusionOk="0">
                    <a:moveTo>
                      <a:pt x="18345" y="5867"/>
                    </a:moveTo>
                    <a:cubicBezTo>
                      <a:pt x="16345" y="1009"/>
                      <a:pt x="10820" y="-1277"/>
                      <a:pt x="5867" y="724"/>
                    </a:cubicBezTo>
                    <a:cubicBezTo>
                      <a:pt x="1009" y="2724"/>
                      <a:pt x="-1277" y="8344"/>
                      <a:pt x="724" y="13201"/>
                    </a:cubicBezTo>
                    <a:cubicBezTo>
                      <a:pt x="10344" y="36252"/>
                      <a:pt x="19012" y="59874"/>
                      <a:pt x="26632" y="83496"/>
                    </a:cubicBezTo>
                    <a:cubicBezTo>
                      <a:pt x="27965" y="87496"/>
                      <a:pt x="31680" y="90068"/>
                      <a:pt x="35680" y="90068"/>
                    </a:cubicBezTo>
                    <a:cubicBezTo>
                      <a:pt x="36633" y="90068"/>
                      <a:pt x="37681" y="89877"/>
                      <a:pt x="38633" y="89592"/>
                    </a:cubicBezTo>
                    <a:cubicBezTo>
                      <a:pt x="43681" y="87973"/>
                      <a:pt x="46348" y="82639"/>
                      <a:pt x="44729" y="77590"/>
                    </a:cubicBezTo>
                    <a:cubicBezTo>
                      <a:pt x="37014" y="53492"/>
                      <a:pt x="28156" y="29394"/>
                      <a:pt x="18345" y="586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5" name="Google Shape;340;p10">
                <a:extLst>
                  <a:ext uri="{FF2B5EF4-FFF2-40B4-BE49-F238E27FC236}">
                    <a16:creationId xmlns:a16="http://schemas.microsoft.com/office/drawing/2014/main" id="{E9238360-5B8D-4ECB-8C82-9F67811B29E4}"/>
                  </a:ext>
                </a:extLst>
              </p:cNvPr>
              <p:cNvSpPr/>
              <p:nvPr/>
            </p:nvSpPr>
            <p:spPr>
              <a:xfrm>
                <a:off x="6260831" y="2587800"/>
                <a:ext cx="66391" cy="78055"/>
              </a:xfrm>
              <a:custGeom>
                <a:avLst/>
                <a:gdLst/>
                <a:ahLst/>
                <a:cxnLst/>
                <a:rect l="l" t="t" r="r" b="b"/>
                <a:pathLst>
                  <a:path w="66391" h="78055" extrusionOk="0">
                    <a:moveTo>
                      <a:pt x="16715" y="3285"/>
                    </a:moveTo>
                    <a:cubicBezTo>
                      <a:pt x="13191" y="-716"/>
                      <a:pt x="7190" y="-1097"/>
                      <a:pt x="3285" y="2332"/>
                    </a:cubicBezTo>
                    <a:cubicBezTo>
                      <a:pt x="-716" y="5761"/>
                      <a:pt x="-1097" y="11762"/>
                      <a:pt x="2332" y="15762"/>
                    </a:cubicBezTo>
                    <a:cubicBezTo>
                      <a:pt x="18715" y="34527"/>
                      <a:pt x="34527" y="54148"/>
                      <a:pt x="49291" y="74151"/>
                    </a:cubicBezTo>
                    <a:cubicBezTo>
                      <a:pt x="51195" y="76722"/>
                      <a:pt x="54053" y="78056"/>
                      <a:pt x="56910" y="78056"/>
                    </a:cubicBezTo>
                    <a:cubicBezTo>
                      <a:pt x="58911" y="78056"/>
                      <a:pt x="60911" y="77484"/>
                      <a:pt x="62530" y="76151"/>
                    </a:cubicBezTo>
                    <a:cubicBezTo>
                      <a:pt x="66721" y="73008"/>
                      <a:pt x="67674" y="67007"/>
                      <a:pt x="64530" y="62816"/>
                    </a:cubicBezTo>
                    <a:cubicBezTo>
                      <a:pt x="49481" y="42528"/>
                      <a:pt x="33384" y="22430"/>
                      <a:pt x="16715" y="328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6" name="Google Shape;341;p10">
                <a:extLst>
                  <a:ext uri="{FF2B5EF4-FFF2-40B4-BE49-F238E27FC236}">
                    <a16:creationId xmlns:a16="http://schemas.microsoft.com/office/drawing/2014/main" id="{03232EC3-E314-4E72-8F43-5B5B65F8D7E8}"/>
                  </a:ext>
                </a:extLst>
              </p:cNvPr>
              <p:cNvSpPr/>
              <p:nvPr/>
            </p:nvSpPr>
            <p:spPr>
              <a:xfrm>
                <a:off x="4619910" y="3128364"/>
                <a:ext cx="22028" cy="94704"/>
              </a:xfrm>
              <a:custGeom>
                <a:avLst/>
                <a:gdLst/>
                <a:ahLst/>
                <a:cxnLst/>
                <a:rect l="l" t="t" r="r" b="b"/>
                <a:pathLst>
                  <a:path w="22028" h="94704" extrusionOk="0">
                    <a:moveTo>
                      <a:pt x="9620" y="94704"/>
                    </a:moveTo>
                    <a:cubicBezTo>
                      <a:pt x="14859" y="94704"/>
                      <a:pt x="19145" y="90418"/>
                      <a:pt x="19145" y="85179"/>
                    </a:cubicBezTo>
                    <a:lnTo>
                      <a:pt x="19145" y="84131"/>
                    </a:lnTo>
                    <a:cubicBezTo>
                      <a:pt x="19145" y="59557"/>
                      <a:pt x="20098" y="34697"/>
                      <a:pt x="22003" y="10313"/>
                    </a:cubicBezTo>
                    <a:cubicBezTo>
                      <a:pt x="22384" y="5074"/>
                      <a:pt x="18479" y="502"/>
                      <a:pt x="13240" y="26"/>
                    </a:cubicBezTo>
                    <a:cubicBezTo>
                      <a:pt x="8096" y="-355"/>
                      <a:pt x="3429" y="3550"/>
                      <a:pt x="2953" y="8789"/>
                    </a:cubicBezTo>
                    <a:cubicBezTo>
                      <a:pt x="953" y="33649"/>
                      <a:pt x="0" y="58985"/>
                      <a:pt x="0" y="84036"/>
                    </a:cubicBezTo>
                    <a:lnTo>
                      <a:pt x="0" y="85084"/>
                    </a:lnTo>
                    <a:cubicBezTo>
                      <a:pt x="95" y="90418"/>
                      <a:pt x="4286" y="94704"/>
                      <a:pt x="9620" y="9470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7" name="Google Shape;342;p10">
                <a:extLst>
                  <a:ext uri="{FF2B5EF4-FFF2-40B4-BE49-F238E27FC236}">
                    <a16:creationId xmlns:a16="http://schemas.microsoft.com/office/drawing/2014/main" id="{BE6536EA-8E38-4795-A9D1-D1BE8EA45C77}"/>
                  </a:ext>
                </a:extLst>
              </p:cNvPr>
              <p:cNvSpPr/>
              <p:nvPr/>
            </p:nvSpPr>
            <p:spPr>
              <a:xfrm>
                <a:off x="4620005" y="3279647"/>
                <a:ext cx="1905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80962" extrusionOk="0">
                    <a:moveTo>
                      <a:pt x="19050" y="9525"/>
                    </a:moveTo>
                    <a:cubicBezTo>
                      <a:pt x="19050" y="4286"/>
                      <a:pt x="14764" y="0"/>
                      <a:pt x="9525" y="0"/>
                    </a:cubicBezTo>
                    <a:cubicBezTo>
                      <a:pt x="4286" y="0"/>
                      <a:pt x="0" y="4286"/>
                      <a:pt x="0" y="9525"/>
                    </a:cubicBezTo>
                    <a:lnTo>
                      <a:pt x="0" y="80963"/>
                    </a:lnTo>
                    <a:lnTo>
                      <a:pt x="19050" y="80963"/>
                    </a:lnTo>
                    <a:lnTo>
                      <a:pt x="19050" y="952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8" name="Google Shape;343;p10">
                <a:extLst>
                  <a:ext uri="{FF2B5EF4-FFF2-40B4-BE49-F238E27FC236}">
                    <a16:creationId xmlns:a16="http://schemas.microsoft.com/office/drawing/2014/main" id="{DAA50E91-260A-4157-9450-54DF0F877746}"/>
                  </a:ext>
                </a:extLst>
              </p:cNvPr>
              <p:cNvSpPr/>
              <p:nvPr/>
            </p:nvSpPr>
            <p:spPr>
              <a:xfrm>
                <a:off x="4631947" y="2979244"/>
                <a:ext cx="34048" cy="93138"/>
              </a:xfrm>
              <a:custGeom>
                <a:avLst/>
                <a:gdLst/>
                <a:ahLst/>
                <a:cxnLst/>
                <a:rect l="l" t="t" r="r" b="b"/>
                <a:pathLst>
                  <a:path w="34048" h="93138" extrusionOk="0">
                    <a:moveTo>
                      <a:pt x="7966" y="93043"/>
                    </a:moveTo>
                    <a:cubicBezTo>
                      <a:pt x="8442" y="93139"/>
                      <a:pt x="9014" y="93139"/>
                      <a:pt x="9490" y="93139"/>
                    </a:cubicBezTo>
                    <a:cubicBezTo>
                      <a:pt x="14062" y="93139"/>
                      <a:pt x="18158" y="89805"/>
                      <a:pt x="18920" y="85138"/>
                    </a:cubicBezTo>
                    <a:cubicBezTo>
                      <a:pt x="22920" y="60563"/>
                      <a:pt x="27873" y="35893"/>
                      <a:pt x="33779" y="11795"/>
                    </a:cubicBezTo>
                    <a:cubicBezTo>
                      <a:pt x="35017" y="6652"/>
                      <a:pt x="31874" y="1508"/>
                      <a:pt x="26826" y="270"/>
                    </a:cubicBezTo>
                    <a:cubicBezTo>
                      <a:pt x="21777" y="-968"/>
                      <a:pt x="16538" y="2175"/>
                      <a:pt x="15300" y="7223"/>
                    </a:cubicBezTo>
                    <a:cubicBezTo>
                      <a:pt x="9300" y="31798"/>
                      <a:pt x="4156" y="57039"/>
                      <a:pt x="155" y="82090"/>
                    </a:cubicBezTo>
                    <a:cubicBezTo>
                      <a:pt x="-797" y="87328"/>
                      <a:pt x="2727" y="92186"/>
                      <a:pt x="7966" y="9304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9" name="Google Shape;344;p10">
                <a:extLst>
                  <a:ext uri="{FF2B5EF4-FFF2-40B4-BE49-F238E27FC236}">
                    <a16:creationId xmlns:a16="http://schemas.microsoft.com/office/drawing/2014/main" id="{C34562D3-4A6B-46FC-BFAF-E651BE78C859}"/>
                  </a:ext>
                </a:extLst>
              </p:cNvPr>
              <p:cNvSpPr/>
              <p:nvPr/>
            </p:nvSpPr>
            <p:spPr>
              <a:xfrm>
                <a:off x="4727194" y="2702260"/>
                <a:ext cx="57003" cy="84468"/>
              </a:xfrm>
              <a:custGeom>
                <a:avLst/>
                <a:gdLst/>
                <a:ahLst/>
                <a:cxnLst/>
                <a:rect l="l" t="t" r="r" b="b"/>
                <a:pathLst>
                  <a:path w="57003" h="84468" extrusionOk="0">
                    <a:moveTo>
                      <a:pt x="5111" y="83325"/>
                    </a:moveTo>
                    <a:cubicBezTo>
                      <a:pt x="6540" y="84087"/>
                      <a:pt x="8064" y="84468"/>
                      <a:pt x="9492" y="84468"/>
                    </a:cubicBezTo>
                    <a:cubicBezTo>
                      <a:pt x="12921" y="84468"/>
                      <a:pt x="16255" y="82659"/>
                      <a:pt x="17970" y="79420"/>
                    </a:cubicBezTo>
                    <a:cubicBezTo>
                      <a:pt x="29495" y="57417"/>
                      <a:pt x="42163" y="35700"/>
                      <a:pt x="55498" y="14650"/>
                    </a:cubicBezTo>
                    <a:cubicBezTo>
                      <a:pt x="58356" y="10173"/>
                      <a:pt x="57022" y="4363"/>
                      <a:pt x="52545" y="1506"/>
                    </a:cubicBezTo>
                    <a:cubicBezTo>
                      <a:pt x="48164" y="-1352"/>
                      <a:pt x="42258" y="-18"/>
                      <a:pt x="39401" y="4458"/>
                    </a:cubicBezTo>
                    <a:cubicBezTo>
                      <a:pt x="25780" y="25890"/>
                      <a:pt x="12921" y="48083"/>
                      <a:pt x="1110" y="70562"/>
                    </a:cubicBezTo>
                    <a:cubicBezTo>
                      <a:pt x="-1366" y="75039"/>
                      <a:pt x="444" y="80849"/>
                      <a:pt x="5111" y="833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0" name="Google Shape;345;p10">
                <a:extLst>
                  <a:ext uri="{FF2B5EF4-FFF2-40B4-BE49-F238E27FC236}">
                    <a16:creationId xmlns:a16="http://schemas.microsoft.com/office/drawing/2014/main" id="{E0031F97-E901-47FD-B287-B1257E2E2706}"/>
                  </a:ext>
                </a:extLst>
              </p:cNvPr>
              <p:cNvSpPr/>
              <p:nvPr/>
            </p:nvSpPr>
            <p:spPr>
              <a:xfrm>
                <a:off x="4668015" y="2835861"/>
                <a:ext cx="45829" cy="89741"/>
              </a:xfrm>
              <a:custGeom>
                <a:avLst/>
                <a:gdLst/>
                <a:ahLst/>
                <a:cxnLst/>
                <a:rect l="l" t="t" r="r" b="b"/>
                <a:pathLst>
                  <a:path w="45829" h="89741" extrusionOk="0">
                    <a:moveTo>
                      <a:pt x="40002" y="778"/>
                    </a:moveTo>
                    <a:cubicBezTo>
                      <a:pt x="35144" y="-1317"/>
                      <a:pt x="29524" y="969"/>
                      <a:pt x="27524" y="5827"/>
                    </a:cubicBezTo>
                    <a:cubicBezTo>
                      <a:pt x="17523" y="29163"/>
                      <a:pt x="8474" y="53166"/>
                      <a:pt x="473" y="77169"/>
                    </a:cubicBezTo>
                    <a:cubicBezTo>
                      <a:pt x="-1146" y="82217"/>
                      <a:pt x="1521" y="87551"/>
                      <a:pt x="6474" y="89266"/>
                    </a:cubicBezTo>
                    <a:cubicBezTo>
                      <a:pt x="7522" y="89647"/>
                      <a:pt x="8474" y="89742"/>
                      <a:pt x="9522" y="89742"/>
                    </a:cubicBezTo>
                    <a:cubicBezTo>
                      <a:pt x="13522" y="89742"/>
                      <a:pt x="17237" y="87265"/>
                      <a:pt x="18571" y="83265"/>
                    </a:cubicBezTo>
                    <a:cubicBezTo>
                      <a:pt x="26381" y="59738"/>
                      <a:pt x="35335" y="36211"/>
                      <a:pt x="45146" y="13351"/>
                    </a:cubicBezTo>
                    <a:cubicBezTo>
                      <a:pt x="47050" y="8398"/>
                      <a:pt x="44860" y="2874"/>
                      <a:pt x="40002" y="7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1" name="Google Shape;346;p10">
                <a:extLst>
                  <a:ext uri="{FF2B5EF4-FFF2-40B4-BE49-F238E27FC236}">
                    <a16:creationId xmlns:a16="http://schemas.microsoft.com/office/drawing/2014/main" id="{A01BAE07-FC28-4218-82E9-BF642BFA9C3D}"/>
                  </a:ext>
                </a:extLst>
              </p:cNvPr>
              <p:cNvSpPr/>
              <p:nvPr/>
            </p:nvSpPr>
            <p:spPr>
              <a:xfrm>
                <a:off x="5446813" y="2267792"/>
                <a:ext cx="94457" cy="24778"/>
              </a:xfrm>
              <a:custGeom>
                <a:avLst/>
                <a:gdLst/>
                <a:ahLst/>
                <a:cxnLst/>
                <a:rect l="l" t="t" r="r" b="b"/>
                <a:pathLst>
                  <a:path w="94457" h="24778" extrusionOk="0">
                    <a:moveTo>
                      <a:pt x="9488" y="24779"/>
                    </a:moveTo>
                    <a:cubicBezTo>
                      <a:pt x="9869" y="24779"/>
                      <a:pt x="10250" y="24779"/>
                      <a:pt x="10631" y="24684"/>
                    </a:cubicBezTo>
                    <a:cubicBezTo>
                      <a:pt x="35300" y="21826"/>
                      <a:pt x="60351" y="19921"/>
                      <a:pt x="85307" y="19064"/>
                    </a:cubicBezTo>
                    <a:cubicBezTo>
                      <a:pt x="90545" y="18873"/>
                      <a:pt x="94641" y="14492"/>
                      <a:pt x="94451" y="9158"/>
                    </a:cubicBezTo>
                    <a:cubicBezTo>
                      <a:pt x="94260" y="3919"/>
                      <a:pt x="89498" y="-272"/>
                      <a:pt x="84640" y="14"/>
                    </a:cubicBezTo>
                    <a:cubicBezTo>
                      <a:pt x="59208" y="871"/>
                      <a:pt x="33586" y="2776"/>
                      <a:pt x="8440" y="5729"/>
                    </a:cubicBezTo>
                    <a:cubicBezTo>
                      <a:pt x="3201" y="6300"/>
                      <a:pt x="-513" y="11063"/>
                      <a:pt x="58" y="16302"/>
                    </a:cubicBezTo>
                    <a:cubicBezTo>
                      <a:pt x="629" y="21255"/>
                      <a:pt x="4725" y="24779"/>
                      <a:pt x="9488" y="2477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2" name="Google Shape;347;p10">
                <a:extLst>
                  <a:ext uri="{FF2B5EF4-FFF2-40B4-BE49-F238E27FC236}">
                    <a16:creationId xmlns:a16="http://schemas.microsoft.com/office/drawing/2014/main" id="{3004576C-ADC0-40BB-8383-723AFF69A25F}"/>
                  </a:ext>
                </a:extLst>
              </p:cNvPr>
              <p:cNvSpPr/>
              <p:nvPr/>
            </p:nvSpPr>
            <p:spPr>
              <a:xfrm>
                <a:off x="5157091" y="2326651"/>
                <a:ext cx="88726" cy="48597"/>
              </a:xfrm>
              <a:custGeom>
                <a:avLst/>
                <a:gdLst/>
                <a:ahLst/>
                <a:cxnLst/>
                <a:rect l="l" t="t" r="r" b="b"/>
                <a:pathLst>
                  <a:path w="88726" h="48597" extrusionOk="0">
                    <a:moveTo>
                      <a:pt x="9459" y="48597"/>
                    </a:moveTo>
                    <a:cubicBezTo>
                      <a:pt x="10792" y="48597"/>
                      <a:pt x="12221" y="48312"/>
                      <a:pt x="13555" y="47645"/>
                    </a:cubicBezTo>
                    <a:cubicBezTo>
                      <a:pt x="36033" y="36977"/>
                      <a:pt x="59274" y="27261"/>
                      <a:pt x="82515" y="18498"/>
                    </a:cubicBezTo>
                    <a:cubicBezTo>
                      <a:pt x="87468" y="16689"/>
                      <a:pt x="89945" y="11164"/>
                      <a:pt x="88135" y="6211"/>
                    </a:cubicBezTo>
                    <a:cubicBezTo>
                      <a:pt x="86230" y="1258"/>
                      <a:pt x="80801" y="-1218"/>
                      <a:pt x="75848" y="591"/>
                    </a:cubicBezTo>
                    <a:cubicBezTo>
                      <a:pt x="52131" y="9545"/>
                      <a:pt x="28414" y="19546"/>
                      <a:pt x="5458" y="30405"/>
                    </a:cubicBezTo>
                    <a:cubicBezTo>
                      <a:pt x="696" y="32691"/>
                      <a:pt x="-1304" y="38310"/>
                      <a:pt x="886" y="43073"/>
                    </a:cubicBezTo>
                    <a:cubicBezTo>
                      <a:pt x="2506" y="46597"/>
                      <a:pt x="5839" y="48597"/>
                      <a:pt x="9459" y="4859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3" name="Google Shape;348;p10">
                <a:extLst>
                  <a:ext uri="{FF2B5EF4-FFF2-40B4-BE49-F238E27FC236}">
                    <a16:creationId xmlns:a16="http://schemas.microsoft.com/office/drawing/2014/main" id="{19AE2D13-C294-46F1-94A9-16857242F0C8}"/>
                  </a:ext>
                </a:extLst>
              </p:cNvPr>
              <p:cNvSpPr/>
              <p:nvPr/>
            </p:nvSpPr>
            <p:spPr>
              <a:xfrm>
                <a:off x="5298492" y="2285144"/>
                <a:ext cx="92629" cy="36955"/>
              </a:xfrm>
              <a:custGeom>
                <a:avLst/>
                <a:gdLst/>
                <a:ahLst/>
                <a:cxnLst/>
                <a:rect l="l" t="t" r="r" b="b"/>
                <a:pathLst>
                  <a:path w="92629" h="36955" extrusionOk="0">
                    <a:moveTo>
                      <a:pt x="9599" y="36955"/>
                    </a:moveTo>
                    <a:cubicBezTo>
                      <a:pt x="10456" y="36955"/>
                      <a:pt x="11314" y="36860"/>
                      <a:pt x="12171" y="36574"/>
                    </a:cubicBezTo>
                    <a:cubicBezTo>
                      <a:pt x="36079" y="29716"/>
                      <a:pt x="60558" y="23811"/>
                      <a:pt x="84942" y="18953"/>
                    </a:cubicBezTo>
                    <a:cubicBezTo>
                      <a:pt x="90086" y="17905"/>
                      <a:pt x="93419" y="12952"/>
                      <a:pt x="92467" y="7713"/>
                    </a:cubicBezTo>
                    <a:cubicBezTo>
                      <a:pt x="91419" y="2570"/>
                      <a:pt x="86466" y="-859"/>
                      <a:pt x="81227" y="189"/>
                    </a:cubicBezTo>
                    <a:cubicBezTo>
                      <a:pt x="56367" y="5142"/>
                      <a:pt x="31316" y="11142"/>
                      <a:pt x="6932" y="18096"/>
                    </a:cubicBezTo>
                    <a:cubicBezTo>
                      <a:pt x="1884" y="19524"/>
                      <a:pt x="-1069" y="24858"/>
                      <a:pt x="360" y="29907"/>
                    </a:cubicBezTo>
                    <a:cubicBezTo>
                      <a:pt x="1598" y="34193"/>
                      <a:pt x="5504" y="36955"/>
                      <a:pt x="9599" y="369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4" name="Google Shape;349;p10">
                <a:extLst>
                  <a:ext uri="{FF2B5EF4-FFF2-40B4-BE49-F238E27FC236}">
                    <a16:creationId xmlns:a16="http://schemas.microsoft.com/office/drawing/2014/main" id="{CE8C9541-78DF-41E9-9D01-FE6A048216D1}"/>
                  </a:ext>
                </a:extLst>
              </p:cNvPr>
              <p:cNvSpPr/>
              <p:nvPr/>
            </p:nvSpPr>
            <p:spPr>
              <a:xfrm>
                <a:off x="4808230" y="2581519"/>
                <a:ext cx="66990" cy="77573"/>
              </a:xfrm>
              <a:custGeom>
                <a:avLst/>
                <a:gdLst/>
                <a:ahLst/>
                <a:cxnLst/>
                <a:rect l="l" t="t" r="r" b="b"/>
                <a:pathLst>
                  <a:path w="66990" h="77573" extrusionOk="0">
                    <a:moveTo>
                      <a:pt x="9515" y="77574"/>
                    </a:moveTo>
                    <a:cubicBezTo>
                      <a:pt x="12372" y="77574"/>
                      <a:pt x="15230" y="76240"/>
                      <a:pt x="17135" y="73764"/>
                    </a:cubicBezTo>
                    <a:cubicBezTo>
                      <a:pt x="32089" y="53952"/>
                      <a:pt x="47996" y="34521"/>
                      <a:pt x="64569" y="15852"/>
                    </a:cubicBezTo>
                    <a:cubicBezTo>
                      <a:pt x="68094" y="11947"/>
                      <a:pt x="67713" y="5946"/>
                      <a:pt x="63807" y="2422"/>
                    </a:cubicBezTo>
                    <a:cubicBezTo>
                      <a:pt x="59902" y="-1103"/>
                      <a:pt x="53901" y="-722"/>
                      <a:pt x="50377" y="3184"/>
                    </a:cubicBezTo>
                    <a:cubicBezTo>
                      <a:pt x="33518" y="22234"/>
                      <a:pt x="17230" y="42046"/>
                      <a:pt x="1895" y="62334"/>
                    </a:cubicBezTo>
                    <a:cubicBezTo>
                      <a:pt x="-1248" y="66525"/>
                      <a:pt x="-391" y="72526"/>
                      <a:pt x="3800" y="75669"/>
                    </a:cubicBezTo>
                    <a:cubicBezTo>
                      <a:pt x="5514" y="76907"/>
                      <a:pt x="7515" y="77574"/>
                      <a:pt x="9515" y="7757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5" name="Google Shape;350;p10">
                <a:extLst>
                  <a:ext uri="{FF2B5EF4-FFF2-40B4-BE49-F238E27FC236}">
                    <a16:creationId xmlns:a16="http://schemas.microsoft.com/office/drawing/2014/main" id="{BB9D4422-5B40-4D30-A442-D3BB1C24B54F}"/>
                  </a:ext>
                </a:extLst>
              </p:cNvPr>
              <p:cNvSpPr/>
              <p:nvPr/>
            </p:nvSpPr>
            <p:spPr>
              <a:xfrm>
                <a:off x="4908540" y="2476906"/>
                <a:ext cx="75771" cy="69220"/>
              </a:xfrm>
              <a:custGeom>
                <a:avLst/>
                <a:gdLst/>
                <a:ahLst/>
                <a:cxnLst/>
                <a:rect l="l" t="t" r="r" b="b"/>
                <a:pathLst>
                  <a:path w="75771" h="69220" extrusionOk="0">
                    <a:moveTo>
                      <a:pt x="9598" y="69221"/>
                    </a:moveTo>
                    <a:cubicBezTo>
                      <a:pt x="11979" y="69221"/>
                      <a:pt x="14361" y="68364"/>
                      <a:pt x="16171" y="66554"/>
                    </a:cubicBezTo>
                    <a:cubicBezTo>
                      <a:pt x="34173" y="49314"/>
                      <a:pt x="53032" y="32645"/>
                      <a:pt x="72273" y="16929"/>
                    </a:cubicBezTo>
                    <a:cubicBezTo>
                      <a:pt x="76369" y="13595"/>
                      <a:pt x="76940" y="7594"/>
                      <a:pt x="73606" y="3499"/>
                    </a:cubicBezTo>
                    <a:cubicBezTo>
                      <a:pt x="70272" y="-597"/>
                      <a:pt x="64272" y="-1169"/>
                      <a:pt x="60176" y="2165"/>
                    </a:cubicBezTo>
                    <a:cubicBezTo>
                      <a:pt x="40554" y="18167"/>
                      <a:pt x="21219" y="35217"/>
                      <a:pt x="2931" y="52743"/>
                    </a:cubicBezTo>
                    <a:cubicBezTo>
                      <a:pt x="-879" y="56362"/>
                      <a:pt x="-975" y="62458"/>
                      <a:pt x="2645" y="66173"/>
                    </a:cubicBezTo>
                    <a:cubicBezTo>
                      <a:pt x="4645" y="68173"/>
                      <a:pt x="7122" y="69221"/>
                      <a:pt x="9598" y="692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6" name="Google Shape;351;p10">
                <a:extLst>
                  <a:ext uri="{FF2B5EF4-FFF2-40B4-BE49-F238E27FC236}">
                    <a16:creationId xmlns:a16="http://schemas.microsoft.com/office/drawing/2014/main" id="{4498A234-BA35-4C45-A1FA-6389D5A179C8}"/>
                  </a:ext>
                </a:extLst>
              </p:cNvPr>
              <p:cNvSpPr/>
              <p:nvPr/>
            </p:nvSpPr>
            <p:spPr>
              <a:xfrm>
                <a:off x="5025815" y="2391243"/>
                <a:ext cx="83158" cy="59348"/>
              </a:xfrm>
              <a:custGeom>
                <a:avLst/>
                <a:gdLst/>
                <a:ahLst/>
                <a:cxnLst/>
                <a:rect l="l" t="t" r="r" b="b"/>
                <a:pathLst>
                  <a:path w="83158" h="59348" extrusionOk="0">
                    <a:moveTo>
                      <a:pt x="81870" y="4770"/>
                    </a:moveTo>
                    <a:cubicBezTo>
                      <a:pt x="79203" y="198"/>
                      <a:pt x="73393" y="-1326"/>
                      <a:pt x="68821" y="1246"/>
                    </a:cubicBezTo>
                    <a:cubicBezTo>
                      <a:pt x="46818" y="13914"/>
                      <a:pt x="25006" y="27630"/>
                      <a:pt x="4146" y="42013"/>
                    </a:cubicBezTo>
                    <a:cubicBezTo>
                      <a:pt x="-235" y="44965"/>
                      <a:pt x="-1283" y="50966"/>
                      <a:pt x="1670" y="55252"/>
                    </a:cubicBezTo>
                    <a:cubicBezTo>
                      <a:pt x="3480" y="57919"/>
                      <a:pt x="6527" y="59348"/>
                      <a:pt x="9575" y="59348"/>
                    </a:cubicBezTo>
                    <a:cubicBezTo>
                      <a:pt x="11480" y="59348"/>
                      <a:pt x="13290" y="58777"/>
                      <a:pt x="15005" y="57634"/>
                    </a:cubicBezTo>
                    <a:cubicBezTo>
                      <a:pt x="35483" y="43537"/>
                      <a:pt x="56819" y="30106"/>
                      <a:pt x="78346" y="17724"/>
                    </a:cubicBezTo>
                    <a:cubicBezTo>
                      <a:pt x="82918" y="15152"/>
                      <a:pt x="84537" y="9342"/>
                      <a:pt x="81870" y="47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7" name="Google Shape;352;p10">
                <a:extLst>
                  <a:ext uri="{FF2B5EF4-FFF2-40B4-BE49-F238E27FC236}">
                    <a16:creationId xmlns:a16="http://schemas.microsoft.com/office/drawing/2014/main" id="{0AFA7B2C-F6E3-4455-AA5B-0205E709F621}"/>
                  </a:ext>
                </a:extLst>
              </p:cNvPr>
              <p:cNvSpPr/>
              <p:nvPr/>
            </p:nvSpPr>
            <p:spPr>
              <a:xfrm>
                <a:off x="6491382" y="3439857"/>
                <a:ext cx="19050" cy="9477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4773" extrusionOk="0">
                    <a:moveTo>
                      <a:pt x="19050" y="9525"/>
                    </a:moveTo>
                    <a:cubicBezTo>
                      <a:pt x="19050" y="4286"/>
                      <a:pt x="14764" y="0"/>
                      <a:pt x="9525" y="0"/>
                    </a:cubicBezTo>
                    <a:cubicBezTo>
                      <a:pt x="4286" y="0"/>
                      <a:pt x="0" y="4286"/>
                      <a:pt x="0" y="9525"/>
                    </a:cubicBezTo>
                    <a:lnTo>
                      <a:pt x="0" y="85249"/>
                    </a:lnTo>
                    <a:cubicBezTo>
                      <a:pt x="0" y="90488"/>
                      <a:pt x="4286" y="94774"/>
                      <a:pt x="9525" y="94774"/>
                    </a:cubicBezTo>
                    <a:cubicBezTo>
                      <a:pt x="14764" y="94774"/>
                      <a:pt x="19050" y="90488"/>
                      <a:pt x="19050" y="85249"/>
                    </a:cubicBezTo>
                    <a:lnTo>
                      <a:pt x="19050" y="952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8" name="Google Shape;353;p10">
                <a:extLst>
                  <a:ext uri="{FF2B5EF4-FFF2-40B4-BE49-F238E27FC236}">
                    <a16:creationId xmlns:a16="http://schemas.microsoft.com/office/drawing/2014/main" id="{D5386076-8D31-43C0-AED7-E5A34C4F1F65}"/>
                  </a:ext>
                </a:extLst>
              </p:cNvPr>
              <p:cNvSpPr/>
              <p:nvPr/>
            </p:nvSpPr>
            <p:spPr>
              <a:xfrm>
                <a:off x="7921268" y="4622662"/>
                <a:ext cx="81592" cy="61541"/>
              </a:xfrm>
              <a:custGeom>
                <a:avLst/>
                <a:gdLst/>
                <a:ahLst/>
                <a:cxnLst/>
                <a:rect l="l" t="t" r="r" b="b"/>
                <a:pathLst>
                  <a:path w="81592" h="61541" extrusionOk="0">
                    <a:moveTo>
                      <a:pt x="66396" y="1820"/>
                    </a:moveTo>
                    <a:cubicBezTo>
                      <a:pt x="46394" y="16679"/>
                      <a:pt x="25534" y="30871"/>
                      <a:pt x="4484" y="43920"/>
                    </a:cubicBezTo>
                    <a:cubicBezTo>
                      <a:pt x="7" y="46682"/>
                      <a:pt x="-1326" y="52588"/>
                      <a:pt x="1436" y="57065"/>
                    </a:cubicBezTo>
                    <a:cubicBezTo>
                      <a:pt x="3245" y="59922"/>
                      <a:pt x="6389" y="61541"/>
                      <a:pt x="9532" y="61541"/>
                    </a:cubicBezTo>
                    <a:cubicBezTo>
                      <a:pt x="11247" y="61541"/>
                      <a:pt x="12961" y="61065"/>
                      <a:pt x="14580" y="60113"/>
                    </a:cubicBezTo>
                    <a:cubicBezTo>
                      <a:pt x="36012" y="46778"/>
                      <a:pt x="57348" y="32300"/>
                      <a:pt x="77731" y="17155"/>
                    </a:cubicBezTo>
                    <a:cubicBezTo>
                      <a:pt x="81922" y="14012"/>
                      <a:pt x="82875" y="8011"/>
                      <a:pt x="79732" y="3820"/>
                    </a:cubicBezTo>
                    <a:cubicBezTo>
                      <a:pt x="76588" y="-371"/>
                      <a:pt x="70587" y="-1228"/>
                      <a:pt x="66396" y="18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9" name="Google Shape;354;p10">
                <a:extLst>
                  <a:ext uri="{FF2B5EF4-FFF2-40B4-BE49-F238E27FC236}">
                    <a16:creationId xmlns:a16="http://schemas.microsoft.com/office/drawing/2014/main" id="{7D144774-570F-4F73-ABB2-F51CB14E8050}"/>
                  </a:ext>
                </a:extLst>
              </p:cNvPr>
              <p:cNvSpPr/>
              <p:nvPr/>
            </p:nvSpPr>
            <p:spPr>
              <a:xfrm>
                <a:off x="6491382" y="3288505"/>
                <a:ext cx="19050" cy="9477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4773" extrusionOk="0">
                    <a:moveTo>
                      <a:pt x="19050" y="9525"/>
                    </a:moveTo>
                    <a:cubicBezTo>
                      <a:pt x="19050" y="4286"/>
                      <a:pt x="14764" y="0"/>
                      <a:pt x="9525" y="0"/>
                    </a:cubicBezTo>
                    <a:cubicBezTo>
                      <a:pt x="4286" y="0"/>
                      <a:pt x="0" y="4286"/>
                      <a:pt x="0" y="9525"/>
                    </a:cubicBezTo>
                    <a:lnTo>
                      <a:pt x="0" y="85249"/>
                    </a:lnTo>
                    <a:cubicBezTo>
                      <a:pt x="0" y="90488"/>
                      <a:pt x="4286" y="94774"/>
                      <a:pt x="9525" y="94774"/>
                    </a:cubicBezTo>
                    <a:cubicBezTo>
                      <a:pt x="14764" y="94774"/>
                      <a:pt x="19050" y="90488"/>
                      <a:pt x="19050" y="85249"/>
                    </a:cubicBezTo>
                    <a:lnTo>
                      <a:pt x="19050" y="952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0" name="Google Shape;355;p10">
                <a:extLst>
                  <a:ext uri="{FF2B5EF4-FFF2-40B4-BE49-F238E27FC236}">
                    <a16:creationId xmlns:a16="http://schemas.microsoft.com/office/drawing/2014/main" id="{5A3A003C-0A88-40C4-A2CD-4E0F322E250E}"/>
                  </a:ext>
                </a:extLst>
              </p:cNvPr>
              <p:cNvSpPr/>
              <p:nvPr/>
            </p:nvSpPr>
            <p:spPr>
              <a:xfrm>
                <a:off x="7493863" y="4795450"/>
                <a:ext cx="94235" cy="27437"/>
              </a:xfrm>
              <a:custGeom>
                <a:avLst/>
                <a:gdLst/>
                <a:ahLst/>
                <a:cxnLst/>
                <a:rect l="l" t="t" r="r" b="b"/>
                <a:pathLst>
                  <a:path w="94235" h="27437" extrusionOk="0">
                    <a:moveTo>
                      <a:pt x="83274" y="101"/>
                    </a:moveTo>
                    <a:cubicBezTo>
                      <a:pt x="58699" y="3816"/>
                      <a:pt x="33648" y="6674"/>
                      <a:pt x="8883" y="8388"/>
                    </a:cubicBezTo>
                    <a:cubicBezTo>
                      <a:pt x="3645" y="8769"/>
                      <a:pt x="-356" y="13341"/>
                      <a:pt x="25" y="18580"/>
                    </a:cubicBezTo>
                    <a:cubicBezTo>
                      <a:pt x="406" y="23628"/>
                      <a:pt x="4597" y="27438"/>
                      <a:pt x="9550" y="27438"/>
                    </a:cubicBezTo>
                    <a:cubicBezTo>
                      <a:pt x="9741" y="27438"/>
                      <a:pt x="10026" y="27438"/>
                      <a:pt x="10217" y="27438"/>
                    </a:cubicBezTo>
                    <a:cubicBezTo>
                      <a:pt x="35458" y="25628"/>
                      <a:pt x="61080" y="22866"/>
                      <a:pt x="86131" y="19056"/>
                    </a:cubicBezTo>
                    <a:cubicBezTo>
                      <a:pt x="91370" y="18294"/>
                      <a:pt x="94894" y="13436"/>
                      <a:pt x="94132" y="8198"/>
                    </a:cubicBezTo>
                    <a:cubicBezTo>
                      <a:pt x="93275" y="2959"/>
                      <a:pt x="88417" y="-661"/>
                      <a:pt x="83274" y="1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1" name="Google Shape;356;p10">
                <a:extLst>
                  <a:ext uri="{FF2B5EF4-FFF2-40B4-BE49-F238E27FC236}">
                    <a16:creationId xmlns:a16="http://schemas.microsoft.com/office/drawing/2014/main" id="{61352DA7-FDD2-4EB8-9A34-AB1C835FFD52}"/>
                  </a:ext>
                </a:extLst>
              </p:cNvPr>
              <p:cNvSpPr/>
              <p:nvPr/>
            </p:nvSpPr>
            <p:spPr>
              <a:xfrm>
                <a:off x="7643257" y="4760702"/>
                <a:ext cx="91896" cy="39421"/>
              </a:xfrm>
              <a:custGeom>
                <a:avLst/>
                <a:gdLst/>
                <a:ahLst/>
                <a:cxnLst/>
                <a:rect l="l" t="t" r="r" b="b"/>
                <a:pathLst>
                  <a:path w="91896" h="39421" extrusionOk="0">
                    <a:moveTo>
                      <a:pt x="79423" y="464"/>
                    </a:moveTo>
                    <a:cubicBezTo>
                      <a:pt x="55800" y="8084"/>
                      <a:pt x="31512" y="14942"/>
                      <a:pt x="7318" y="20657"/>
                    </a:cubicBezTo>
                    <a:cubicBezTo>
                      <a:pt x="2175" y="21895"/>
                      <a:pt x="-968" y="27038"/>
                      <a:pt x="269" y="32087"/>
                    </a:cubicBezTo>
                    <a:cubicBezTo>
                      <a:pt x="1318" y="36468"/>
                      <a:pt x="5223" y="39421"/>
                      <a:pt x="9509" y="39421"/>
                    </a:cubicBezTo>
                    <a:cubicBezTo>
                      <a:pt x="10271" y="39421"/>
                      <a:pt x="10938" y="39326"/>
                      <a:pt x="11700" y="39135"/>
                    </a:cubicBezTo>
                    <a:cubicBezTo>
                      <a:pt x="36370" y="33230"/>
                      <a:pt x="61134" y="26372"/>
                      <a:pt x="85328" y="18561"/>
                    </a:cubicBezTo>
                    <a:cubicBezTo>
                      <a:pt x="90376" y="16942"/>
                      <a:pt x="93043" y="11608"/>
                      <a:pt x="91424" y="6560"/>
                    </a:cubicBezTo>
                    <a:cubicBezTo>
                      <a:pt x="89805" y="1607"/>
                      <a:pt x="84471" y="-1155"/>
                      <a:pt x="79423" y="4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" name="Google Shape;357;p10">
                <a:extLst>
                  <a:ext uri="{FF2B5EF4-FFF2-40B4-BE49-F238E27FC236}">
                    <a16:creationId xmlns:a16="http://schemas.microsoft.com/office/drawing/2014/main" id="{DE6C01F4-0F19-46A3-A69D-1DA1D64A4B6F}"/>
                  </a:ext>
                </a:extLst>
              </p:cNvPr>
              <p:cNvSpPr/>
              <p:nvPr/>
            </p:nvSpPr>
            <p:spPr>
              <a:xfrm>
                <a:off x="8148179" y="4406707"/>
                <a:ext cx="64970" cy="79186"/>
              </a:xfrm>
              <a:custGeom>
                <a:avLst/>
                <a:gdLst/>
                <a:ahLst/>
                <a:cxnLst/>
                <a:rect l="l" t="t" r="r" b="b"/>
                <a:pathLst>
                  <a:path w="64970" h="79186" extrusionOk="0">
                    <a:moveTo>
                      <a:pt x="47607" y="4034"/>
                    </a:moveTo>
                    <a:cubicBezTo>
                      <a:pt x="33320" y="24323"/>
                      <a:pt x="18079" y="44420"/>
                      <a:pt x="2173" y="63565"/>
                    </a:cubicBezTo>
                    <a:cubicBezTo>
                      <a:pt x="-1161" y="67661"/>
                      <a:pt x="-589" y="73567"/>
                      <a:pt x="3411" y="76996"/>
                    </a:cubicBezTo>
                    <a:cubicBezTo>
                      <a:pt x="5221" y="78424"/>
                      <a:pt x="7316" y="79186"/>
                      <a:pt x="9507" y="79186"/>
                    </a:cubicBezTo>
                    <a:cubicBezTo>
                      <a:pt x="12269" y="79186"/>
                      <a:pt x="14937" y="78043"/>
                      <a:pt x="16841" y="75757"/>
                    </a:cubicBezTo>
                    <a:cubicBezTo>
                      <a:pt x="33034" y="56136"/>
                      <a:pt x="48655" y="35752"/>
                      <a:pt x="63228" y="14988"/>
                    </a:cubicBezTo>
                    <a:cubicBezTo>
                      <a:pt x="66276" y="10702"/>
                      <a:pt x="65228" y="4701"/>
                      <a:pt x="60847" y="1748"/>
                    </a:cubicBezTo>
                    <a:cubicBezTo>
                      <a:pt x="56561" y="-1300"/>
                      <a:pt x="50560" y="-252"/>
                      <a:pt x="47607" y="403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3" name="Google Shape;358;p10">
                <a:extLst>
                  <a:ext uri="{FF2B5EF4-FFF2-40B4-BE49-F238E27FC236}">
                    <a16:creationId xmlns:a16="http://schemas.microsoft.com/office/drawing/2014/main" id="{60E05DF2-EF85-4191-ABCA-B01173BD2A46}"/>
                  </a:ext>
                </a:extLst>
              </p:cNvPr>
              <p:cNvSpPr/>
              <p:nvPr/>
            </p:nvSpPr>
            <p:spPr>
              <a:xfrm>
                <a:off x="7787011" y="4702587"/>
                <a:ext cx="87495" cy="50958"/>
              </a:xfrm>
              <a:custGeom>
                <a:avLst/>
                <a:gdLst/>
                <a:ahLst/>
                <a:cxnLst/>
                <a:rect l="l" t="t" r="r" b="b"/>
                <a:pathLst>
                  <a:path w="87495" h="50958" extrusionOk="0">
                    <a:moveTo>
                      <a:pt x="73685" y="1048"/>
                    </a:moveTo>
                    <a:cubicBezTo>
                      <a:pt x="51587" y="12477"/>
                      <a:pt x="28727" y="23050"/>
                      <a:pt x="5867" y="32575"/>
                    </a:cubicBezTo>
                    <a:cubicBezTo>
                      <a:pt x="1009" y="34575"/>
                      <a:pt x="-1277" y="40195"/>
                      <a:pt x="723" y="45053"/>
                    </a:cubicBezTo>
                    <a:cubicBezTo>
                      <a:pt x="2248" y="48673"/>
                      <a:pt x="5772" y="50959"/>
                      <a:pt x="9487" y="50959"/>
                    </a:cubicBezTo>
                    <a:cubicBezTo>
                      <a:pt x="10724" y="50959"/>
                      <a:pt x="11963" y="50673"/>
                      <a:pt x="13106" y="50197"/>
                    </a:cubicBezTo>
                    <a:cubicBezTo>
                      <a:pt x="36442" y="40481"/>
                      <a:pt x="59778" y="29623"/>
                      <a:pt x="82353" y="18002"/>
                    </a:cubicBezTo>
                    <a:cubicBezTo>
                      <a:pt x="87020" y="15621"/>
                      <a:pt x="88830" y="9810"/>
                      <a:pt x="86448" y="5143"/>
                    </a:cubicBezTo>
                    <a:cubicBezTo>
                      <a:pt x="84067" y="476"/>
                      <a:pt x="78352" y="-1334"/>
                      <a:pt x="73685" y="104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4" name="Google Shape;359;p10">
                <a:extLst>
                  <a:ext uri="{FF2B5EF4-FFF2-40B4-BE49-F238E27FC236}">
                    <a16:creationId xmlns:a16="http://schemas.microsoft.com/office/drawing/2014/main" id="{2ECC143D-BC1D-40C8-BB23-84CDBDF34D26}"/>
                  </a:ext>
                </a:extLst>
              </p:cNvPr>
              <p:cNvSpPr/>
              <p:nvPr/>
            </p:nvSpPr>
            <p:spPr>
              <a:xfrm>
                <a:off x="8234859" y="4276255"/>
                <a:ext cx="54705" cy="85908"/>
              </a:xfrm>
              <a:custGeom>
                <a:avLst/>
                <a:gdLst/>
                <a:ahLst/>
                <a:cxnLst/>
                <a:rect l="l" t="t" r="r" b="b"/>
                <a:pathLst>
                  <a:path w="54705" h="85908" extrusionOk="0">
                    <a:moveTo>
                      <a:pt x="49318" y="946"/>
                    </a:moveTo>
                    <a:cubicBezTo>
                      <a:pt x="44556" y="-1340"/>
                      <a:pt x="38841" y="660"/>
                      <a:pt x="36555" y="5422"/>
                    </a:cubicBezTo>
                    <a:cubicBezTo>
                      <a:pt x="25792" y="27806"/>
                      <a:pt x="13886" y="50095"/>
                      <a:pt x="1312" y="71526"/>
                    </a:cubicBezTo>
                    <a:cubicBezTo>
                      <a:pt x="-1355" y="76098"/>
                      <a:pt x="169" y="81908"/>
                      <a:pt x="4741" y="84575"/>
                    </a:cubicBezTo>
                    <a:cubicBezTo>
                      <a:pt x="6266" y="85433"/>
                      <a:pt x="7885" y="85909"/>
                      <a:pt x="9504" y="85909"/>
                    </a:cubicBezTo>
                    <a:cubicBezTo>
                      <a:pt x="12743" y="85909"/>
                      <a:pt x="15981" y="84194"/>
                      <a:pt x="17695" y="81242"/>
                    </a:cubicBezTo>
                    <a:cubicBezTo>
                      <a:pt x="30554" y="59334"/>
                      <a:pt x="42651" y="36664"/>
                      <a:pt x="53700" y="13804"/>
                    </a:cubicBezTo>
                    <a:cubicBezTo>
                      <a:pt x="56081" y="8851"/>
                      <a:pt x="54081" y="3232"/>
                      <a:pt x="49318" y="94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" name="Google Shape;360;p10">
                <a:extLst>
                  <a:ext uri="{FF2B5EF4-FFF2-40B4-BE49-F238E27FC236}">
                    <a16:creationId xmlns:a16="http://schemas.microsoft.com/office/drawing/2014/main" id="{059ACA57-CB70-4063-AAED-6FE89B1B3ECE}"/>
                  </a:ext>
                </a:extLst>
              </p:cNvPr>
              <p:cNvSpPr/>
              <p:nvPr/>
            </p:nvSpPr>
            <p:spPr>
              <a:xfrm>
                <a:off x="8343136" y="3987162"/>
                <a:ext cx="31438" cy="93727"/>
              </a:xfrm>
              <a:custGeom>
                <a:avLst/>
                <a:gdLst/>
                <a:ahLst/>
                <a:cxnLst/>
                <a:rect l="l" t="t" r="r" b="b"/>
                <a:pathLst>
                  <a:path w="31438" h="93727" extrusionOk="0">
                    <a:moveTo>
                      <a:pt x="23148" y="97"/>
                    </a:moveTo>
                    <a:cubicBezTo>
                      <a:pt x="17909" y="-665"/>
                      <a:pt x="13146" y="3145"/>
                      <a:pt x="12480" y="8384"/>
                    </a:cubicBezTo>
                    <a:cubicBezTo>
                      <a:pt x="9431" y="33054"/>
                      <a:pt x="5336" y="57914"/>
                      <a:pt x="193" y="82298"/>
                    </a:cubicBezTo>
                    <a:cubicBezTo>
                      <a:pt x="-855" y="87441"/>
                      <a:pt x="2478" y="92490"/>
                      <a:pt x="7622" y="93537"/>
                    </a:cubicBezTo>
                    <a:cubicBezTo>
                      <a:pt x="8289" y="93633"/>
                      <a:pt x="8955" y="93728"/>
                      <a:pt x="9527" y="93728"/>
                    </a:cubicBezTo>
                    <a:cubicBezTo>
                      <a:pt x="13909" y="93728"/>
                      <a:pt x="17909" y="90680"/>
                      <a:pt x="18862" y="86108"/>
                    </a:cubicBezTo>
                    <a:cubicBezTo>
                      <a:pt x="24005" y="61248"/>
                      <a:pt x="28196" y="35911"/>
                      <a:pt x="31339" y="10670"/>
                    </a:cubicBezTo>
                    <a:cubicBezTo>
                      <a:pt x="32101" y="5431"/>
                      <a:pt x="28387" y="669"/>
                      <a:pt x="23148" y="9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6" name="Google Shape;361;p10">
                <a:extLst>
                  <a:ext uri="{FF2B5EF4-FFF2-40B4-BE49-F238E27FC236}">
                    <a16:creationId xmlns:a16="http://schemas.microsoft.com/office/drawing/2014/main" id="{46983746-B102-4FF2-A8A3-DFD9E58EA1E5}"/>
                  </a:ext>
                </a:extLst>
              </p:cNvPr>
              <p:cNvSpPr/>
              <p:nvPr/>
            </p:nvSpPr>
            <p:spPr>
              <a:xfrm>
                <a:off x="8300680" y="4135162"/>
                <a:ext cx="43301" cy="90698"/>
              </a:xfrm>
              <a:custGeom>
                <a:avLst/>
                <a:gdLst/>
                <a:ahLst/>
                <a:cxnLst/>
                <a:rect l="l" t="t" r="r" b="b"/>
                <a:pathLst>
                  <a:path w="43301" h="90698" extrusionOk="0">
                    <a:moveTo>
                      <a:pt x="36457" y="402"/>
                    </a:moveTo>
                    <a:cubicBezTo>
                      <a:pt x="31409" y="-1122"/>
                      <a:pt x="26075" y="1830"/>
                      <a:pt x="24646" y="6879"/>
                    </a:cubicBezTo>
                    <a:cubicBezTo>
                      <a:pt x="17598" y="30787"/>
                      <a:pt x="9502" y="54599"/>
                      <a:pt x="644" y="77745"/>
                    </a:cubicBezTo>
                    <a:cubicBezTo>
                      <a:pt x="-1262" y="82698"/>
                      <a:pt x="1215" y="88127"/>
                      <a:pt x="6072" y="90032"/>
                    </a:cubicBezTo>
                    <a:cubicBezTo>
                      <a:pt x="7215" y="90508"/>
                      <a:pt x="8359" y="90699"/>
                      <a:pt x="9502" y="90699"/>
                    </a:cubicBezTo>
                    <a:cubicBezTo>
                      <a:pt x="13311" y="90699"/>
                      <a:pt x="16931" y="88413"/>
                      <a:pt x="18360" y="84603"/>
                    </a:cubicBezTo>
                    <a:cubicBezTo>
                      <a:pt x="27503" y="60981"/>
                      <a:pt x="35695" y="36597"/>
                      <a:pt x="42934" y="12213"/>
                    </a:cubicBezTo>
                    <a:cubicBezTo>
                      <a:pt x="44363" y="7165"/>
                      <a:pt x="41506" y="1830"/>
                      <a:pt x="36457" y="4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7" name="Google Shape;362;p10">
                <a:extLst>
                  <a:ext uri="{FF2B5EF4-FFF2-40B4-BE49-F238E27FC236}">
                    <a16:creationId xmlns:a16="http://schemas.microsoft.com/office/drawing/2014/main" id="{D9B08FE9-A008-4872-B76C-23CD28380253}"/>
                  </a:ext>
                </a:extLst>
              </p:cNvPr>
              <p:cNvSpPr/>
              <p:nvPr/>
            </p:nvSpPr>
            <p:spPr>
              <a:xfrm>
                <a:off x="8042593" y="4523170"/>
                <a:ext cx="73969" cy="71117"/>
              </a:xfrm>
              <a:custGeom>
                <a:avLst/>
                <a:gdLst/>
                <a:ahLst/>
                <a:cxnLst/>
                <a:rect l="l" t="t" r="r" b="b"/>
                <a:pathLst>
                  <a:path w="73969" h="71117" extrusionOk="0">
                    <a:moveTo>
                      <a:pt x="57657" y="2918"/>
                    </a:moveTo>
                    <a:cubicBezTo>
                      <a:pt x="40322" y="20730"/>
                      <a:pt x="22034" y="38065"/>
                      <a:pt x="3270" y="54448"/>
                    </a:cubicBezTo>
                    <a:cubicBezTo>
                      <a:pt x="-731" y="57877"/>
                      <a:pt x="-1112" y="63973"/>
                      <a:pt x="2412" y="67879"/>
                    </a:cubicBezTo>
                    <a:cubicBezTo>
                      <a:pt x="4317" y="69974"/>
                      <a:pt x="6889" y="71117"/>
                      <a:pt x="9556" y="71117"/>
                    </a:cubicBezTo>
                    <a:cubicBezTo>
                      <a:pt x="11747" y="71117"/>
                      <a:pt x="14033" y="70355"/>
                      <a:pt x="15843" y="68736"/>
                    </a:cubicBezTo>
                    <a:cubicBezTo>
                      <a:pt x="34988" y="52067"/>
                      <a:pt x="53561" y="34351"/>
                      <a:pt x="71278" y="16158"/>
                    </a:cubicBezTo>
                    <a:cubicBezTo>
                      <a:pt x="74897" y="12348"/>
                      <a:pt x="74897" y="6347"/>
                      <a:pt x="71088" y="2728"/>
                    </a:cubicBezTo>
                    <a:cubicBezTo>
                      <a:pt x="67373" y="-987"/>
                      <a:pt x="61372" y="-892"/>
                      <a:pt x="57657" y="29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8" name="Google Shape;363;p10">
                <a:extLst>
                  <a:ext uri="{FF2B5EF4-FFF2-40B4-BE49-F238E27FC236}">
                    <a16:creationId xmlns:a16="http://schemas.microsoft.com/office/drawing/2014/main" id="{86F1F179-BD7D-47E2-8AE5-2A8F9AC2FF80}"/>
                  </a:ext>
                </a:extLst>
              </p:cNvPr>
              <p:cNvSpPr/>
              <p:nvPr/>
            </p:nvSpPr>
            <p:spPr>
              <a:xfrm>
                <a:off x="6547381" y="4190038"/>
                <a:ext cx="47740" cy="88971"/>
              </a:xfrm>
              <a:custGeom>
                <a:avLst/>
                <a:gdLst/>
                <a:ahLst/>
                <a:cxnLst/>
                <a:rect l="l" t="t" r="r" b="b"/>
                <a:pathLst>
                  <a:path w="47740" h="88971" extrusionOk="0">
                    <a:moveTo>
                      <a:pt x="18486" y="6295"/>
                    </a:moveTo>
                    <a:cubicBezTo>
                      <a:pt x="16677" y="1342"/>
                      <a:pt x="11248" y="-1230"/>
                      <a:pt x="6294" y="580"/>
                    </a:cubicBezTo>
                    <a:cubicBezTo>
                      <a:pt x="1342" y="2389"/>
                      <a:pt x="-1230" y="7819"/>
                      <a:pt x="580" y="12772"/>
                    </a:cubicBezTo>
                    <a:cubicBezTo>
                      <a:pt x="9247" y="36489"/>
                      <a:pt x="18963" y="60302"/>
                      <a:pt x="29535" y="83447"/>
                    </a:cubicBezTo>
                    <a:cubicBezTo>
                      <a:pt x="31155" y="86971"/>
                      <a:pt x="34584" y="88972"/>
                      <a:pt x="38203" y="88972"/>
                    </a:cubicBezTo>
                    <a:cubicBezTo>
                      <a:pt x="39537" y="88972"/>
                      <a:pt x="40870" y="88686"/>
                      <a:pt x="42204" y="88114"/>
                    </a:cubicBezTo>
                    <a:cubicBezTo>
                      <a:pt x="46966" y="85924"/>
                      <a:pt x="49062" y="80304"/>
                      <a:pt x="46871" y="75446"/>
                    </a:cubicBezTo>
                    <a:cubicBezTo>
                      <a:pt x="36489" y="52872"/>
                      <a:pt x="26964" y="29631"/>
                      <a:pt x="18486" y="62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9" name="Google Shape;364;p10">
                <a:extLst>
                  <a:ext uri="{FF2B5EF4-FFF2-40B4-BE49-F238E27FC236}">
                    <a16:creationId xmlns:a16="http://schemas.microsoft.com/office/drawing/2014/main" id="{E77347C9-B6EF-4900-B8F1-08CC40F2C431}"/>
                  </a:ext>
                </a:extLst>
              </p:cNvPr>
              <p:cNvSpPr/>
              <p:nvPr/>
            </p:nvSpPr>
            <p:spPr>
              <a:xfrm>
                <a:off x="6507511" y="4044250"/>
                <a:ext cx="35944" cy="92837"/>
              </a:xfrm>
              <a:custGeom>
                <a:avLst/>
                <a:gdLst/>
                <a:ahLst/>
                <a:cxnLst/>
                <a:rect l="l" t="t" r="r" b="b"/>
                <a:pathLst>
                  <a:path w="35944" h="92837" extrusionOk="0">
                    <a:moveTo>
                      <a:pt x="18923" y="7779"/>
                    </a:moveTo>
                    <a:cubicBezTo>
                      <a:pt x="17971" y="2635"/>
                      <a:pt x="13018" y="-794"/>
                      <a:pt x="7779" y="159"/>
                    </a:cubicBezTo>
                    <a:cubicBezTo>
                      <a:pt x="2636" y="1111"/>
                      <a:pt x="-794" y="6064"/>
                      <a:pt x="159" y="11303"/>
                    </a:cubicBezTo>
                    <a:cubicBezTo>
                      <a:pt x="4826" y="36259"/>
                      <a:pt x="10636" y="61309"/>
                      <a:pt x="17304" y="85789"/>
                    </a:cubicBezTo>
                    <a:cubicBezTo>
                      <a:pt x="18447" y="89980"/>
                      <a:pt x="22257" y="92837"/>
                      <a:pt x="26448" y="92837"/>
                    </a:cubicBezTo>
                    <a:cubicBezTo>
                      <a:pt x="27305" y="92837"/>
                      <a:pt x="28162" y="92742"/>
                      <a:pt x="28924" y="92456"/>
                    </a:cubicBezTo>
                    <a:cubicBezTo>
                      <a:pt x="33973" y="91027"/>
                      <a:pt x="37021" y="85789"/>
                      <a:pt x="35592" y="80740"/>
                    </a:cubicBezTo>
                    <a:cubicBezTo>
                      <a:pt x="29115" y="56737"/>
                      <a:pt x="23495" y="32258"/>
                      <a:pt x="18923" y="777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0" name="Google Shape;365;p10">
                <a:extLst>
                  <a:ext uri="{FF2B5EF4-FFF2-40B4-BE49-F238E27FC236}">
                    <a16:creationId xmlns:a16="http://schemas.microsoft.com/office/drawing/2014/main" id="{2E24A33E-166D-461B-BBBC-2FD4C11945FA}"/>
                  </a:ext>
                </a:extLst>
              </p:cNvPr>
              <p:cNvSpPr/>
              <p:nvPr/>
            </p:nvSpPr>
            <p:spPr>
              <a:xfrm>
                <a:off x="6491382" y="3742562"/>
                <a:ext cx="19050" cy="9477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4773" extrusionOk="0">
                    <a:moveTo>
                      <a:pt x="9525" y="94774"/>
                    </a:moveTo>
                    <a:cubicBezTo>
                      <a:pt x="14764" y="94774"/>
                      <a:pt x="19050" y="90488"/>
                      <a:pt x="19050" y="85249"/>
                    </a:cubicBezTo>
                    <a:lnTo>
                      <a:pt x="19050" y="9525"/>
                    </a:lnTo>
                    <a:cubicBezTo>
                      <a:pt x="19050" y="4286"/>
                      <a:pt x="14764" y="0"/>
                      <a:pt x="9525" y="0"/>
                    </a:cubicBezTo>
                    <a:cubicBezTo>
                      <a:pt x="4286" y="0"/>
                      <a:pt x="0" y="4286"/>
                      <a:pt x="0" y="9525"/>
                    </a:cubicBezTo>
                    <a:lnTo>
                      <a:pt x="0" y="85249"/>
                    </a:lnTo>
                    <a:cubicBezTo>
                      <a:pt x="0" y="90488"/>
                      <a:pt x="4286" y="94774"/>
                      <a:pt x="9525" y="9477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1" name="Google Shape;366;p10">
                <a:extLst>
                  <a:ext uri="{FF2B5EF4-FFF2-40B4-BE49-F238E27FC236}">
                    <a16:creationId xmlns:a16="http://schemas.microsoft.com/office/drawing/2014/main" id="{A9E6A2C7-6A4A-4252-A580-D0AB41BBF5D4}"/>
                  </a:ext>
                </a:extLst>
              </p:cNvPr>
              <p:cNvSpPr/>
              <p:nvPr/>
            </p:nvSpPr>
            <p:spPr>
              <a:xfrm>
                <a:off x="6610366" y="4327413"/>
                <a:ext cx="58677" cy="83422"/>
              </a:xfrm>
              <a:custGeom>
                <a:avLst/>
                <a:gdLst/>
                <a:ahLst/>
                <a:cxnLst/>
                <a:rect l="l" t="t" r="r" b="b"/>
                <a:pathLst>
                  <a:path w="58677" h="83422" extrusionOk="0">
                    <a:moveTo>
                      <a:pt x="17796" y="4841"/>
                    </a:moveTo>
                    <a:cubicBezTo>
                      <a:pt x="15224" y="270"/>
                      <a:pt x="9413" y="-1350"/>
                      <a:pt x="4842" y="1222"/>
                    </a:cubicBezTo>
                    <a:cubicBezTo>
                      <a:pt x="270" y="3794"/>
                      <a:pt x="-1350" y="9604"/>
                      <a:pt x="1222" y="14176"/>
                    </a:cubicBezTo>
                    <a:cubicBezTo>
                      <a:pt x="13700" y="36369"/>
                      <a:pt x="27130" y="58181"/>
                      <a:pt x="41227" y="79232"/>
                    </a:cubicBezTo>
                    <a:cubicBezTo>
                      <a:pt x="43037" y="81994"/>
                      <a:pt x="46085" y="83423"/>
                      <a:pt x="49133" y="83423"/>
                    </a:cubicBezTo>
                    <a:cubicBezTo>
                      <a:pt x="50943" y="83423"/>
                      <a:pt x="52847" y="82947"/>
                      <a:pt x="54467" y="81804"/>
                    </a:cubicBezTo>
                    <a:cubicBezTo>
                      <a:pt x="58848" y="78851"/>
                      <a:pt x="59991" y="72945"/>
                      <a:pt x="57038" y="68564"/>
                    </a:cubicBezTo>
                    <a:cubicBezTo>
                      <a:pt x="43227" y="47990"/>
                      <a:pt x="29988" y="26558"/>
                      <a:pt x="17796" y="4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2" name="Google Shape;367;p10">
                <a:extLst>
                  <a:ext uri="{FF2B5EF4-FFF2-40B4-BE49-F238E27FC236}">
                    <a16:creationId xmlns:a16="http://schemas.microsoft.com/office/drawing/2014/main" id="{160FF213-DB42-4717-B6BA-34097B9F7049}"/>
                  </a:ext>
                </a:extLst>
              </p:cNvPr>
              <p:cNvSpPr/>
              <p:nvPr/>
            </p:nvSpPr>
            <p:spPr>
              <a:xfrm>
                <a:off x="6491662" y="3893986"/>
                <a:ext cx="23970" cy="94606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94606" extrusionOk="0">
                    <a:moveTo>
                      <a:pt x="23914" y="83938"/>
                    </a:moveTo>
                    <a:cubicBezTo>
                      <a:pt x="21342" y="59364"/>
                      <a:pt x="19723" y="34218"/>
                      <a:pt x="19056" y="9262"/>
                    </a:cubicBezTo>
                    <a:cubicBezTo>
                      <a:pt x="18961" y="4024"/>
                      <a:pt x="14675" y="-358"/>
                      <a:pt x="9246" y="23"/>
                    </a:cubicBezTo>
                    <a:cubicBezTo>
                      <a:pt x="4007" y="118"/>
                      <a:pt x="-184" y="4500"/>
                      <a:pt x="6" y="9834"/>
                    </a:cubicBezTo>
                    <a:cubicBezTo>
                      <a:pt x="673" y="35361"/>
                      <a:pt x="2292" y="60983"/>
                      <a:pt x="4959" y="86034"/>
                    </a:cubicBezTo>
                    <a:cubicBezTo>
                      <a:pt x="5435" y="90892"/>
                      <a:pt x="9626" y="94606"/>
                      <a:pt x="14389" y="94606"/>
                    </a:cubicBezTo>
                    <a:cubicBezTo>
                      <a:pt x="14770" y="94606"/>
                      <a:pt x="15056" y="94606"/>
                      <a:pt x="15437" y="94511"/>
                    </a:cubicBezTo>
                    <a:cubicBezTo>
                      <a:pt x="20675" y="93939"/>
                      <a:pt x="24485" y="89177"/>
                      <a:pt x="23914" y="839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3" name="Google Shape;368;p10">
                <a:extLst>
                  <a:ext uri="{FF2B5EF4-FFF2-40B4-BE49-F238E27FC236}">
                    <a16:creationId xmlns:a16="http://schemas.microsoft.com/office/drawing/2014/main" id="{C64766D2-AC73-4E57-B269-0B95C059449E}"/>
                  </a:ext>
                </a:extLst>
              </p:cNvPr>
              <p:cNvSpPr/>
              <p:nvPr/>
            </p:nvSpPr>
            <p:spPr>
              <a:xfrm>
                <a:off x="7050847" y="4727414"/>
                <a:ext cx="89565" cy="46610"/>
              </a:xfrm>
              <a:custGeom>
                <a:avLst/>
                <a:gdLst/>
                <a:ahLst/>
                <a:cxnLst/>
                <a:rect l="l" t="t" r="r" b="b"/>
                <a:pathLst>
                  <a:path w="89565" h="46610" extrusionOk="0">
                    <a:moveTo>
                      <a:pt x="83092" y="28132"/>
                    </a:moveTo>
                    <a:cubicBezTo>
                      <a:pt x="59660" y="20036"/>
                      <a:pt x="36133" y="10797"/>
                      <a:pt x="13368" y="795"/>
                    </a:cubicBezTo>
                    <a:cubicBezTo>
                      <a:pt x="8511" y="-1300"/>
                      <a:pt x="2891" y="891"/>
                      <a:pt x="795" y="5653"/>
                    </a:cubicBezTo>
                    <a:cubicBezTo>
                      <a:pt x="-1300" y="10511"/>
                      <a:pt x="891" y="16131"/>
                      <a:pt x="5653" y="18226"/>
                    </a:cubicBezTo>
                    <a:cubicBezTo>
                      <a:pt x="28990" y="28513"/>
                      <a:pt x="52897" y="37848"/>
                      <a:pt x="76900" y="46135"/>
                    </a:cubicBezTo>
                    <a:cubicBezTo>
                      <a:pt x="77948" y="46516"/>
                      <a:pt x="78996" y="46611"/>
                      <a:pt x="80043" y="46611"/>
                    </a:cubicBezTo>
                    <a:cubicBezTo>
                      <a:pt x="84044" y="46611"/>
                      <a:pt x="87664" y="44134"/>
                      <a:pt x="89092" y="40229"/>
                    </a:cubicBezTo>
                    <a:cubicBezTo>
                      <a:pt x="90711" y="35276"/>
                      <a:pt x="88044" y="29847"/>
                      <a:pt x="83092" y="281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4" name="Google Shape;369;p10">
                <a:extLst>
                  <a:ext uri="{FF2B5EF4-FFF2-40B4-BE49-F238E27FC236}">
                    <a16:creationId xmlns:a16="http://schemas.microsoft.com/office/drawing/2014/main" id="{BBE80766-D719-43DA-AA59-1DE68F562783}"/>
                  </a:ext>
                </a:extLst>
              </p:cNvPr>
              <p:cNvSpPr/>
              <p:nvPr/>
            </p:nvSpPr>
            <p:spPr>
              <a:xfrm>
                <a:off x="7193639" y="4776892"/>
                <a:ext cx="93045" cy="34946"/>
              </a:xfrm>
              <a:custGeom>
                <a:avLst/>
                <a:gdLst/>
                <a:ahLst/>
                <a:cxnLst/>
                <a:rect l="l" t="t" r="r" b="b"/>
                <a:pathLst>
                  <a:path w="93045" h="34946" extrusionOk="0">
                    <a:moveTo>
                      <a:pt x="85175" y="15896"/>
                    </a:moveTo>
                    <a:cubicBezTo>
                      <a:pt x="60695" y="11705"/>
                      <a:pt x="36026" y="6467"/>
                      <a:pt x="11927" y="276"/>
                    </a:cubicBezTo>
                    <a:cubicBezTo>
                      <a:pt x="6879" y="-963"/>
                      <a:pt x="1641" y="2085"/>
                      <a:pt x="307" y="7134"/>
                    </a:cubicBezTo>
                    <a:cubicBezTo>
                      <a:pt x="-1026" y="12277"/>
                      <a:pt x="2117" y="17421"/>
                      <a:pt x="7165" y="18754"/>
                    </a:cubicBezTo>
                    <a:cubicBezTo>
                      <a:pt x="31740" y="25041"/>
                      <a:pt x="56885" y="30470"/>
                      <a:pt x="81936" y="34756"/>
                    </a:cubicBezTo>
                    <a:cubicBezTo>
                      <a:pt x="82508" y="34851"/>
                      <a:pt x="82984" y="34946"/>
                      <a:pt x="83556" y="34946"/>
                    </a:cubicBezTo>
                    <a:cubicBezTo>
                      <a:pt x="88127" y="34946"/>
                      <a:pt x="92128" y="31708"/>
                      <a:pt x="92890" y="27041"/>
                    </a:cubicBezTo>
                    <a:cubicBezTo>
                      <a:pt x="93843" y="21707"/>
                      <a:pt x="90318" y="16754"/>
                      <a:pt x="85175" y="158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" name="Google Shape;370;p10">
                <a:extLst>
                  <a:ext uri="{FF2B5EF4-FFF2-40B4-BE49-F238E27FC236}">
                    <a16:creationId xmlns:a16="http://schemas.microsoft.com/office/drawing/2014/main" id="{AEA5C4CA-E5E2-4153-A369-7BCC6F5CC9E8}"/>
                  </a:ext>
                </a:extLst>
              </p:cNvPr>
              <p:cNvSpPr/>
              <p:nvPr/>
            </p:nvSpPr>
            <p:spPr>
              <a:xfrm>
                <a:off x="7342783" y="4802369"/>
                <a:ext cx="94622" cy="22708"/>
              </a:xfrm>
              <a:custGeom>
                <a:avLst/>
                <a:gdLst/>
                <a:ahLst/>
                <a:cxnLst/>
                <a:rect l="l" t="t" r="r" b="b"/>
                <a:pathLst>
                  <a:path w="94622" h="22708" extrusionOk="0">
                    <a:moveTo>
                      <a:pt x="85098" y="3754"/>
                    </a:moveTo>
                    <a:cubicBezTo>
                      <a:pt x="60237" y="3564"/>
                      <a:pt x="35091" y="2325"/>
                      <a:pt x="10326" y="39"/>
                    </a:cubicBezTo>
                    <a:cubicBezTo>
                      <a:pt x="4992" y="-437"/>
                      <a:pt x="420" y="3468"/>
                      <a:pt x="39" y="8707"/>
                    </a:cubicBezTo>
                    <a:cubicBezTo>
                      <a:pt x="-437" y="13946"/>
                      <a:pt x="3468" y="18613"/>
                      <a:pt x="8707" y="18994"/>
                    </a:cubicBezTo>
                    <a:cubicBezTo>
                      <a:pt x="33948" y="21280"/>
                      <a:pt x="59666" y="22518"/>
                      <a:pt x="85002" y="22709"/>
                    </a:cubicBezTo>
                    <a:cubicBezTo>
                      <a:pt x="85002" y="22709"/>
                      <a:pt x="85098" y="22709"/>
                      <a:pt x="85098" y="22709"/>
                    </a:cubicBezTo>
                    <a:cubicBezTo>
                      <a:pt x="90336" y="22709"/>
                      <a:pt x="94623" y="18518"/>
                      <a:pt x="94623" y="13279"/>
                    </a:cubicBezTo>
                    <a:cubicBezTo>
                      <a:pt x="94527" y="8136"/>
                      <a:pt x="90336" y="3849"/>
                      <a:pt x="85098" y="375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6" name="Google Shape;371;p10">
                <a:extLst>
                  <a:ext uri="{FF2B5EF4-FFF2-40B4-BE49-F238E27FC236}">
                    <a16:creationId xmlns:a16="http://schemas.microsoft.com/office/drawing/2014/main" id="{6223D5DC-4D64-4BA8-AD90-89DAA99F1846}"/>
                  </a:ext>
                </a:extLst>
              </p:cNvPr>
              <p:cNvSpPr/>
              <p:nvPr/>
            </p:nvSpPr>
            <p:spPr>
              <a:xfrm>
                <a:off x="6694597" y="4452847"/>
                <a:ext cx="68480" cy="76384"/>
              </a:xfrm>
              <a:custGeom>
                <a:avLst/>
                <a:gdLst/>
                <a:ahLst/>
                <a:cxnLst/>
                <a:rect l="l" t="t" r="r" b="b"/>
                <a:pathLst>
                  <a:path w="68480" h="76384" extrusionOk="0">
                    <a:moveTo>
                      <a:pt x="17004" y="3614"/>
                    </a:moveTo>
                    <a:cubicBezTo>
                      <a:pt x="13765" y="-482"/>
                      <a:pt x="7765" y="-1244"/>
                      <a:pt x="3573" y="2090"/>
                    </a:cubicBezTo>
                    <a:cubicBezTo>
                      <a:pt x="-522" y="5328"/>
                      <a:pt x="-1189" y="11329"/>
                      <a:pt x="2049" y="15520"/>
                    </a:cubicBezTo>
                    <a:cubicBezTo>
                      <a:pt x="17861" y="35332"/>
                      <a:pt x="34625" y="54763"/>
                      <a:pt x="52056" y="73337"/>
                    </a:cubicBezTo>
                    <a:cubicBezTo>
                      <a:pt x="53961" y="75337"/>
                      <a:pt x="56437" y="76385"/>
                      <a:pt x="59009" y="76385"/>
                    </a:cubicBezTo>
                    <a:cubicBezTo>
                      <a:pt x="61390" y="76385"/>
                      <a:pt x="63676" y="75528"/>
                      <a:pt x="65486" y="73813"/>
                    </a:cubicBezTo>
                    <a:cubicBezTo>
                      <a:pt x="69296" y="70193"/>
                      <a:pt x="69487" y="64193"/>
                      <a:pt x="65962" y="60383"/>
                    </a:cubicBezTo>
                    <a:cubicBezTo>
                      <a:pt x="49008" y="42095"/>
                      <a:pt x="32530" y="23045"/>
                      <a:pt x="17004" y="36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7" name="Google Shape;372;p10">
                <a:extLst>
                  <a:ext uri="{FF2B5EF4-FFF2-40B4-BE49-F238E27FC236}">
                    <a16:creationId xmlns:a16="http://schemas.microsoft.com/office/drawing/2014/main" id="{B33CAB10-B92D-49BB-BD98-80522D161D07}"/>
                  </a:ext>
                </a:extLst>
              </p:cNvPr>
              <p:cNvSpPr/>
              <p:nvPr/>
            </p:nvSpPr>
            <p:spPr>
              <a:xfrm>
                <a:off x="6917802" y="4655524"/>
                <a:ext cx="84077" cy="57731"/>
              </a:xfrm>
              <a:custGeom>
                <a:avLst/>
                <a:gdLst/>
                <a:ahLst/>
                <a:cxnLst/>
                <a:rect l="l" t="t" r="r" b="b"/>
                <a:pathLst>
                  <a:path w="84077" h="57731" extrusionOk="0">
                    <a:moveTo>
                      <a:pt x="79072" y="39824"/>
                    </a:moveTo>
                    <a:cubicBezTo>
                      <a:pt x="57260" y="28013"/>
                      <a:pt x="35543" y="15154"/>
                      <a:pt x="14683" y="1534"/>
                    </a:cubicBezTo>
                    <a:cubicBezTo>
                      <a:pt x="10301" y="-1324"/>
                      <a:pt x="4396" y="-85"/>
                      <a:pt x="1538" y="4391"/>
                    </a:cubicBezTo>
                    <a:cubicBezTo>
                      <a:pt x="-1319" y="8773"/>
                      <a:pt x="-81" y="14678"/>
                      <a:pt x="4301" y="17536"/>
                    </a:cubicBezTo>
                    <a:cubicBezTo>
                      <a:pt x="25637" y="31442"/>
                      <a:pt x="47735" y="44491"/>
                      <a:pt x="70023" y="56588"/>
                    </a:cubicBezTo>
                    <a:cubicBezTo>
                      <a:pt x="71452" y="57350"/>
                      <a:pt x="72976" y="57731"/>
                      <a:pt x="74500" y="57731"/>
                    </a:cubicBezTo>
                    <a:cubicBezTo>
                      <a:pt x="77929" y="57731"/>
                      <a:pt x="81167" y="55922"/>
                      <a:pt x="82882" y="52778"/>
                    </a:cubicBezTo>
                    <a:cubicBezTo>
                      <a:pt x="85454" y="48111"/>
                      <a:pt x="83739" y="42301"/>
                      <a:pt x="79072" y="398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8" name="Google Shape;373;p10">
                <a:extLst>
                  <a:ext uri="{FF2B5EF4-FFF2-40B4-BE49-F238E27FC236}">
                    <a16:creationId xmlns:a16="http://schemas.microsoft.com/office/drawing/2014/main" id="{E8FB95DF-337E-4A86-B1E9-518BD87874FB}"/>
                  </a:ext>
                </a:extLst>
              </p:cNvPr>
              <p:cNvSpPr/>
              <p:nvPr/>
            </p:nvSpPr>
            <p:spPr>
              <a:xfrm>
                <a:off x="6798100" y="4563153"/>
                <a:ext cx="77050" cy="67615"/>
              </a:xfrm>
              <a:custGeom>
                <a:avLst/>
                <a:gdLst/>
                <a:ahLst/>
                <a:cxnLst/>
                <a:rect l="l" t="t" r="r" b="b"/>
                <a:pathLst>
                  <a:path w="77050" h="67615" extrusionOk="0">
                    <a:moveTo>
                      <a:pt x="15894" y="2464"/>
                    </a:moveTo>
                    <a:cubicBezTo>
                      <a:pt x="11989" y="-1060"/>
                      <a:pt x="5988" y="-774"/>
                      <a:pt x="2464" y="3131"/>
                    </a:cubicBezTo>
                    <a:cubicBezTo>
                      <a:pt x="-1060" y="7036"/>
                      <a:pt x="-774" y="13037"/>
                      <a:pt x="3131" y="16561"/>
                    </a:cubicBezTo>
                    <a:cubicBezTo>
                      <a:pt x="21895" y="33611"/>
                      <a:pt x="41612" y="50184"/>
                      <a:pt x="61710" y="65615"/>
                    </a:cubicBezTo>
                    <a:cubicBezTo>
                      <a:pt x="63424" y="66949"/>
                      <a:pt x="65520" y="67615"/>
                      <a:pt x="67520" y="67615"/>
                    </a:cubicBezTo>
                    <a:cubicBezTo>
                      <a:pt x="70377" y="67615"/>
                      <a:pt x="73235" y="66377"/>
                      <a:pt x="75045" y="63900"/>
                    </a:cubicBezTo>
                    <a:cubicBezTo>
                      <a:pt x="78283" y="59709"/>
                      <a:pt x="77521" y="53709"/>
                      <a:pt x="73330" y="50566"/>
                    </a:cubicBezTo>
                    <a:cubicBezTo>
                      <a:pt x="53613" y="35421"/>
                      <a:pt x="34278" y="19228"/>
                      <a:pt x="15894" y="24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9" name="Google Shape;374;p10">
                <a:extLst>
                  <a:ext uri="{FF2B5EF4-FFF2-40B4-BE49-F238E27FC236}">
                    <a16:creationId xmlns:a16="http://schemas.microsoft.com/office/drawing/2014/main" id="{FB388270-70CB-430C-AC2F-A9E659DA95F3}"/>
                  </a:ext>
                </a:extLst>
              </p:cNvPr>
              <p:cNvSpPr/>
              <p:nvPr/>
            </p:nvSpPr>
            <p:spPr>
              <a:xfrm>
                <a:off x="2514600" y="4623434"/>
                <a:ext cx="571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9050" extrusionOk="0">
                    <a:moveTo>
                      <a:pt x="47625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47625" y="19050"/>
                    </a:lnTo>
                    <a:cubicBezTo>
                      <a:pt x="52864" y="19050"/>
                      <a:pt x="57150" y="14764"/>
                      <a:pt x="57150" y="9525"/>
                    </a:cubicBezTo>
                    <a:cubicBezTo>
                      <a:pt x="57150" y="4286"/>
                      <a:pt x="52864" y="0"/>
                      <a:pt x="476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0" name="Google Shape;375;p10">
                <a:extLst>
                  <a:ext uri="{FF2B5EF4-FFF2-40B4-BE49-F238E27FC236}">
                    <a16:creationId xmlns:a16="http://schemas.microsoft.com/office/drawing/2014/main" id="{842F9EC1-8264-4C2B-B7C8-359F81E2CE41}"/>
                  </a:ext>
                </a:extLst>
              </p:cNvPr>
              <p:cNvSpPr/>
              <p:nvPr/>
            </p:nvSpPr>
            <p:spPr>
              <a:xfrm>
                <a:off x="4439030" y="3546442"/>
                <a:ext cx="9486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4869" h="19050" extrusionOk="0">
                    <a:moveTo>
                      <a:pt x="85344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5344" y="19050"/>
                    </a:lnTo>
                    <a:cubicBezTo>
                      <a:pt x="90583" y="19050"/>
                      <a:pt x="94869" y="14764"/>
                      <a:pt x="94869" y="9525"/>
                    </a:cubicBezTo>
                    <a:cubicBezTo>
                      <a:pt x="94869" y="4191"/>
                      <a:pt x="90583" y="0"/>
                      <a:pt x="85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1" name="Google Shape;376;p10">
                <a:extLst>
                  <a:ext uri="{FF2B5EF4-FFF2-40B4-BE49-F238E27FC236}">
                    <a16:creationId xmlns:a16="http://schemas.microsoft.com/office/drawing/2014/main" id="{D155F5E1-7FB2-41DC-A4B6-004FBA98777D}"/>
                  </a:ext>
                </a:extLst>
              </p:cNvPr>
              <p:cNvSpPr/>
              <p:nvPr/>
            </p:nvSpPr>
            <p:spPr>
              <a:xfrm>
                <a:off x="4590669" y="3546442"/>
                <a:ext cx="94868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4868" h="19050" extrusionOk="0">
                    <a:moveTo>
                      <a:pt x="94869" y="9525"/>
                    </a:moveTo>
                    <a:cubicBezTo>
                      <a:pt x="94869" y="4286"/>
                      <a:pt x="90583" y="0"/>
                      <a:pt x="85344" y="0"/>
                    </a:cubicBez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5344" y="19050"/>
                    </a:lnTo>
                    <a:cubicBezTo>
                      <a:pt x="90583" y="19050"/>
                      <a:pt x="94869" y="14764"/>
                      <a:pt x="9486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2" name="Google Shape;377;p10">
                <a:extLst>
                  <a:ext uri="{FF2B5EF4-FFF2-40B4-BE49-F238E27FC236}">
                    <a16:creationId xmlns:a16="http://schemas.microsoft.com/office/drawing/2014/main" id="{F3BCD909-8C65-440F-80B1-83CCAE650FD4}"/>
                  </a:ext>
                </a:extLst>
              </p:cNvPr>
              <p:cNvSpPr/>
              <p:nvPr/>
            </p:nvSpPr>
            <p:spPr>
              <a:xfrm>
                <a:off x="4287392" y="3546442"/>
                <a:ext cx="9486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4869" h="19050" extrusionOk="0">
                    <a:moveTo>
                      <a:pt x="85344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5344" y="19050"/>
                    </a:lnTo>
                    <a:cubicBezTo>
                      <a:pt x="90583" y="19050"/>
                      <a:pt x="94869" y="14764"/>
                      <a:pt x="94869" y="9525"/>
                    </a:cubicBezTo>
                    <a:cubicBezTo>
                      <a:pt x="94869" y="4191"/>
                      <a:pt x="90678" y="0"/>
                      <a:pt x="85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3" name="Google Shape;378;p10">
                <a:extLst>
                  <a:ext uri="{FF2B5EF4-FFF2-40B4-BE49-F238E27FC236}">
                    <a16:creationId xmlns:a16="http://schemas.microsoft.com/office/drawing/2014/main" id="{B2396ADA-BBBA-4A4F-8CEC-7F2E08682FC6}"/>
                  </a:ext>
                </a:extLst>
              </p:cNvPr>
              <p:cNvSpPr/>
              <p:nvPr/>
            </p:nvSpPr>
            <p:spPr>
              <a:xfrm>
                <a:off x="3860794" y="3623644"/>
                <a:ext cx="80944" cy="62720"/>
              </a:xfrm>
              <a:custGeom>
                <a:avLst/>
                <a:gdLst/>
                <a:ahLst/>
                <a:cxnLst/>
                <a:rect l="l" t="t" r="r" b="b"/>
                <a:pathLst>
                  <a:path w="80944" h="62720" extrusionOk="0">
                    <a:moveTo>
                      <a:pt x="66459" y="1380"/>
                    </a:moveTo>
                    <a:cubicBezTo>
                      <a:pt x="44551" y="14620"/>
                      <a:pt x="23310" y="29574"/>
                      <a:pt x="3498" y="45766"/>
                    </a:cubicBezTo>
                    <a:cubicBezTo>
                      <a:pt x="-597" y="49100"/>
                      <a:pt x="-1169" y="55101"/>
                      <a:pt x="2165" y="59196"/>
                    </a:cubicBezTo>
                    <a:cubicBezTo>
                      <a:pt x="4070" y="61482"/>
                      <a:pt x="6832" y="62721"/>
                      <a:pt x="9594" y="62721"/>
                    </a:cubicBezTo>
                    <a:cubicBezTo>
                      <a:pt x="11690" y="62721"/>
                      <a:pt x="13881" y="62054"/>
                      <a:pt x="15595" y="60625"/>
                    </a:cubicBezTo>
                    <a:cubicBezTo>
                      <a:pt x="34740" y="45004"/>
                      <a:pt x="55219" y="30621"/>
                      <a:pt x="76365" y="17763"/>
                    </a:cubicBezTo>
                    <a:cubicBezTo>
                      <a:pt x="80842" y="15000"/>
                      <a:pt x="82270" y="9190"/>
                      <a:pt x="79603" y="4713"/>
                    </a:cubicBezTo>
                    <a:cubicBezTo>
                      <a:pt x="76746" y="141"/>
                      <a:pt x="70935" y="-1383"/>
                      <a:pt x="66459" y="138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" name="Google Shape;379;p10">
                <a:extLst>
                  <a:ext uri="{FF2B5EF4-FFF2-40B4-BE49-F238E27FC236}">
                    <a16:creationId xmlns:a16="http://schemas.microsoft.com/office/drawing/2014/main" id="{7DF8667D-43F0-468A-A1F3-FBFFF867CF63}"/>
                  </a:ext>
                </a:extLst>
              </p:cNvPr>
              <p:cNvSpPr/>
              <p:nvPr/>
            </p:nvSpPr>
            <p:spPr>
              <a:xfrm>
                <a:off x="3990006" y="3564512"/>
                <a:ext cx="90626" cy="43652"/>
              </a:xfrm>
              <a:custGeom>
                <a:avLst/>
                <a:gdLst/>
                <a:ahLst/>
                <a:cxnLst/>
                <a:rect l="l" t="t" r="r" b="b"/>
                <a:pathLst>
                  <a:path w="90626" h="43652" extrusionOk="0">
                    <a:moveTo>
                      <a:pt x="78693" y="313"/>
                    </a:moveTo>
                    <a:cubicBezTo>
                      <a:pt x="53928" y="6886"/>
                      <a:pt x="29449" y="15363"/>
                      <a:pt x="5827" y="25364"/>
                    </a:cubicBezTo>
                    <a:cubicBezTo>
                      <a:pt x="969" y="27460"/>
                      <a:pt x="-1317" y="32984"/>
                      <a:pt x="778" y="37842"/>
                    </a:cubicBezTo>
                    <a:cubicBezTo>
                      <a:pt x="2302" y="41461"/>
                      <a:pt x="5827" y="43652"/>
                      <a:pt x="9541" y="43652"/>
                    </a:cubicBezTo>
                    <a:cubicBezTo>
                      <a:pt x="10780" y="43652"/>
                      <a:pt x="12018" y="43366"/>
                      <a:pt x="13256" y="42890"/>
                    </a:cubicBezTo>
                    <a:cubicBezTo>
                      <a:pt x="36021" y="33175"/>
                      <a:pt x="59738" y="25078"/>
                      <a:pt x="83551" y="18697"/>
                    </a:cubicBezTo>
                    <a:cubicBezTo>
                      <a:pt x="88599" y="17363"/>
                      <a:pt x="91647" y="12124"/>
                      <a:pt x="90314" y="7076"/>
                    </a:cubicBezTo>
                    <a:cubicBezTo>
                      <a:pt x="88980" y="2028"/>
                      <a:pt x="83836" y="-1020"/>
                      <a:pt x="78693" y="3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" name="Google Shape;380;p10">
                <a:extLst>
                  <a:ext uri="{FF2B5EF4-FFF2-40B4-BE49-F238E27FC236}">
                    <a16:creationId xmlns:a16="http://schemas.microsoft.com/office/drawing/2014/main" id="{F8D3FC37-04A0-4B1C-AFB3-84FD1753F77E}"/>
                  </a:ext>
                </a:extLst>
              </p:cNvPr>
              <p:cNvSpPr/>
              <p:nvPr/>
            </p:nvSpPr>
            <p:spPr>
              <a:xfrm>
                <a:off x="3757991" y="3719052"/>
                <a:ext cx="66470" cy="78088"/>
              </a:xfrm>
              <a:custGeom>
                <a:avLst/>
                <a:gdLst/>
                <a:ahLst/>
                <a:cxnLst/>
                <a:rect l="l" t="t" r="r" b="b"/>
                <a:pathLst>
                  <a:path w="66470" h="78088" extrusionOk="0">
                    <a:moveTo>
                      <a:pt x="50008" y="3032"/>
                    </a:moveTo>
                    <a:cubicBezTo>
                      <a:pt x="32578" y="21891"/>
                      <a:pt x="16290" y="42084"/>
                      <a:pt x="1717" y="63134"/>
                    </a:cubicBezTo>
                    <a:cubicBezTo>
                      <a:pt x="-1331" y="67421"/>
                      <a:pt x="-188" y="73421"/>
                      <a:pt x="4098" y="76374"/>
                    </a:cubicBezTo>
                    <a:cubicBezTo>
                      <a:pt x="5717" y="77517"/>
                      <a:pt x="7622" y="78088"/>
                      <a:pt x="9527" y="78088"/>
                    </a:cubicBezTo>
                    <a:cubicBezTo>
                      <a:pt x="12575" y="78088"/>
                      <a:pt x="15528" y="76660"/>
                      <a:pt x="17338" y="73993"/>
                    </a:cubicBezTo>
                    <a:cubicBezTo>
                      <a:pt x="31435" y="53704"/>
                      <a:pt x="47151" y="34178"/>
                      <a:pt x="63915" y="15986"/>
                    </a:cubicBezTo>
                    <a:cubicBezTo>
                      <a:pt x="67535" y="12175"/>
                      <a:pt x="67249" y="6079"/>
                      <a:pt x="63439" y="2555"/>
                    </a:cubicBezTo>
                    <a:cubicBezTo>
                      <a:pt x="59629" y="-1064"/>
                      <a:pt x="53628" y="-779"/>
                      <a:pt x="50008" y="30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6" name="Google Shape;381;p10">
                <a:extLst>
                  <a:ext uri="{FF2B5EF4-FFF2-40B4-BE49-F238E27FC236}">
                    <a16:creationId xmlns:a16="http://schemas.microsoft.com/office/drawing/2014/main" id="{8E02EA11-45B9-4D3B-A374-CA196E34C80C}"/>
                  </a:ext>
                </a:extLst>
              </p:cNvPr>
              <p:cNvSpPr/>
              <p:nvPr/>
            </p:nvSpPr>
            <p:spPr>
              <a:xfrm>
                <a:off x="4135963" y="3546442"/>
                <a:ext cx="94660" cy="22859"/>
              </a:xfrm>
              <a:custGeom>
                <a:avLst/>
                <a:gdLst/>
                <a:ahLst/>
                <a:cxnLst/>
                <a:rect l="l" t="t" r="r" b="b"/>
                <a:pathLst>
                  <a:path w="94660" h="22859" extrusionOk="0">
                    <a:moveTo>
                      <a:pt x="85136" y="0"/>
                    </a:moveTo>
                    <a:lnTo>
                      <a:pt x="74182" y="0"/>
                    </a:lnTo>
                    <a:cubicBezTo>
                      <a:pt x="52179" y="0"/>
                      <a:pt x="29986" y="1333"/>
                      <a:pt x="8364" y="3905"/>
                    </a:cubicBezTo>
                    <a:cubicBezTo>
                      <a:pt x="3125" y="4572"/>
                      <a:pt x="-589" y="9239"/>
                      <a:pt x="77" y="14478"/>
                    </a:cubicBezTo>
                    <a:cubicBezTo>
                      <a:pt x="649" y="19336"/>
                      <a:pt x="4745" y="22860"/>
                      <a:pt x="9507" y="22860"/>
                    </a:cubicBezTo>
                    <a:cubicBezTo>
                      <a:pt x="9888" y="22860"/>
                      <a:pt x="10269" y="22860"/>
                      <a:pt x="10650" y="22765"/>
                    </a:cubicBezTo>
                    <a:cubicBezTo>
                      <a:pt x="31510" y="20288"/>
                      <a:pt x="52941" y="18955"/>
                      <a:pt x="74182" y="18955"/>
                    </a:cubicBezTo>
                    <a:lnTo>
                      <a:pt x="85136" y="18955"/>
                    </a:lnTo>
                    <a:cubicBezTo>
                      <a:pt x="90374" y="18955"/>
                      <a:pt x="94661" y="14668"/>
                      <a:pt x="94661" y="9430"/>
                    </a:cubicBezTo>
                    <a:cubicBezTo>
                      <a:pt x="94661" y="4191"/>
                      <a:pt x="90470" y="0"/>
                      <a:pt x="851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7" name="Google Shape;382;p10">
                <a:extLst>
                  <a:ext uri="{FF2B5EF4-FFF2-40B4-BE49-F238E27FC236}">
                    <a16:creationId xmlns:a16="http://schemas.microsoft.com/office/drawing/2014/main" id="{5CD50266-704F-47DC-AE84-45A4A70DA76B}"/>
                  </a:ext>
                </a:extLst>
              </p:cNvPr>
              <p:cNvSpPr/>
              <p:nvPr/>
            </p:nvSpPr>
            <p:spPr>
              <a:xfrm>
                <a:off x="4620005" y="3786758"/>
                <a:ext cx="19050" cy="94869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4869" extrusionOk="0">
                    <a:moveTo>
                      <a:pt x="19050" y="9525"/>
                    </a:moveTo>
                    <a:cubicBezTo>
                      <a:pt x="19050" y="4286"/>
                      <a:pt x="14764" y="0"/>
                      <a:pt x="9525" y="0"/>
                    </a:cubicBezTo>
                    <a:cubicBezTo>
                      <a:pt x="4286" y="0"/>
                      <a:pt x="0" y="4286"/>
                      <a:pt x="0" y="9525"/>
                    </a:cubicBezTo>
                    <a:lnTo>
                      <a:pt x="0" y="85344"/>
                    </a:lnTo>
                    <a:cubicBezTo>
                      <a:pt x="0" y="90583"/>
                      <a:pt x="4286" y="94869"/>
                      <a:pt x="9525" y="94869"/>
                    </a:cubicBezTo>
                    <a:cubicBezTo>
                      <a:pt x="14764" y="94869"/>
                      <a:pt x="19050" y="90583"/>
                      <a:pt x="19050" y="85344"/>
                    </a:cubicBezTo>
                    <a:lnTo>
                      <a:pt x="19050" y="952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8" name="Google Shape;383;p10">
                <a:extLst>
                  <a:ext uri="{FF2B5EF4-FFF2-40B4-BE49-F238E27FC236}">
                    <a16:creationId xmlns:a16="http://schemas.microsoft.com/office/drawing/2014/main" id="{DF17EF2D-AD70-4F84-BAF7-2087E023B42D}"/>
                  </a:ext>
                </a:extLst>
              </p:cNvPr>
              <p:cNvSpPr/>
              <p:nvPr/>
            </p:nvSpPr>
            <p:spPr>
              <a:xfrm>
                <a:off x="4822724" y="4639167"/>
                <a:ext cx="77673" cy="66944"/>
              </a:xfrm>
              <a:custGeom>
                <a:avLst/>
                <a:gdLst/>
                <a:ahLst/>
                <a:cxnLst/>
                <a:rect l="l" t="t" r="r" b="b"/>
                <a:pathLst>
                  <a:path w="77673" h="66944" extrusionOk="0">
                    <a:moveTo>
                      <a:pt x="15975" y="2555"/>
                    </a:moveTo>
                    <a:cubicBezTo>
                      <a:pt x="12070" y="-1064"/>
                      <a:pt x="6069" y="-778"/>
                      <a:pt x="2545" y="3031"/>
                    </a:cubicBezTo>
                    <a:cubicBezTo>
                      <a:pt x="-1074" y="6937"/>
                      <a:pt x="-789" y="12938"/>
                      <a:pt x="3117" y="16462"/>
                    </a:cubicBezTo>
                    <a:cubicBezTo>
                      <a:pt x="21881" y="33797"/>
                      <a:pt x="41979" y="50180"/>
                      <a:pt x="62648" y="65135"/>
                    </a:cubicBezTo>
                    <a:cubicBezTo>
                      <a:pt x="64362" y="66373"/>
                      <a:pt x="66267" y="66944"/>
                      <a:pt x="68172" y="66944"/>
                    </a:cubicBezTo>
                    <a:cubicBezTo>
                      <a:pt x="71125" y="66944"/>
                      <a:pt x="74078" y="65611"/>
                      <a:pt x="75888" y="63039"/>
                    </a:cubicBezTo>
                    <a:cubicBezTo>
                      <a:pt x="78936" y="58753"/>
                      <a:pt x="77983" y="52847"/>
                      <a:pt x="73792" y="49704"/>
                    </a:cubicBezTo>
                    <a:cubicBezTo>
                      <a:pt x="53599" y="35321"/>
                      <a:pt x="34168" y="19414"/>
                      <a:pt x="15975" y="25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9" name="Google Shape;384;p10">
                <a:extLst>
                  <a:ext uri="{FF2B5EF4-FFF2-40B4-BE49-F238E27FC236}">
                    <a16:creationId xmlns:a16="http://schemas.microsoft.com/office/drawing/2014/main" id="{E5A540D0-BA5D-453A-9CF9-BB2504A7453F}"/>
                  </a:ext>
                </a:extLst>
              </p:cNvPr>
              <p:cNvSpPr/>
              <p:nvPr/>
            </p:nvSpPr>
            <p:spPr>
              <a:xfrm>
                <a:off x="4656764" y="4389016"/>
                <a:ext cx="48885" cy="88685"/>
              </a:xfrm>
              <a:custGeom>
                <a:avLst/>
                <a:gdLst/>
                <a:ahLst/>
                <a:cxnLst/>
                <a:rect l="l" t="t" r="r" b="b"/>
                <a:pathLst>
                  <a:path w="48885" h="88685" extrusionOk="0">
                    <a:moveTo>
                      <a:pt x="18487" y="6295"/>
                    </a:moveTo>
                    <a:cubicBezTo>
                      <a:pt x="16677" y="1342"/>
                      <a:pt x="11248" y="-1230"/>
                      <a:pt x="6295" y="580"/>
                    </a:cubicBezTo>
                    <a:cubicBezTo>
                      <a:pt x="1342" y="2389"/>
                      <a:pt x="-1230" y="7818"/>
                      <a:pt x="580" y="12772"/>
                    </a:cubicBezTo>
                    <a:cubicBezTo>
                      <a:pt x="9247" y="36870"/>
                      <a:pt x="19439" y="60587"/>
                      <a:pt x="30869" y="83447"/>
                    </a:cubicBezTo>
                    <a:cubicBezTo>
                      <a:pt x="32584" y="86781"/>
                      <a:pt x="35917" y="88686"/>
                      <a:pt x="39346" y="88686"/>
                    </a:cubicBezTo>
                    <a:cubicBezTo>
                      <a:pt x="40775" y="88686"/>
                      <a:pt x="42204" y="88305"/>
                      <a:pt x="43633" y="87638"/>
                    </a:cubicBezTo>
                    <a:cubicBezTo>
                      <a:pt x="48300" y="85257"/>
                      <a:pt x="50205" y="79542"/>
                      <a:pt x="47919" y="74875"/>
                    </a:cubicBezTo>
                    <a:cubicBezTo>
                      <a:pt x="36775" y="52681"/>
                      <a:pt x="26869" y="29631"/>
                      <a:pt x="18487" y="62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0" name="Google Shape;385;p10">
                <a:extLst>
                  <a:ext uri="{FF2B5EF4-FFF2-40B4-BE49-F238E27FC236}">
                    <a16:creationId xmlns:a16="http://schemas.microsoft.com/office/drawing/2014/main" id="{C40EF910-DD62-4B63-AA3C-F0EB43051300}"/>
                  </a:ext>
                </a:extLst>
              </p:cNvPr>
              <p:cNvSpPr/>
              <p:nvPr/>
            </p:nvSpPr>
            <p:spPr>
              <a:xfrm>
                <a:off x="4724600" y="4524098"/>
                <a:ext cx="64670" cy="79619"/>
              </a:xfrm>
              <a:custGeom>
                <a:avLst/>
                <a:gdLst/>
                <a:ahLst/>
                <a:cxnLst/>
                <a:rect l="l" t="t" r="r" b="b"/>
                <a:pathLst>
                  <a:path w="64670" h="79619" extrusionOk="0">
                    <a:moveTo>
                      <a:pt x="17516" y="4277"/>
                    </a:moveTo>
                    <a:cubicBezTo>
                      <a:pt x="14659" y="-105"/>
                      <a:pt x="8658" y="-1343"/>
                      <a:pt x="4276" y="1610"/>
                    </a:cubicBezTo>
                    <a:cubicBezTo>
                      <a:pt x="-105" y="4467"/>
                      <a:pt x="-1343" y="10468"/>
                      <a:pt x="1609" y="14849"/>
                    </a:cubicBezTo>
                    <a:cubicBezTo>
                      <a:pt x="15706" y="36090"/>
                      <a:pt x="31327" y="56759"/>
                      <a:pt x="47901" y="76286"/>
                    </a:cubicBezTo>
                    <a:cubicBezTo>
                      <a:pt x="49806" y="78476"/>
                      <a:pt x="52473" y="79619"/>
                      <a:pt x="55140" y="79619"/>
                    </a:cubicBezTo>
                    <a:cubicBezTo>
                      <a:pt x="57331" y="79619"/>
                      <a:pt x="59521" y="78857"/>
                      <a:pt x="61331" y="77333"/>
                    </a:cubicBezTo>
                    <a:cubicBezTo>
                      <a:pt x="65332" y="73904"/>
                      <a:pt x="65808" y="67903"/>
                      <a:pt x="62379" y="63903"/>
                    </a:cubicBezTo>
                    <a:cubicBezTo>
                      <a:pt x="46282" y="44948"/>
                      <a:pt x="31137" y="24850"/>
                      <a:pt x="17516" y="42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1" name="Google Shape;386;p10">
                <a:extLst>
                  <a:ext uri="{FF2B5EF4-FFF2-40B4-BE49-F238E27FC236}">
                    <a16:creationId xmlns:a16="http://schemas.microsoft.com/office/drawing/2014/main" id="{7021BDB4-68B6-4F80-BB76-80EB775AFDD9}"/>
                  </a:ext>
                </a:extLst>
              </p:cNvPr>
              <p:cNvSpPr/>
              <p:nvPr/>
            </p:nvSpPr>
            <p:spPr>
              <a:xfrm>
                <a:off x="4620005" y="3938396"/>
                <a:ext cx="19050" cy="94869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4869" extrusionOk="0">
                    <a:moveTo>
                      <a:pt x="9525" y="0"/>
                    </a:moveTo>
                    <a:cubicBezTo>
                      <a:pt x="4286" y="0"/>
                      <a:pt x="0" y="4286"/>
                      <a:pt x="0" y="9525"/>
                    </a:cubicBezTo>
                    <a:lnTo>
                      <a:pt x="0" y="85344"/>
                    </a:lnTo>
                    <a:cubicBezTo>
                      <a:pt x="0" y="90583"/>
                      <a:pt x="4286" y="94869"/>
                      <a:pt x="9525" y="94869"/>
                    </a:cubicBezTo>
                    <a:cubicBezTo>
                      <a:pt x="14764" y="94869"/>
                      <a:pt x="19050" y="90583"/>
                      <a:pt x="19050" y="85344"/>
                    </a:cubicBezTo>
                    <a:lnTo>
                      <a:pt x="19050" y="9525"/>
                    </a:lnTo>
                    <a:cubicBezTo>
                      <a:pt x="19050" y="4286"/>
                      <a:pt x="14764" y="0"/>
                      <a:pt x="95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2" name="Google Shape;387;p10">
                <a:extLst>
                  <a:ext uri="{FF2B5EF4-FFF2-40B4-BE49-F238E27FC236}">
                    <a16:creationId xmlns:a16="http://schemas.microsoft.com/office/drawing/2014/main" id="{C2662FA4-2D10-4240-9290-E85AC8101A4D}"/>
                  </a:ext>
                </a:extLst>
              </p:cNvPr>
              <p:cNvSpPr/>
              <p:nvPr/>
            </p:nvSpPr>
            <p:spPr>
              <a:xfrm>
                <a:off x="4623282" y="4241520"/>
                <a:ext cx="31277" cy="93782"/>
              </a:xfrm>
              <a:custGeom>
                <a:avLst/>
                <a:gdLst/>
                <a:ahLst/>
                <a:cxnLst/>
                <a:rect l="l" t="t" r="r" b="b"/>
                <a:pathLst>
                  <a:path w="31277" h="93782" extrusionOk="0">
                    <a:moveTo>
                      <a:pt x="19012" y="8534"/>
                    </a:moveTo>
                    <a:cubicBezTo>
                      <a:pt x="18440" y="3295"/>
                      <a:pt x="13868" y="-515"/>
                      <a:pt x="8534" y="57"/>
                    </a:cubicBezTo>
                    <a:cubicBezTo>
                      <a:pt x="3295" y="628"/>
                      <a:pt x="-515" y="5295"/>
                      <a:pt x="57" y="10534"/>
                    </a:cubicBezTo>
                    <a:cubicBezTo>
                      <a:pt x="2724" y="35966"/>
                      <a:pt x="6915" y="61493"/>
                      <a:pt x="12534" y="86353"/>
                    </a:cubicBezTo>
                    <a:cubicBezTo>
                      <a:pt x="13582" y="90735"/>
                      <a:pt x="17488" y="93783"/>
                      <a:pt x="21774" y="93783"/>
                    </a:cubicBezTo>
                    <a:cubicBezTo>
                      <a:pt x="22441" y="93783"/>
                      <a:pt x="23203" y="93688"/>
                      <a:pt x="23869" y="93497"/>
                    </a:cubicBezTo>
                    <a:cubicBezTo>
                      <a:pt x="29013" y="92354"/>
                      <a:pt x="32251" y="87210"/>
                      <a:pt x="31013" y="82067"/>
                    </a:cubicBezTo>
                    <a:cubicBezTo>
                      <a:pt x="25679" y="58064"/>
                      <a:pt x="21583" y="33299"/>
                      <a:pt x="19012" y="853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3" name="Google Shape;388;p10">
                <a:extLst>
                  <a:ext uri="{FF2B5EF4-FFF2-40B4-BE49-F238E27FC236}">
                    <a16:creationId xmlns:a16="http://schemas.microsoft.com/office/drawing/2014/main" id="{15211E29-EBDB-4546-B08F-6D400536E416}"/>
                  </a:ext>
                </a:extLst>
              </p:cNvPr>
              <p:cNvSpPr/>
              <p:nvPr/>
            </p:nvSpPr>
            <p:spPr>
              <a:xfrm>
                <a:off x="4620005" y="4090034"/>
                <a:ext cx="19050" cy="94868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4868" extrusionOk="0">
                    <a:moveTo>
                      <a:pt x="19050" y="85344"/>
                    </a:moveTo>
                    <a:lnTo>
                      <a:pt x="19050" y="9525"/>
                    </a:lnTo>
                    <a:cubicBezTo>
                      <a:pt x="19050" y="4286"/>
                      <a:pt x="14764" y="0"/>
                      <a:pt x="9525" y="0"/>
                    </a:cubicBezTo>
                    <a:cubicBezTo>
                      <a:pt x="4286" y="0"/>
                      <a:pt x="0" y="4286"/>
                      <a:pt x="0" y="9525"/>
                    </a:cubicBezTo>
                    <a:lnTo>
                      <a:pt x="0" y="85344"/>
                    </a:lnTo>
                    <a:cubicBezTo>
                      <a:pt x="0" y="90583"/>
                      <a:pt x="4286" y="94869"/>
                      <a:pt x="9525" y="94869"/>
                    </a:cubicBezTo>
                    <a:cubicBezTo>
                      <a:pt x="14764" y="94869"/>
                      <a:pt x="19050" y="90583"/>
                      <a:pt x="19050" y="853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4" name="Google Shape;389;p10">
                <a:extLst>
                  <a:ext uri="{FF2B5EF4-FFF2-40B4-BE49-F238E27FC236}">
                    <a16:creationId xmlns:a16="http://schemas.microsoft.com/office/drawing/2014/main" id="{920653D1-512B-4BAB-998F-7E6F66EEBFAE}"/>
                  </a:ext>
                </a:extLst>
              </p:cNvPr>
              <p:cNvSpPr/>
              <p:nvPr/>
            </p:nvSpPr>
            <p:spPr>
              <a:xfrm>
                <a:off x="3083433" y="4622277"/>
                <a:ext cx="94798" cy="20207"/>
              </a:xfrm>
              <a:custGeom>
                <a:avLst/>
                <a:gdLst/>
                <a:ahLst/>
                <a:cxnLst/>
                <a:rect l="l" t="t" r="r" b="b"/>
                <a:pathLst>
                  <a:path w="94798" h="20207" extrusionOk="0">
                    <a:moveTo>
                      <a:pt x="84677" y="14"/>
                    </a:moveTo>
                    <a:cubicBezTo>
                      <a:pt x="73057" y="776"/>
                      <a:pt x="61341" y="1157"/>
                      <a:pt x="49721" y="1157"/>
                    </a:cubicBezTo>
                    <a:lnTo>
                      <a:pt x="9525" y="1157"/>
                    </a:lnTo>
                    <a:cubicBezTo>
                      <a:pt x="4286" y="1157"/>
                      <a:pt x="0" y="5444"/>
                      <a:pt x="0" y="10682"/>
                    </a:cubicBezTo>
                    <a:cubicBezTo>
                      <a:pt x="0" y="15921"/>
                      <a:pt x="4286" y="20207"/>
                      <a:pt x="9525" y="20207"/>
                    </a:cubicBezTo>
                    <a:lnTo>
                      <a:pt x="49721" y="20207"/>
                    </a:lnTo>
                    <a:cubicBezTo>
                      <a:pt x="61722" y="20207"/>
                      <a:pt x="73914" y="19826"/>
                      <a:pt x="85915" y="19064"/>
                    </a:cubicBezTo>
                    <a:cubicBezTo>
                      <a:pt x="91154" y="18683"/>
                      <a:pt x="95155" y="14207"/>
                      <a:pt x="94774" y="8968"/>
                    </a:cubicBezTo>
                    <a:cubicBezTo>
                      <a:pt x="94393" y="3729"/>
                      <a:pt x="89916" y="-271"/>
                      <a:pt x="84677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5" name="Google Shape;390;p10">
                <a:extLst>
                  <a:ext uri="{FF2B5EF4-FFF2-40B4-BE49-F238E27FC236}">
                    <a16:creationId xmlns:a16="http://schemas.microsoft.com/office/drawing/2014/main" id="{D8289634-C47B-4CBA-8BD3-5D16DD203963}"/>
                  </a:ext>
                </a:extLst>
              </p:cNvPr>
              <p:cNvSpPr/>
              <p:nvPr/>
            </p:nvSpPr>
            <p:spPr>
              <a:xfrm>
                <a:off x="4742307" y="3546442"/>
                <a:ext cx="94868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4868" h="19050" extrusionOk="0">
                    <a:moveTo>
                      <a:pt x="9525" y="0"/>
                    </a:move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5344" y="19050"/>
                    </a:lnTo>
                    <a:cubicBezTo>
                      <a:pt x="90583" y="19050"/>
                      <a:pt x="94869" y="14764"/>
                      <a:pt x="94869" y="9525"/>
                    </a:cubicBezTo>
                    <a:cubicBezTo>
                      <a:pt x="94869" y="4286"/>
                      <a:pt x="90583" y="0"/>
                      <a:pt x="85344" y="0"/>
                    </a:cubicBezTo>
                    <a:lnTo>
                      <a:pt x="952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" name="Google Shape;391;p10">
                <a:extLst>
                  <a:ext uri="{FF2B5EF4-FFF2-40B4-BE49-F238E27FC236}">
                    <a16:creationId xmlns:a16="http://schemas.microsoft.com/office/drawing/2014/main" id="{3A4CB64A-BBB2-4307-A9C1-BF21AEC72861}"/>
                  </a:ext>
                </a:extLst>
              </p:cNvPr>
              <p:cNvSpPr/>
              <p:nvPr/>
            </p:nvSpPr>
            <p:spPr>
              <a:xfrm>
                <a:off x="3690141" y="3843166"/>
                <a:ext cx="48243" cy="88943"/>
              </a:xfrm>
              <a:custGeom>
                <a:avLst/>
                <a:gdLst/>
                <a:ahLst/>
                <a:cxnLst/>
                <a:rect l="l" t="t" r="r" b="b"/>
                <a:pathLst>
                  <a:path w="48243" h="88943" extrusionOk="0">
                    <a:moveTo>
                      <a:pt x="42991" y="1028"/>
                    </a:moveTo>
                    <a:cubicBezTo>
                      <a:pt x="38229" y="-1354"/>
                      <a:pt x="32514" y="551"/>
                      <a:pt x="30228" y="5219"/>
                    </a:cubicBezTo>
                    <a:cubicBezTo>
                      <a:pt x="18703" y="28174"/>
                      <a:pt x="8701" y="52082"/>
                      <a:pt x="510" y="76370"/>
                    </a:cubicBezTo>
                    <a:cubicBezTo>
                      <a:pt x="-1205" y="81323"/>
                      <a:pt x="1558" y="86753"/>
                      <a:pt x="6511" y="88467"/>
                    </a:cubicBezTo>
                    <a:cubicBezTo>
                      <a:pt x="7558" y="88848"/>
                      <a:pt x="8511" y="88943"/>
                      <a:pt x="9559" y="88943"/>
                    </a:cubicBezTo>
                    <a:cubicBezTo>
                      <a:pt x="13559" y="88943"/>
                      <a:pt x="17274" y="86467"/>
                      <a:pt x="18607" y="82466"/>
                    </a:cubicBezTo>
                    <a:cubicBezTo>
                      <a:pt x="26513" y="59035"/>
                      <a:pt x="36133" y="35889"/>
                      <a:pt x="47278" y="13791"/>
                    </a:cubicBezTo>
                    <a:cubicBezTo>
                      <a:pt x="49564" y="9124"/>
                      <a:pt x="47659" y="3409"/>
                      <a:pt x="42991" y="10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7" name="Google Shape;392;p10">
                <a:extLst>
                  <a:ext uri="{FF2B5EF4-FFF2-40B4-BE49-F238E27FC236}">
                    <a16:creationId xmlns:a16="http://schemas.microsoft.com/office/drawing/2014/main" id="{F0114EB5-1748-431E-8F75-D90EFAECC79A}"/>
                  </a:ext>
                </a:extLst>
              </p:cNvPr>
              <p:cNvSpPr/>
              <p:nvPr/>
            </p:nvSpPr>
            <p:spPr>
              <a:xfrm>
                <a:off x="2780156" y="4623434"/>
                <a:ext cx="9486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4869" h="19050" extrusionOk="0">
                    <a:moveTo>
                      <a:pt x="85344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5344" y="19050"/>
                    </a:lnTo>
                    <a:cubicBezTo>
                      <a:pt x="90583" y="19050"/>
                      <a:pt x="94869" y="14764"/>
                      <a:pt x="94869" y="9525"/>
                    </a:cubicBezTo>
                    <a:cubicBezTo>
                      <a:pt x="94869" y="4286"/>
                      <a:pt x="90583" y="0"/>
                      <a:pt x="85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8" name="Google Shape;393;p10">
                <a:extLst>
                  <a:ext uri="{FF2B5EF4-FFF2-40B4-BE49-F238E27FC236}">
                    <a16:creationId xmlns:a16="http://schemas.microsoft.com/office/drawing/2014/main" id="{93C30081-096C-41DE-9E62-90E4F8570599}"/>
                  </a:ext>
                </a:extLst>
              </p:cNvPr>
              <p:cNvSpPr/>
              <p:nvPr/>
            </p:nvSpPr>
            <p:spPr>
              <a:xfrm>
                <a:off x="2628519" y="4623434"/>
                <a:ext cx="9486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4869" h="19050" extrusionOk="0">
                    <a:moveTo>
                      <a:pt x="85344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5344" y="19050"/>
                    </a:lnTo>
                    <a:cubicBezTo>
                      <a:pt x="90583" y="19050"/>
                      <a:pt x="94869" y="14764"/>
                      <a:pt x="94869" y="9525"/>
                    </a:cubicBezTo>
                    <a:cubicBezTo>
                      <a:pt x="94869" y="4286"/>
                      <a:pt x="90583" y="0"/>
                      <a:pt x="85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9" name="Google Shape;394;p10">
                <a:extLst>
                  <a:ext uri="{FF2B5EF4-FFF2-40B4-BE49-F238E27FC236}">
                    <a16:creationId xmlns:a16="http://schemas.microsoft.com/office/drawing/2014/main" id="{A7EFDAC2-245B-4D88-89F5-943C035E4705}"/>
                  </a:ext>
                </a:extLst>
              </p:cNvPr>
              <p:cNvSpPr/>
              <p:nvPr/>
            </p:nvSpPr>
            <p:spPr>
              <a:xfrm>
                <a:off x="5816905" y="3901543"/>
                <a:ext cx="48061" cy="89144"/>
              </a:xfrm>
              <a:custGeom>
                <a:avLst/>
                <a:gdLst/>
                <a:ahLst/>
                <a:cxnLst/>
                <a:rect l="l" t="t" r="r" b="b"/>
                <a:pathLst>
                  <a:path w="48061" h="89144" extrusionOk="0">
                    <a:moveTo>
                      <a:pt x="5346" y="944"/>
                    </a:moveTo>
                    <a:cubicBezTo>
                      <a:pt x="583" y="3229"/>
                      <a:pt x="-1322" y="8944"/>
                      <a:pt x="964" y="13707"/>
                    </a:cubicBezTo>
                    <a:cubicBezTo>
                      <a:pt x="11823" y="35995"/>
                      <a:pt x="21348" y="59236"/>
                      <a:pt x="29444" y="82668"/>
                    </a:cubicBezTo>
                    <a:cubicBezTo>
                      <a:pt x="30777" y="86573"/>
                      <a:pt x="34492" y="89145"/>
                      <a:pt x="38493" y="89145"/>
                    </a:cubicBezTo>
                    <a:cubicBezTo>
                      <a:pt x="39541" y="89145"/>
                      <a:pt x="40588" y="88954"/>
                      <a:pt x="41636" y="88669"/>
                    </a:cubicBezTo>
                    <a:cubicBezTo>
                      <a:pt x="46589" y="86954"/>
                      <a:pt x="49256" y="81525"/>
                      <a:pt x="47541" y="76572"/>
                    </a:cubicBezTo>
                    <a:cubicBezTo>
                      <a:pt x="39255" y="52378"/>
                      <a:pt x="29349" y="28471"/>
                      <a:pt x="18204" y="5515"/>
                    </a:cubicBezTo>
                    <a:cubicBezTo>
                      <a:pt x="15728" y="658"/>
                      <a:pt x="10013" y="-1343"/>
                      <a:pt x="5346" y="9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0" name="Google Shape;395;p10">
                <a:extLst>
                  <a:ext uri="{FF2B5EF4-FFF2-40B4-BE49-F238E27FC236}">
                    <a16:creationId xmlns:a16="http://schemas.microsoft.com/office/drawing/2014/main" id="{F02CF22D-FB21-4ACA-AF1E-103B5F4550AC}"/>
                  </a:ext>
                </a:extLst>
              </p:cNvPr>
              <p:cNvSpPr/>
              <p:nvPr/>
            </p:nvSpPr>
            <p:spPr>
              <a:xfrm>
                <a:off x="5866060" y="4044689"/>
                <a:ext cx="30335" cy="93827"/>
              </a:xfrm>
              <a:custGeom>
                <a:avLst/>
                <a:gdLst/>
                <a:ahLst/>
                <a:cxnLst/>
                <a:rect l="l" t="t" r="r" b="b"/>
                <a:pathLst>
                  <a:path w="30335" h="93827" extrusionOk="0">
                    <a:moveTo>
                      <a:pt x="11246" y="85160"/>
                    </a:moveTo>
                    <a:cubicBezTo>
                      <a:pt x="11722" y="90113"/>
                      <a:pt x="15818" y="93827"/>
                      <a:pt x="20771" y="93827"/>
                    </a:cubicBezTo>
                    <a:cubicBezTo>
                      <a:pt x="21056" y="93827"/>
                      <a:pt x="21342" y="93827"/>
                      <a:pt x="21628" y="93827"/>
                    </a:cubicBezTo>
                    <a:cubicBezTo>
                      <a:pt x="26867" y="93351"/>
                      <a:pt x="30772" y="88684"/>
                      <a:pt x="30296" y="83540"/>
                    </a:cubicBezTo>
                    <a:cubicBezTo>
                      <a:pt x="28010" y="58013"/>
                      <a:pt x="24200" y="32486"/>
                      <a:pt x="18866" y="7531"/>
                    </a:cubicBezTo>
                    <a:cubicBezTo>
                      <a:pt x="17723" y="2387"/>
                      <a:pt x="12674" y="-851"/>
                      <a:pt x="7531" y="197"/>
                    </a:cubicBezTo>
                    <a:cubicBezTo>
                      <a:pt x="2387" y="1340"/>
                      <a:pt x="-851" y="6388"/>
                      <a:pt x="197" y="11531"/>
                    </a:cubicBezTo>
                    <a:cubicBezTo>
                      <a:pt x="5245" y="35630"/>
                      <a:pt x="8960" y="60395"/>
                      <a:pt x="11246" y="85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1" name="Google Shape;396;p10">
                <a:extLst>
                  <a:ext uri="{FF2B5EF4-FFF2-40B4-BE49-F238E27FC236}">
                    <a16:creationId xmlns:a16="http://schemas.microsoft.com/office/drawing/2014/main" id="{A6DF27E8-D54D-4B36-94EC-F5562E4F9F08}"/>
                  </a:ext>
                </a:extLst>
              </p:cNvPr>
              <p:cNvSpPr/>
              <p:nvPr/>
            </p:nvSpPr>
            <p:spPr>
              <a:xfrm>
                <a:off x="2931794" y="4623434"/>
                <a:ext cx="94868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4868" h="19050" extrusionOk="0">
                    <a:moveTo>
                      <a:pt x="85344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5344" y="19050"/>
                    </a:lnTo>
                    <a:cubicBezTo>
                      <a:pt x="90583" y="19050"/>
                      <a:pt x="94869" y="14764"/>
                      <a:pt x="94869" y="9525"/>
                    </a:cubicBezTo>
                    <a:cubicBezTo>
                      <a:pt x="94869" y="4286"/>
                      <a:pt x="90583" y="0"/>
                      <a:pt x="85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2" name="Google Shape;397;p10">
                <a:extLst>
                  <a:ext uri="{FF2B5EF4-FFF2-40B4-BE49-F238E27FC236}">
                    <a16:creationId xmlns:a16="http://schemas.microsoft.com/office/drawing/2014/main" id="{FDD56796-CF39-4E40-90BA-42F4602E4EF3}"/>
                  </a:ext>
                </a:extLst>
              </p:cNvPr>
              <p:cNvSpPr/>
              <p:nvPr/>
            </p:nvSpPr>
            <p:spPr>
              <a:xfrm>
                <a:off x="3591203" y="4284125"/>
                <a:ext cx="51908" cy="87277"/>
              </a:xfrm>
              <a:custGeom>
                <a:avLst/>
                <a:gdLst/>
                <a:ahLst/>
                <a:cxnLst/>
                <a:rect l="l" t="t" r="r" b="b"/>
                <a:pathLst>
                  <a:path w="51908" h="87277" extrusionOk="0">
                    <a:moveTo>
                      <a:pt x="45918" y="696"/>
                    </a:moveTo>
                    <a:cubicBezTo>
                      <a:pt x="41060" y="-1304"/>
                      <a:pt x="35536" y="1172"/>
                      <a:pt x="33535" y="6030"/>
                    </a:cubicBezTo>
                    <a:cubicBezTo>
                      <a:pt x="24391" y="28985"/>
                      <a:pt x="13533" y="51464"/>
                      <a:pt x="1246" y="72990"/>
                    </a:cubicBezTo>
                    <a:cubicBezTo>
                      <a:pt x="-1326" y="77563"/>
                      <a:pt x="198" y="83373"/>
                      <a:pt x="4770" y="86040"/>
                    </a:cubicBezTo>
                    <a:cubicBezTo>
                      <a:pt x="6294" y="86897"/>
                      <a:pt x="7913" y="87278"/>
                      <a:pt x="9532" y="87278"/>
                    </a:cubicBezTo>
                    <a:cubicBezTo>
                      <a:pt x="12866" y="87278"/>
                      <a:pt x="16009" y="85563"/>
                      <a:pt x="17819" y="82515"/>
                    </a:cubicBezTo>
                    <a:cubicBezTo>
                      <a:pt x="30583" y="60227"/>
                      <a:pt x="41822" y="36891"/>
                      <a:pt x="51252" y="13173"/>
                    </a:cubicBezTo>
                    <a:cubicBezTo>
                      <a:pt x="53157" y="8221"/>
                      <a:pt x="50776" y="2696"/>
                      <a:pt x="45918" y="6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3" name="Google Shape;398;p10">
                <a:extLst>
                  <a:ext uri="{FF2B5EF4-FFF2-40B4-BE49-F238E27FC236}">
                    <a16:creationId xmlns:a16="http://schemas.microsoft.com/office/drawing/2014/main" id="{A680E1FD-5B37-4D19-8B3E-4FD4B90C078F}"/>
                  </a:ext>
                </a:extLst>
              </p:cNvPr>
              <p:cNvSpPr/>
              <p:nvPr/>
            </p:nvSpPr>
            <p:spPr>
              <a:xfrm>
                <a:off x="3647043" y="4137333"/>
                <a:ext cx="31647" cy="93766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93766" extrusionOk="0">
                    <a:moveTo>
                      <a:pt x="23034" y="40"/>
                    </a:moveTo>
                    <a:cubicBezTo>
                      <a:pt x="17700" y="-436"/>
                      <a:pt x="13128" y="3374"/>
                      <a:pt x="12652" y="8613"/>
                    </a:cubicBezTo>
                    <a:cubicBezTo>
                      <a:pt x="10271" y="33282"/>
                      <a:pt x="6080" y="57952"/>
                      <a:pt x="270" y="81955"/>
                    </a:cubicBezTo>
                    <a:cubicBezTo>
                      <a:pt x="-969" y="87099"/>
                      <a:pt x="2175" y="92242"/>
                      <a:pt x="7318" y="93480"/>
                    </a:cubicBezTo>
                    <a:cubicBezTo>
                      <a:pt x="8080" y="93671"/>
                      <a:pt x="8842" y="93766"/>
                      <a:pt x="9604" y="93766"/>
                    </a:cubicBezTo>
                    <a:cubicBezTo>
                      <a:pt x="13890" y="93766"/>
                      <a:pt x="17796" y="90813"/>
                      <a:pt x="18843" y="86432"/>
                    </a:cubicBezTo>
                    <a:cubicBezTo>
                      <a:pt x="24844" y="61572"/>
                      <a:pt x="29130" y="36045"/>
                      <a:pt x="31607" y="10422"/>
                    </a:cubicBezTo>
                    <a:cubicBezTo>
                      <a:pt x="32083" y="5184"/>
                      <a:pt x="28273" y="517"/>
                      <a:pt x="23034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4" name="Google Shape;399;p10">
                <a:extLst>
                  <a:ext uri="{FF2B5EF4-FFF2-40B4-BE49-F238E27FC236}">
                    <a16:creationId xmlns:a16="http://schemas.microsoft.com/office/drawing/2014/main" id="{7533402E-0919-484B-A317-750B5FD74DD6}"/>
                  </a:ext>
                </a:extLst>
              </p:cNvPr>
              <p:cNvSpPr/>
              <p:nvPr/>
            </p:nvSpPr>
            <p:spPr>
              <a:xfrm>
                <a:off x="3662641" y="3986408"/>
                <a:ext cx="27572" cy="94291"/>
              </a:xfrm>
              <a:custGeom>
                <a:avLst/>
                <a:gdLst/>
                <a:ahLst/>
                <a:cxnLst/>
                <a:rect l="l" t="t" r="r" b="b"/>
                <a:pathLst>
                  <a:path w="27572" h="94291" extrusionOk="0">
                    <a:moveTo>
                      <a:pt x="19723" y="185"/>
                    </a:moveTo>
                    <a:cubicBezTo>
                      <a:pt x="14580" y="-863"/>
                      <a:pt x="9532" y="2661"/>
                      <a:pt x="8674" y="7805"/>
                    </a:cubicBezTo>
                    <a:cubicBezTo>
                      <a:pt x="4007" y="32951"/>
                      <a:pt x="1150" y="58668"/>
                      <a:pt x="7" y="84386"/>
                    </a:cubicBezTo>
                    <a:cubicBezTo>
                      <a:pt x="-184" y="89625"/>
                      <a:pt x="3817" y="94101"/>
                      <a:pt x="9151" y="94292"/>
                    </a:cubicBezTo>
                    <a:cubicBezTo>
                      <a:pt x="9246" y="94292"/>
                      <a:pt x="9436" y="94292"/>
                      <a:pt x="9532" y="94292"/>
                    </a:cubicBezTo>
                    <a:cubicBezTo>
                      <a:pt x="14580" y="94292"/>
                      <a:pt x="18866" y="90291"/>
                      <a:pt x="19057" y="85148"/>
                    </a:cubicBezTo>
                    <a:cubicBezTo>
                      <a:pt x="20104" y="60383"/>
                      <a:pt x="22962" y="35523"/>
                      <a:pt x="27439" y="11234"/>
                    </a:cubicBezTo>
                    <a:cubicBezTo>
                      <a:pt x="28296" y="6090"/>
                      <a:pt x="24962" y="1137"/>
                      <a:pt x="19723" y="18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5" name="Google Shape;400;p10">
                <a:extLst>
                  <a:ext uri="{FF2B5EF4-FFF2-40B4-BE49-F238E27FC236}">
                    <a16:creationId xmlns:a16="http://schemas.microsoft.com/office/drawing/2014/main" id="{E449C513-68CB-4996-B3E9-E2117114836A}"/>
                  </a:ext>
                </a:extLst>
              </p:cNvPr>
              <p:cNvSpPr/>
              <p:nvPr/>
            </p:nvSpPr>
            <p:spPr>
              <a:xfrm>
                <a:off x="3234179" y="4591376"/>
                <a:ext cx="92053" cy="39773"/>
              </a:xfrm>
              <a:custGeom>
                <a:avLst/>
                <a:gdLst/>
                <a:ahLst/>
                <a:cxnLst/>
                <a:rect l="l" t="t" r="r" b="b"/>
                <a:pathLst>
                  <a:path w="92053" h="39773" extrusionOk="0">
                    <a:moveTo>
                      <a:pt x="79187" y="531"/>
                    </a:moveTo>
                    <a:cubicBezTo>
                      <a:pt x="55851" y="9008"/>
                      <a:pt x="31848" y="15866"/>
                      <a:pt x="7559" y="20914"/>
                    </a:cubicBezTo>
                    <a:cubicBezTo>
                      <a:pt x="2416" y="21962"/>
                      <a:pt x="-918" y="27010"/>
                      <a:pt x="225" y="32154"/>
                    </a:cubicBezTo>
                    <a:cubicBezTo>
                      <a:pt x="1177" y="36631"/>
                      <a:pt x="5083" y="39774"/>
                      <a:pt x="9559" y="39774"/>
                    </a:cubicBezTo>
                    <a:cubicBezTo>
                      <a:pt x="10226" y="39774"/>
                      <a:pt x="10893" y="39679"/>
                      <a:pt x="11560" y="39583"/>
                    </a:cubicBezTo>
                    <a:cubicBezTo>
                      <a:pt x="36706" y="34345"/>
                      <a:pt x="61661" y="27201"/>
                      <a:pt x="85759" y="18533"/>
                    </a:cubicBezTo>
                    <a:cubicBezTo>
                      <a:pt x="90712" y="16723"/>
                      <a:pt x="93284" y="11294"/>
                      <a:pt x="91474" y="6341"/>
                    </a:cubicBezTo>
                    <a:cubicBezTo>
                      <a:pt x="89569" y="1388"/>
                      <a:pt x="84140" y="-1184"/>
                      <a:pt x="79187" y="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6" name="Google Shape;401;p10">
                <a:extLst>
                  <a:ext uri="{FF2B5EF4-FFF2-40B4-BE49-F238E27FC236}">
                    <a16:creationId xmlns:a16="http://schemas.microsoft.com/office/drawing/2014/main" id="{888A2824-5043-4235-BC7B-498976031F43}"/>
                  </a:ext>
                </a:extLst>
              </p:cNvPr>
              <p:cNvSpPr/>
              <p:nvPr/>
            </p:nvSpPr>
            <p:spPr>
              <a:xfrm>
                <a:off x="3376337" y="4520364"/>
                <a:ext cx="83241" cy="59255"/>
              </a:xfrm>
              <a:custGeom>
                <a:avLst/>
                <a:gdLst/>
                <a:ahLst/>
                <a:cxnLst/>
                <a:rect l="l" t="t" r="r" b="b"/>
                <a:pathLst>
                  <a:path w="83241" h="59255" extrusionOk="0">
                    <a:moveTo>
                      <a:pt x="68093" y="1820"/>
                    </a:moveTo>
                    <a:cubicBezTo>
                      <a:pt x="48090" y="16393"/>
                      <a:pt x="26849" y="29728"/>
                      <a:pt x="5037" y="41349"/>
                    </a:cubicBezTo>
                    <a:cubicBezTo>
                      <a:pt x="370" y="43825"/>
                      <a:pt x="-1345" y="49635"/>
                      <a:pt x="1132" y="54207"/>
                    </a:cubicBezTo>
                    <a:cubicBezTo>
                      <a:pt x="2846" y="57446"/>
                      <a:pt x="6180" y="59255"/>
                      <a:pt x="9514" y="59255"/>
                    </a:cubicBezTo>
                    <a:cubicBezTo>
                      <a:pt x="11038" y="59255"/>
                      <a:pt x="12562" y="58874"/>
                      <a:pt x="13991" y="58112"/>
                    </a:cubicBezTo>
                    <a:cubicBezTo>
                      <a:pt x="36660" y="46016"/>
                      <a:pt x="58663" y="32300"/>
                      <a:pt x="79332" y="17155"/>
                    </a:cubicBezTo>
                    <a:cubicBezTo>
                      <a:pt x="83618" y="14107"/>
                      <a:pt x="84475" y="8106"/>
                      <a:pt x="81427" y="3820"/>
                    </a:cubicBezTo>
                    <a:cubicBezTo>
                      <a:pt x="78284" y="-371"/>
                      <a:pt x="72379" y="-1228"/>
                      <a:pt x="68093" y="18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7" name="Google Shape;402;p10">
                <a:extLst>
                  <a:ext uri="{FF2B5EF4-FFF2-40B4-BE49-F238E27FC236}">
                    <a16:creationId xmlns:a16="http://schemas.microsoft.com/office/drawing/2014/main" id="{FEC41A2D-B655-4846-A283-74DC535C627F}"/>
                  </a:ext>
                </a:extLst>
              </p:cNvPr>
              <p:cNvSpPr/>
              <p:nvPr/>
            </p:nvSpPr>
            <p:spPr>
              <a:xfrm>
                <a:off x="4893945" y="3546442"/>
                <a:ext cx="9486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4869" h="19050" extrusionOk="0">
                    <a:moveTo>
                      <a:pt x="94869" y="9525"/>
                    </a:moveTo>
                    <a:cubicBezTo>
                      <a:pt x="94869" y="4286"/>
                      <a:pt x="90583" y="0"/>
                      <a:pt x="85344" y="0"/>
                    </a:cubicBez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5344" y="19050"/>
                    </a:lnTo>
                    <a:cubicBezTo>
                      <a:pt x="90583" y="19050"/>
                      <a:pt x="94869" y="14764"/>
                      <a:pt x="9486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8" name="Google Shape;403;p10">
                <a:extLst>
                  <a:ext uri="{FF2B5EF4-FFF2-40B4-BE49-F238E27FC236}">
                    <a16:creationId xmlns:a16="http://schemas.microsoft.com/office/drawing/2014/main" id="{5F458E48-E608-4AD9-8536-2745C93E1847}"/>
                  </a:ext>
                </a:extLst>
              </p:cNvPr>
              <p:cNvSpPr/>
              <p:nvPr/>
            </p:nvSpPr>
            <p:spPr>
              <a:xfrm>
                <a:off x="3498471" y="4415205"/>
                <a:ext cx="69700" cy="75355"/>
              </a:xfrm>
              <a:custGeom>
                <a:avLst/>
                <a:gdLst/>
                <a:ahLst/>
                <a:cxnLst/>
                <a:rect l="l" t="t" r="r" b="b"/>
                <a:pathLst>
                  <a:path w="69700" h="75355" extrusionOk="0">
                    <a:moveTo>
                      <a:pt x="52543" y="3632"/>
                    </a:moveTo>
                    <a:cubicBezTo>
                      <a:pt x="37399" y="23158"/>
                      <a:pt x="20635" y="41827"/>
                      <a:pt x="2918" y="59068"/>
                    </a:cubicBezTo>
                    <a:cubicBezTo>
                      <a:pt x="-892" y="62687"/>
                      <a:pt x="-987" y="68783"/>
                      <a:pt x="2728" y="72498"/>
                    </a:cubicBezTo>
                    <a:cubicBezTo>
                      <a:pt x="4633" y="74403"/>
                      <a:pt x="7109" y="75355"/>
                      <a:pt x="9586" y="75355"/>
                    </a:cubicBezTo>
                    <a:cubicBezTo>
                      <a:pt x="11967" y="75355"/>
                      <a:pt x="14348" y="74498"/>
                      <a:pt x="16253" y="72688"/>
                    </a:cubicBezTo>
                    <a:cubicBezTo>
                      <a:pt x="34636" y="54876"/>
                      <a:pt x="51972" y="35541"/>
                      <a:pt x="67688" y="15348"/>
                    </a:cubicBezTo>
                    <a:cubicBezTo>
                      <a:pt x="70927" y="11157"/>
                      <a:pt x="70165" y="5251"/>
                      <a:pt x="66069" y="2013"/>
                    </a:cubicBezTo>
                    <a:cubicBezTo>
                      <a:pt x="61783" y="-1226"/>
                      <a:pt x="55782" y="-464"/>
                      <a:pt x="52543" y="36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9" name="Google Shape;404;p10">
                <a:extLst>
                  <a:ext uri="{FF2B5EF4-FFF2-40B4-BE49-F238E27FC236}">
                    <a16:creationId xmlns:a16="http://schemas.microsoft.com/office/drawing/2014/main" id="{BA60C047-649A-419B-980C-B42881D19A49}"/>
                  </a:ext>
                </a:extLst>
              </p:cNvPr>
              <p:cNvSpPr/>
              <p:nvPr/>
            </p:nvSpPr>
            <p:spPr>
              <a:xfrm>
                <a:off x="5625195" y="3670379"/>
                <a:ext cx="77068" cy="67801"/>
              </a:xfrm>
              <a:custGeom>
                <a:avLst/>
                <a:gdLst/>
                <a:ahLst/>
                <a:cxnLst/>
                <a:rect l="l" t="t" r="r" b="b"/>
                <a:pathLst>
                  <a:path w="77068" h="67801" extrusionOk="0">
                    <a:moveTo>
                      <a:pt x="67516" y="67802"/>
                    </a:moveTo>
                    <a:cubicBezTo>
                      <a:pt x="69992" y="67802"/>
                      <a:pt x="72564" y="66849"/>
                      <a:pt x="74469" y="64849"/>
                    </a:cubicBezTo>
                    <a:cubicBezTo>
                      <a:pt x="78088" y="61039"/>
                      <a:pt x="77898" y="54943"/>
                      <a:pt x="74088" y="51419"/>
                    </a:cubicBezTo>
                    <a:cubicBezTo>
                      <a:pt x="55514" y="33797"/>
                      <a:pt x="35702" y="17128"/>
                      <a:pt x="15224" y="1888"/>
                    </a:cubicBezTo>
                    <a:cubicBezTo>
                      <a:pt x="11033" y="-1255"/>
                      <a:pt x="5032" y="-398"/>
                      <a:pt x="1888" y="3889"/>
                    </a:cubicBezTo>
                    <a:cubicBezTo>
                      <a:pt x="-1255" y="8080"/>
                      <a:pt x="-398" y="14081"/>
                      <a:pt x="3889" y="17224"/>
                    </a:cubicBezTo>
                    <a:cubicBezTo>
                      <a:pt x="23796" y="31987"/>
                      <a:pt x="43036" y="48180"/>
                      <a:pt x="61039" y="65230"/>
                    </a:cubicBezTo>
                    <a:cubicBezTo>
                      <a:pt x="62849" y="66944"/>
                      <a:pt x="65230" y="67802"/>
                      <a:pt x="67516" y="678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0" name="Google Shape;405;p10">
                <a:extLst>
                  <a:ext uri="{FF2B5EF4-FFF2-40B4-BE49-F238E27FC236}">
                    <a16:creationId xmlns:a16="http://schemas.microsoft.com/office/drawing/2014/main" id="{D2D2681D-C1E3-4AFE-BB21-CE2572A85E17}"/>
                  </a:ext>
                </a:extLst>
              </p:cNvPr>
              <p:cNvSpPr/>
              <p:nvPr/>
            </p:nvSpPr>
            <p:spPr>
              <a:xfrm>
                <a:off x="5654931" y="4606584"/>
                <a:ext cx="74087" cy="71237"/>
              </a:xfrm>
              <a:custGeom>
                <a:avLst/>
                <a:gdLst/>
                <a:ahLst/>
                <a:cxnLst/>
                <a:rect l="l" t="t" r="r" b="b"/>
                <a:pathLst>
                  <a:path w="74087" h="71237" extrusionOk="0">
                    <a:moveTo>
                      <a:pt x="57497" y="3039"/>
                    </a:moveTo>
                    <a:cubicBezTo>
                      <a:pt x="40542" y="21136"/>
                      <a:pt x="22349" y="38472"/>
                      <a:pt x="3394" y="54379"/>
                    </a:cubicBezTo>
                    <a:cubicBezTo>
                      <a:pt x="-606" y="57808"/>
                      <a:pt x="-1177" y="63808"/>
                      <a:pt x="2251" y="67809"/>
                    </a:cubicBezTo>
                    <a:cubicBezTo>
                      <a:pt x="4157" y="70095"/>
                      <a:pt x="6824" y="71238"/>
                      <a:pt x="9586" y="71238"/>
                    </a:cubicBezTo>
                    <a:cubicBezTo>
                      <a:pt x="11776" y="71238"/>
                      <a:pt x="13967" y="70476"/>
                      <a:pt x="15682" y="69047"/>
                    </a:cubicBezTo>
                    <a:cubicBezTo>
                      <a:pt x="35208" y="52569"/>
                      <a:pt x="53972" y="34852"/>
                      <a:pt x="71498" y="16183"/>
                    </a:cubicBezTo>
                    <a:cubicBezTo>
                      <a:pt x="75118" y="12373"/>
                      <a:pt x="74927" y="6277"/>
                      <a:pt x="71022" y="2753"/>
                    </a:cubicBezTo>
                    <a:cubicBezTo>
                      <a:pt x="67117" y="-1057"/>
                      <a:pt x="61116" y="-866"/>
                      <a:pt x="57497" y="30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1" name="Google Shape;406;p10">
                <a:extLst>
                  <a:ext uri="{FF2B5EF4-FFF2-40B4-BE49-F238E27FC236}">
                    <a16:creationId xmlns:a16="http://schemas.microsoft.com/office/drawing/2014/main" id="{85B3779B-788B-4D73-A45D-B9F4AACE6B5C}"/>
                  </a:ext>
                </a:extLst>
              </p:cNvPr>
              <p:cNvSpPr/>
              <p:nvPr/>
            </p:nvSpPr>
            <p:spPr>
              <a:xfrm>
                <a:off x="5528332" y="4703844"/>
                <a:ext cx="84859" cy="56654"/>
              </a:xfrm>
              <a:custGeom>
                <a:avLst/>
                <a:gdLst/>
                <a:ahLst/>
                <a:cxnLst/>
                <a:rect l="l" t="t" r="r" b="b"/>
                <a:pathLst>
                  <a:path w="84859" h="56654" extrusionOk="0">
                    <a:moveTo>
                      <a:pt x="70081" y="1600"/>
                    </a:moveTo>
                    <a:cubicBezTo>
                      <a:pt x="49317" y="15125"/>
                      <a:pt x="27600" y="27603"/>
                      <a:pt x="5311" y="38557"/>
                    </a:cubicBezTo>
                    <a:cubicBezTo>
                      <a:pt x="549" y="40843"/>
                      <a:pt x="-1356" y="46653"/>
                      <a:pt x="1025" y="51320"/>
                    </a:cubicBezTo>
                    <a:cubicBezTo>
                      <a:pt x="2644" y="54654"/>
                      <a:pt x="6073" y="56654"/>
                      <a:pt x="9598" y="56654"/>
                    </a:cubicBezTo>
                    <a:cubicBezTo>
                      <a:pt x="11026" y="56654"/>
                      <a:pt x="12455" y="56369"/>
                      <a:pt x="13789" y="55702"/>
                    </a:cubicBezTo>
                    <a:cubicBezTo>
                      <a:pt x="36744" y="44367"/>
                      <a:pt x="59127" y="31508"/>
                      <a:pt x="80559" y="17602"/>
                    </a:cubicBezTo>
                    <a:cubicBezTo>
                      <a:pt x="84940" y="14745"/>
                      <a:pt x="86179" y="8839"/>
                      <a:pt x="83321" y="4457"/>
                    </a:cubicBezTo>
                    <a:cubicBezTo>
                      <a:pt x="80464" y="-115"/>
                      <a:pt x="74558" y="-1353"/>
                      <a:pt x="70081" y="16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2" name="Google Shape;407;p10">
                <a:extLst>
                  <a:ext uri="{FF2B5EF4-FFF2-40B4-BE49-F238E27FC236}">
                    <a16:creationId xmlns:a16="http://schemas.microsoft.com/office/drawing/2014/main" id="{D4478F39-C682-4619-B9CD-7B611CC8DA2F}"/>
                  </a:ext>
                </a:extLst>
              </p:cNvPr>
              <p:cNvSpPr/>
              <p:nvPr/>
            </p:nvSpPr>
            <p:spPr>
              <a:xfrm>
                <a:off x="5735020" y="3774489"/>
                <a:ext cx="63785" cy="80087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80087" extrusionOk="0">
                    <a:moveTo>
                      <a:pt x="54275" y="80087"/>
                    </a:moveTo>
                    <a:cubicBezTo>
                      <a:pt x="56084" y="80087"/>
                      <a:pt x="57799" y="79611"/>
                      <a:pt x="59418" y="78564"/>
                    </a:cubicBezTo>
                    <a:cubicBezTo>
                      <a:pt x="63800" y="75706"/>
                      <a:pt x="65133" y="69801"/>
                      <a:pt x="62276" y="65419"/>
                    </a:cubicBezTo>
                    <a:cubicBezTo>
                      <a:pt x="48464" y="43988"/>
                      <a:pt x="33129" y="23128"/>
                      <a:pt x="16841" y="3411"/>
                    </a:cubicBezTo>
                    <a:cubicBezTo>
                      <a:pt x="13508" y="-589"/>
                      <a:pt x="7507" y="-1161"/>
                      <a:pt x="3411" y="2173"/>
                    </a:cubicBezTo>
                    <a:cubicBezTo>
                      <a:pt x="-589" y="5507"/>
                      <a:pt x="-1161" y="11507"/>
                      <a:pt x="2173" y="15603"/>
                    </a:cubicBezTo>
                    <a:cubicBezTo>
                      <a:pt x="17984" y="34748"/>
                      <a:pt x="32843" y="54941"/>
                      <a:pt x="46274" y="75801"/>
                    </a:cubicBezTo>
                    <a:cubicBezTo>
                      <a:pt x="48083" y="78564"/>
                      <a:pt x="51131" y="80087"/>
                      <a:pt x="54275" y="800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3" name="Google Shape;408;p10">
                <a:extLst>
                  <a:ext uri="{FF2B5EF4-FFF2-40B4-BE49-F238E27FC236}">
                    <a16:creationId xmlns:a16="http://schemas.microsoft.com/office/drawing/2014/main" id="{C876C69C-82E9-4490-BCF9-3697AAB87387}"/>
                  </a:ext>
                </a:extLst>
              </p:cNvPr>
              <p:cNvSpPr/>
              <p:nvPr/>
            </p:nvSpPr>
            <p:spPr>
              <a:xfrm>
                <a:off x="5493961" y="3595426"/>
                <a:ext cx="86933" cy="52552"/>
              </a:xfrm>
              <a:custGeom>
                <a:avLst/>
                <a:gdLst/>
                <a:ahLst/>
                <a:cxnLst/>
                <a:rect l="l" t="t" r="r" b="b"/>
                <a:pathLst>
                  <a:path w="86933" h="52552" extrusionOk="0">
                    <a:moveTo>
                      <a:pt x="77401" y="52553"/>
                    </a:moveTo>
                    <a:cubicBezTo>
                      <a:pt x="80735" y="52553"/>
                      <a:pt x="83878" y="50838"/>
                      <a:pt x="85688" y="47790"/>
                    </a:cubicBezTo>
                    <a:cubicBezTo>
                      <a:pt x="88260" y="43218"/>
                      <a:pt x="86736" y="37408"/>
                      <a:pt x="82164" y="34836"/>
                    </a:cubicBezTo>
                    <a:cubicBezTo>
                      <a:pt x="59970" y="22168"/>
                      <a:pt x="36729" y="10643"/>
                      <a:pt x="13203" y="737"/>
                    </a:cubicBezTo>
                    <a:cubicBezTo>
                      <a:pt x="8345" y="-1264"/>
                      <a:pt x="2820" y="927"/>
                      <a:pt x="725" y="5880"/>
                    </a:cubicBezTo>
                    <a:cubicBezTo>
                      <a:pt x="-1275" y="10738"/>
                      <a:pt x="1011" y="16358"/>
                      <a:pt x="5773" y="18358"/>
                    </a:cubicBezTo>
                    <a:cubicBezTo>
                      <a:pt x="28633" y="27978"/>
                      <a:pt x="51112" y="39122"/>
                      <a:pt x="72734" y="51410"/>
                    </a:cubicBezTo>
                    <a:cubicBezTo>
                      <a:pt x="74163" y="52172"/>
                      <a:pt x="75782" y="52553"/>
                      <a:pt x="77401" y="525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4" name="Google Shape;409;p10">
                <a:extLst>
                  <a:ext uri="{FF2B5EF4-FFF2-40B4-BE49-F238E27FC236}">
                    <a16:creationId xmlns:a16="http://schemas.microsoft.com/office/drawing/2014/main" id="{21724ED1-3AAB-4936-A966-240C8F80A04F}"/>
                  </a:ext>
                </a:extLst>
              </p:cNvPr>
              <p:cNvSpPr/>
              <p:nvPr/>
            </p:nvSpPr>
            <p:spPr>
              <a:xfrm>
                <a:off x="5872725" y="4195190"/>
                <a:ext cx="25822" cy="94487"/>
              </a:xfrm>
              <a:custGeom>
                <a:avLst/>
                <a:gdLst/>
                <a:ahLst/>
                <a:cxnLst/>
                <a:rect l="l" t="t" r="r" b="b"/>
                <a:pathLst>
                  <a:path w="25822" h="94487" extrusionOk="0">
                    <a:moveTo>
                      <a:pt x="16582" y="0"/>
                    </a:moveTo>
                    <a:cubicBezTo>
                      <a:pt x="11724" y="95"/>
                      <a:pt x="6962" y="4000"/>
                      <a:pt x="6771" y="9239"/>
                    </a:cubicBezTo>
                    <a:cubicBezTo>
                      <a:pt x="6009" y="34099"/>
                      <a:pt x="3818" y="59055"/>
                      <a:pt x="104" y="83534"/>
                    </a:cubicBezTo>
                    <a:cubicBezTo>
                      <a:pt x="-659" y="88773"/>
                      <a:pt x="2866" y="93631"/>
                      <a:pt x="8104" y="94393"/>
                    </a:cubicBezTo>
                    <a:cubicBezTo>
                      <a:pt x="8581" y="94488"/>
                      <a:pt x="9057" y="94488"/>
                      <a:pt x="9533" y="94488"/>
                    </a:cubicBezTo>
                    <a:cubicBezTo>
                      <a:pt x="14200" y="94488"/>
                      <a:pt x="18201" y="91059"/>
                      <a:pt x="18963" y="86392"/>
                    </a:cubicBezTo>
                    <a:cubicBezTo>
                      <a:pt x="22773" y="61150"/>
                      <a:pt x="25059" y="35433"/>
                      <a:pt x="25821" y="9811"/>
                    </a:cubicBezTo>
                    <a:cubicBezTo>
                      <a:pt x="25916" y="4572"/>
                      <a:pt x="21821" y="95"/>
                      <a:pt x="165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5" name="Google Shape;410;p10">
                <a:extLst>
                  <a:ext uri="{FF2B5EF4-FFF2-40B4-BE49-F238E27FC236}">
                    <a16:creationId xmlns:a16="http://schemas.microsoft.com/office/drawing/2014/main" id="{A77D092F-1328-4709-BFE1-582030113375}"/>
                  </a:ext>
                </a:extLst>
              </p:cNvPr>
              <p:cNvSpPr/>
              <p:nvPr/>
            </p:nvSpPr>
            <p:spPr>
              <a:xfrm>
                <a:off x="5832291" y="4344659"/>
                <a:ext cx="43649" cy="90847"/>
              </a:xfrm>
              <a:custGeom>
                <a:avLst/>
                <a:gdLst/>
                <a:ahLst/>
                <a:cxnLst/>
                <a:rect l="l" t="t" r="r" b="b"/>
                <a:pathLst>
                  <a:path w="43649" h="90847" extrusionOk="0">
                    <a:moveTo>
                      <a:pt x="36728" y="360"/>
                    </a:moveTo>
                    <a:cubicBezTo>
                      <a:pt x="31680" y="-1069"/>
                      <a:pt x="26441" y="1883"/>
                      <a:pt x="25012" y="7027"/>
                    </a:cubicBezTo>
                    <a:cubicBezTo>
                      <a:pt x="18345" y="30935"/>
                      <a:pt x="10249" y="54747"/>
                      <a:pt x="724" y="77607"/>
                    </a:cubicBezTo>
                    <a:cubicBezTo>
                      <a:pt x="-1277" y="82465"/>
                      <a:pt x="1009" y="88085"/>
                      <a:pt x="5867" y="90085"/>
                    </a:cubicBezTo>
                    <a:cubicBezTo>
                      <a:pt x="7010" y="90561"/>
                      <a:pt x="8248" y="90847"/>
                      <a:pt x="9486" y="90847"/>
                    </a:cubicBezTo>
                    <a:cubicBezTo>
                      <a:pt x="13201" y="90847"/>
                      <a:pt x="16726" y="88656"/>
                      <a:pt x="18250" y="84941"/>
                    </a:cubicBezTo>
                    <a:cubicBezTo>
                      <a:pt x="27965" y="61320"/>
                      <a:pt x="36442" y="36840"/>
                      <a:pt x="43205" y="12171"/>
                    </a:cubicBezTo>
                    <a:cubicBezTo>
                      <a:pt x="44824" y="7027"/>
                      <a:pt x="41871" y="1788"/>
                      <a:pt x="36728" y="3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6" name="Google Shape;411;p10">
                <a:extLst>
                  <a:ext uri="{FF2B5EF4-FFF2-40B4-BE49-F238E27FC236}">
                    <a16:creationId xmlns:a16="http://schemas.microsoft.com/office/drawing/2014/main" id="{8E3B6AEE-2A85-4C18-9A9F-72FCFA1B36B3}"/>
                  </a:ext>
                </a:extLst>
              </p:cNvPr>
              <p:cNvSpPr/>
              <p:nvPr/>
            </p:nvSpPr>
            <p:spPr>
              <a:xfrm>
                <a:off x="5758287" y="4484576"/>
                <a:ext cx="60042" cy="82756"/>
              </a:xfrm>
              <a:custGeom>
                <a:avLst/>
                <a:gdLst/>
                <a:ahLst/>
                <a:cxnLst/>
                <a:rect l="l" t="t" r="r" b="b"/>
                <a:pathLst>
                  <a:path w="60042" h="82756" extrusionOk="0">
                    <a:moveTo>
                      <a:pt x="55201" y="1222"/>
                    </a:moveTo>
                    <a:cubicBezTo>
                      <a:pt x="50629" y="-1350"/>
                      <a:pt x="44819" y="270"/>
                      <a:pt x="42247" y="4841"/>
                    </a:cubicBezTo>
                    <a:cubicBezTo>
                      <a:pt x="30055" y="26463"/>
                      <a:pt x="16529" y="47609"/>
                      <a:pt x="1861" y="67611"/>
                    </a:cubicBezTo>
                    <a:cubicBezTo>
                      <a:pt x="-1282" y="71897"/>
                      <a:pt x="-330" y="77803"/>
                      <a:pt x="3861" y="80946"/>
                    </a:cubicBezTo>
                    <a:cubicBezTo>
                      <a:pt x="5576" y="82185"/>
                      <a:pt x="7576" y="82756"/>
                      <a:pt x="9481" y="82756"/>
                    </a:cubicBezTo>
                    <a:cubicBezTo>
                      <a:pt x="12434" y="82756"/>
                      <a:pt x="15291" y="81422"/>
                      <a:pt x="17196" y="78851"/>
                    </a:cubicBezTo>
                    <a:cubicBezTo>
                      <a:pt x="32341" y="58181"/>
                      <a:pt x="46343" y="36464"/>
                      <a:pt x="58820" y="14176"/>
                    </a:cubicBezTo>
                    <a:cubicBezTo>
                      <a:pt x="61392" y="9604"/>
                      <a:pt x="59773" y="3794"/>
                      <a:pt x="55201" y="122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7" name="Google Shape;412;p10">
                <a:extLst>
                  <a:ext uri="{FF2B5EF4-FFF2-40B4-BE49-F238E27FC236}">
                    <a16:creationId xmlns:a16="http://schemas.microsoft.com/office/drawing/2014/main" id="{D06AFB66-9D05-49AF-A172-FB760C8D46E9}"/>
                  </a:ext>
                </a:extLst>
              </p:cNvPr>
              <p:cNvSpPr/>
              <p:nvPr/>
            </p:nvSpPr>
            <p:spPr>
              <a:xfrm>
                <a:off x="5348469" y="3554054"/>
                <a:ext cx="92951" cy="35346"/>
              </a:xfrm>
              <a:custGeom>
                <a:avLst/>
                <a:gdLst/>
                <a:ahLst/>
                <a:cxnLst/>
                <a:rect l="l" t="t" r="r" b="b"/>
                <a:pathLst>
                  <a:path w="92951" h="35346" extrusionOk="0">
                    <a:moveTo>
                      <a:pt x="83447" y="35346"/>
                    </a:moveTo>
                    <a:cubicBezTo>
                      <a:pt x="87638" y="35346"/>
                      <a:pt x="91448" y="32584"/>
                      <a:pt x="92591" y="28393"/>
                    </a:cubicBezTo>
                    <a:cubicBezTo>
                      <a:pt x="94020" y="23345"/>
                      <a:pt x="91067" y="18106"/>
                      <a:pt x="86019" y="16582"/>
                    </a:cubicBezTo>
                    <a:cubicBezTo>
                      <a:pt x="61445" y="9629"/>
                      <a:pt x="36203" y="4009"/>
                      <a:pt x="10962" y="104"/>
                    </a:cubicBezTo>
                    <a:cubicBezTo>
                      <a:pt x="5723" y="-658"/>
                      <a:pt x="865" y="2866"/>
                      <a:pt x="104" y="8009"/>
                    </a:cubicBezTo>
                    <a:cubicBezTo>
                      <a:pt x="-658" y="13153"/>
                      <a:pt x="2866" y="18106"/>
                      <a:pt x="8009" y="18868"/>
                    </a:cubicBezTo>
                    <a:cubicBezTo>
                      <a:pt x="32488" y="22678"/>
                      <a:pt x="56968" y="28107"/>
                      <a:pt x="80876" y="34870"/>
                    </a:cubicBezTo>
                    <a:cubicBezTo>
                      <a:pt x="81638" y="35156"/>
                      <a:pt x="82590" y="35346"/>
                      <a:pt x="83447" y="3534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8" name="Google Shape;413;p10">
                <a:extLst>
                  <a:ext uri="{FF2B5EF4-FFF2-40B4-BE49-F238E27FC236}">
                    <a16:creationId xmlns:a16="http://schemas.microsoft.com/office/drawing/2014/main" id="{E5528728-5C6D-40B1-A377-B772CFBCD2D2}"/>
                  </a:ext>
                </a:extLst>
              </p:cNvPr>
              <p:cNvSpPr/>
              <p:nvPr/>
            </p:nvSpPr>
            <p:spPr>
              <a:xfrm>
                <a:off x="5085458" y="4784468"/>
                <a:ext cx="93289" cy="34324"/>
              </a:xfrm>
              <a:custGeom>
                <a:avLst/>
                <a:gdLst/>
                <a:ahLst/>
                <a:cxnLst/>
                <a:rect l="l" t="t" r="r" b="b"/>
                <a:pathLst>
                  <a:path w="93289" h="34324" extrusionOk="0">
                    <a:moveTo>
                      <a:pt x="85092" y="15370"/>
                    </a:moveTo>
                    <a:cubicBezTo>
                      <a:pt x="60518" y="11845"/>
                      <a:pt x="35943" y="6797"/>
                      <a:pt x="12035" y="320"/>
                    </a:cubicBezTo>
                    <a:cubicBezTo>
                      <a:pt x="6892" y="-1013"/>
                      <a:pt x="1748" y="1939"/>
                      <a:pt x="320" y="6987"/>
                    </a:cubicBezTo>
                    <a:cubicBezTo>
                      <a:pt x="-1014" y="12036"/>
                      <a:pt x="1939" y="17274"/>
                      <a:pt x="7082" y="18703"/>
                    </a:cubicBezTo>
                    <a:cubicBezTo>
                      <a:pt x="31752" y="25371"/>
                      <a:pt x="57089" y="30514"/>
                      <a:pt x="82425" y="34229"/>
                    </a:cubicBezTo>
                    <a:cubicBezTo>
                      <a:pt x="82901" y="34324"/>
                      <a:pt x="83378" y="34324"/>
                      <a:pt x="83759" y="34324"/>
                    </a:cubicBezTo>
                    <a:cubicBezTo>
                      <a:pt x="88426" y="34324"/>
                      <a:pt x="92522" y="30895"/>
                      <a:pt x="93188" y="26133"/>
                    </a:cubicBezTo>
                    <a:cubicBezTo>
                      <a:pt x="93950" y="20989"/>
                      <a:pt x="90331" y="16131"/>
                      <a:pt x="85092" y="153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9" name="Google Shape;414;p10">
                <a:extLst>
                  <a:ext uri="{FF2B5EF4-FFF2-40B4-BE49-F238E27FC236}">
                    <a16:creationId xmlns:a16="http://schemas.microsoft.com/office/drawing/2014/main" id="{AD2AF167-522C-4B38-854A-8B4F43652EBF}"/>
                  </a:ext>
                </a:extLst>
              </p:cNvPr>
              <p:cNvSpPr/>
              <p:nvPr/>
            </p:nvSpPr>
            <p:spPr>
              <a:xfrm>
                <a:off x="5045583" y="3546442"/>
                <a:ext cx="94868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4868" h="19050" extrusionOk="0">
                    <a:moveTo>
                      <a:pt x="94869" y="9525"/>
                    </a:moveTo>
                    <a:cubicBezTo>
                      <a:pt x="94869" y="4286"/>
                      <a:pt x="90583" y="0"/>
                      <a:pt x="85344" y="0"/>
                    </a:cubicBez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5344" y="19050"/>
                    </a:lnTo>
                    <a:cubicBezTo>
                      <a:pt x="90583" y="19050"/>
                      <a:pt x="94869" y="14764"/>
                      <a:pt x="9486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90" name="Google Shape;415;p10">
                <a:extLst>
                  <a:ext uri="{FF2B5EF4-FFF2-40B4-BE49-F238E27FC236}">
                    <a16:creationId xmlns:a16="http://schemas.microsoft.com/office/drawing/2014/main" id="{86A56CC0-8330-4799-9E3E-156424D6C637}"/>
                  </a:ext>
                </a:extLst>
              </p:cNvPr>
              <p:cNvSpPr/>
              <p:nvPr/>
            </p:nvSpPr>
            <p:spPr>
              <a:xfrm>
                <a:off x="5385776" y="4770789"/>
                <a:ext cx="92047" cy="39811"/>
              </a:xfrm>
              <a:custGeom>
                <a:avLst/>
                <a:gdLst/>
                <a:ahLst/>
                <a:cxnLst/>
                <a:rect l="l" t="t" r="r" b="b"/>
                <a:pathLst>
                  <a:path w="92047" h="39811" extrusionOk="0">
                    <a:moveTo>
                      <a:pt x="79192" y="568"/>
                    </a:moveTo>
                    <a:cubicBezTo>
                      <a:pt x="55760" y="8760"/>
                      <a:pt x="31662" y="15618"/>
                      <a:pt x="7469" y="20952"/>
                    </a:cubicBezTo>
                    <a:cubicBezTo>
                      <a:pt x="2325" y="22095"/>
                      <a:pt x="-914" y="27143"/>
                      <a:pt x="229" y="32287"/>
                    </a:cubicBezTo>
                    <a:cubicBezTo>
                      <a:pt x="1182" y="36763"/>
                      <a:pt x="5183" y="39811"/>
                      <a:pt x="9564" y="39811"/>
                    </a:cubicBezTo>
                    <a:cubicBezTo>
                      <a:pt x="10231" y="39811"/>
                      <a:pt x="10897" y="39716"/>
                      <a:pt x="11660" y="39621"/>
                    </a:cubicBezTo>
                    <a:cubicBezTo>
                      <a:pt x="36615" y="34192"/>
                      <a:pt x="61475" y="27048"/>
                      <a:pt x="85669" y="18571"/>
                    </a:cubicBezTo>
                    <a:cubicBezTo>
                      <a:pt x="90622" y="16856"/>
                      <a:pt x="93289" y="11427"/>
                      <a:pt x="91479" y="6379"/>
                    </a:cubicBezTo>
                    <a:cubicBezTo>
                      <a:pt x="89574" y="1426"/>
                      <a:pt x="84145" y="-1241"/>
                      <a:pt x="79192" y="56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91" name="Google Shape;416;p10">
                <a:extLst>
                  <a:ext uri="{FF2B5EF4-FFF2-40B4-BE49-F238E27FC236}">
                    <a16:creationId xmlns:a16="http://schemas.microsoft.com/office/drawing/2014/main" id="{675C40CB-9CC1-49C3-B5E6-AF8EC1738730}"/>
                  </a:ext>
                </a:extLst>
              </p:cNvPr>
              <p:cNvSpPr/>
              <p:nvPr/>
            </p:nvSpPr>
            <p:spPr>
              <a:xfrm>
                <a:off x="5197316" y="3546442"/>
                <a:ext cx="9478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94780" h="19430" extrusionOk="0">
                    <a:moveTo>
                      <a:pt x="84868" y="19431"/>
                    </a:moveTo>
                    <a:cubicBezTo>
                      <a:pt x="84963" y="19431"/>
                      <a:pt x="85058" y="19431"/>
                      <a:pt x="85249" y="19431"/>
                    </a:cubicBezTo>
                    <a:cubicBezTo>
                      <a:pt x="90392" y="19431"/>
                      <a:pt x="94583" y="15430"/>
                      <a:pt x="94774" y="10287"/>
                    </a:cubicBezTo>
                    <a:cubicBezTo>
                      <a:pt x="94964" y="5048"/>
                      <a:pt x="90869" y="571"/>
                      <a:pt x="85630" y="381"/>
                    </a:cubicBezTo>
                    <a:cubicBezTo>
                      <a:pt x="77819" y="95"/>
                      <a:pt x="70009" y="0"/>
                      <a:pt x="62198" y="0"/>
                    </a:cubicBez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62198" y="19050"/>
                    </a:lnTo>
                    <a:cubicBezTo>
                      <a:pt x="69723" y="19050"/>
                      <a:pt x="77248" y="19145"/>
                      <a:pt x="84868" y="194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92" name="Google Shape;417;p10">
                <a:extLst>
                  <a:ext uri="{FF2B5EF4-FFF2-40B4-BE49-F238E27FC236}">
                    <a16:creationId xmlns:a16="http://schemas.microsoft.com/office/drawing/2014/main" id="{0E7342BA-EE59-4909-9DF1-AD1E13E38655}"/>
                  </a:ext>
                </a:extLst>
              </p:cNvPr>
              <p:cNvSpPr/>
              <p:nvPr/>
            </p:nvSpPr>
            <p:spPr>
              <a:xfrm>
                <a:off x="5235224" y="4803226"/>
                <a:ext cx="94720" cy="22042"/>
              </a:xfrm>
              <a:custGeom>
                <a:avLst/>
                <a:gdLst/>
                <a:ahLst/>
                <a:cxnLst/>
                <a:rect l="l" t="t" r="r" b="b"/>
                <a:pathLst>
                  <a:path w="94720" h="22042" extrusionOk="0">
                    <a:moveTo>
                      <a:pt x="84298" y="40"/>
                    </a:moveTo>
                    <a:cubicBezTo>
                      <a:pt x="59723" y="2421"/>
                      <a:pt x="34577" y="3374"/>
                      <a:pt x="9717" y="2802"/>
                    </a:cubicBezTo>
                    <a:cubicBezTo>
                      <a:pt x="4573" y="2993"/>
                      <a:pt x="97" y="6803"/>
                      <a:pt x="2" y="12137"/>
                    </a:cubicBezTo>
                    <a:cubicBezTo>
                      <a:pt x="-94" y="17376"/>
                      <a:pt x="4002" y="21757"/>
                      <a:pt x="9336" y="21852"/>
                    </a:cubicBezTo>
                    <a:cubicBezTo>
                      <a:pt x="14289" y="21948"/>
                      <a:pt x="19242" y="22043"/>
                      <a:pt x="24195" y="22043"/>
                    </a:cubicBezTo>
                    <a:cubicBezTo>
                      <a:pt x="44864" y="22043"/>
                      <a:pt x="65724" y="20995"/>
                      <a:pt x="86108" y="19090"/>
                    </a:cubicBezTo>
                    <a:cubicBezTo>
                      <a:pt x="91346" y="18614"/>
                      <a:pt x="95156" y="13947"/>
                      <a:pt x="94680" y="8708"/>
                    </a:cubicBezTo>
                    <a:cubicBezTo>
                      <a:pt x="94204" y="3374"/>
                      <a:pt x="89537" y="-436"/>
                      <a:pt x="84298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93" name="Google Shape;418;p10">
                <a:extLst>
                  <a:ext uri="{FF2B5EF4-FFF2-40B4-BE49-F238E27FC236}">
                    <a16:creationId xmlns:a16="http://schemas.microsoft.com/office/drawing/2014/main" id="{A97F8ADD-E703-4A1D-A79F-62E8A9CE83F2}"/>
                  </a:ext>
                </a:extLst>
              </p:cNvPr>
              <p:cNvSpPr/>
              <p:nvPr/>
            </p:nvSpPr>
            <p:spPr>
              <a:xfrm>
                <a:off x="4945323" y="4727677"/>
                <a:ext cx="87446" cy="51681"/>
              </a:xfrm>
              <a:custGeom>
                <a:avLst/>
                <a:gdLst/>
                <a:ahLst/>
                <a:cxnLst/>
                <a:rect l="l" t="t" r="r" b="b"/>
                <a:pathLst>
                  <a:path w="87446" h="51681" extrusionOk="0">
                    <a:moveTo>
                      <a:pt x="81495" y="33394"/>
                    </a:moveTo>
                    <a:cubicBezTo>
                      <a:pt x="58540" y="24059"/>
                      <a:pt x="35870" y="13296"/>
                      <a:pt x="14153" y="1199"/>
                    </a:cubicBezTo>
                    <a:cubicBezTo>
                      <a:pt x="9581" y="-1373"/>
                      <a:pt x="3771" y="342"/>
                      <a:pt x="1199" y="4914"/>
                    </a:cubicBezTo>
                    <a:cubicBezTo>
                      <a:pt x="-1373" y="9486"/>
                      <a:pt x="342" y="15296"/>
                      <a:pt x="4914" y="17868"/>
                    </a:cubicBezTo>
                    <a:cubicBezTo>
                      <a:pt x="27298" y="30250"/>
                      <a:pt x="50634" y="41395"/>
                      <a:pt x="74351" y="51015"/>
                    </a:cubicBezTo>
                    <a:cubicBezTo>
                      <a:pt x="75494" y="51491"/>
                      <a:pt x="76732" y="51681"/>
                      <a:pt x="77971" y="51681"/>
                    </a:cubicBezTo>
                    <a:cubicBezTo>
                      <a:pt x="81781" y="51681"/>
                      <a:pt x="85305" y="49396"/>
                      <a:pt x="86829" y="45776"/>
                    </a:cubicBezTo>
                    <a:cubicBezTo>
                      <a:pt x="88639" y="40918"/>
                      <a:pt x="86353" y="35394"/>
                      <a:pt x="81495" y="333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94" name="Google Shape;419;p10">
                <a:extLst>
                  <a:ext uri="{FF2B5EF4-FFF2-40B4-BE49-F238E27FC236}">
                    <a16:creationId xmlns:a16="http://schemas.microsoft.com/office/drawing/2014/main" id="{CFE9B6A9-2EEF-4D77-9667-784D915682ED}"/>
                  </a:ext>
                </a:extLst>
              </p:cNvPr>
              <p:cNvSpPr/>
              <p:nvPr/>
            </p:nvSpPr>
            <p:spPr>
              <a:xfrm>
                <a:off x="9620250" y="3765422"/>
                <a:ext cx="571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9050" extrusionOk="0">
                    <a:moveTo>
                      <a:pt x="47625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47625" y="19050"/>
                    </a:lnTo>
                    <a:cubicBezTo>
                      <a:pt x="52864" y="19050"/>
                      <a:pt x="57150" y="14764"/>
                      <a:pt x="57150" y="9525"/>
                    </a:cubicBezTo>
                    <a:cubicBezTo>
                      <a:pt x="57150" y="4286"/>
                      <a:pt x="52864" y="0"/>
                      <a:pt x="476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95" name="Google Shape;420;p10">
                <a:extLst>
                  <a:ext uri="{FF2B5EF4-FFF2-40B4-BE49-F238E27FC236}">
                    <a16:creationId xmlns:a16="http://schemas.microsoft.com/office/drawing/2014/main" id="{81E834F2-E22E-43C6-B935-D035F8868EBE}"/>
                  </a:ext>
                </a:extLst>
              </p:cNvPr>
              <p:cNvSpPr/>
              <p:nvPr/>
            </p:nvSpPr>
            <p:spPr>
              <a:xfrm>
                <a:off x="9466326" y="3765422"/>
                <a:ext cx="96011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6011" h="19050" extrusionOk="0">
                    <a:moveTo>
                      <a:pt x="86487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6487" y="19050"/>
                    </a:lnTo>
                    <a:cubicBezTo>
                      <a:pt x="91725" y="19050"/>
                      <a:pt x="96012" y="14764"/>
                      <a:pt x="96012" y="9525"/>
                    </a:cubicBezTo>
                    <a:cubicBezTo>
                      <a:pt x="96012" y="4286"/>
                      <a:pt x="91725" y="0"/>
                      <a:pt x="864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96" name="Google Shape;421;p10">
                <a:extLst>
                  <a:ext uri="{FF2B5EF4-FFF2-40B4-BE49-F238E27FC236}">
                    <a16:creationId xmlns:a16="http://schemas.microsoft.com/office/drawing/2014/main" id="{6C2FD74F-6B5D-4617-AB69-884E5DEEC5ED}"/>
                  </a:ext>
                </a:extLst>
              </p:cNvPr>
              <p:cNvSpPr/>
              <p:nvPr/>
            </p:nvSpPr>
            <p:spPr>
              <a:xfrm>
                <a:off x="7223759" y="3147631"/>
                <a:ext cx="19730" cy="96011"/>
              </a:xfrm>
              <a:custGeom>
                <a:avLst/>
                <a:gdLst/>
                <a:ahLst/>
                <a:cxnLst/>
                <a:rect l="l" t="t" r="r" b="b"/>
                <a:pathLst>
                  <a:path w="19730" h="96011" extrusionOk="0">
                    <a:moveTo>
                      <a:pt x="10192" y="96012"/>
                    </a:moveTo>
                    <a:cubicBezTo>
                      <a:pt x="10382" y="96012"/>
                      <a:pt x="10478" y="96012"/>
                      <a:pt x="10668" y="96012"/>
                    </a:cubicBezTo>
                    <a:cubicBezTo>
                      <a:pt x="15907" y="95726"/>
                      <a:pt x="20003" y="91249"/>
                      <a:pt x="19717" y="86011"/>
                    </a:cubicBezTo>
                    <a:cubicBezTo>
                      <a:pt x="19241" y="76581"/>
                      <a:pt x="19050" y="67151"/>
                      <a:pt x="19050" y="57817"/>
                    </a:cubicBezTo>
                    <a:lnTo>
                      <a:pt x="19050" y="9525"/>
                    </a:lnTo>
                    <a:cubicBezTo>
                      <a:pt x="19050" y="4286"/>
                      <a:pt x="14764" y="0"/>
                      <a:pt x="9525" y="0"/>
                    </a:cubicBezTo>
                    <a:cubicBezTo>
                      <a:pt x="4286" y="0"/>
                      <a:pt x="0" y="4286"/>
                      <a:pt x="0" y="9525"/>
                    </a:cubicBezTo>
                    <a:lnTo>
                      <a:pt x="0" y="57817"/>
                    </a:lnTo>
                    <a:cubicBezTo>
                      <a:pt x="0" y="67437"/>
                      <a:pt x="191" y="77248"/>
                      <a:pt x="762" y="86963"/>
                    </a:cubicBezTo>
                    <a:cubicBezTo>
                      <a:pt x="953" y="92011"/>
                      <a:pt x="5144" y="96012"/>
                      <a:pt x="10192" y="960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97" name="Google Shape;422;p10">
                <a:extLst>
                  <a:ext uri="{FF2B5EF4-FFF2-40B4-BE49-F238E27FC236}">
                    <a16:creationId xmlns:a16="http://schemas.microsoft.com/office/drawing/2014/main" id="{21958993-9559-454E-A53D-9BE3227E7A15}"/>
                  </a:ext>
                </a:extLst>
              </p:cNvPr>
              <p:cNvSpPr/>
              <p:nvPr/>
            </p:nvSpPr>
            <p:spPr>
              <a:xfrm>
                <a:off x="7281565" y="3446418"/>
                <a:ext cx="57467" cy="85546"/>
              </a:xfrm>
              <a:custGeom>
                <a:avLst/>
                <a:gdLst/>
                <a:ahLst/>
                <a:cxnLst/>
                <a:rect l="l" t="t" r="r" b="b"/>
                <a:pathLst>
                  <a:path w="57467" h="85546" extrusionOk="0">
                    <a:moveTo>
                      <a:pt x="18109" y="5346"/>
                    </a:moveTo>
                    <a:cubicBezTo>
                      <a:pt x="15823" y="583"/>
                      <a:pt x="10108" y="-1322"/>
                      <a:pt x="5346" y="964"/>
                    </a:cubicBezTo>
                    <a:cubicBezTo>
                      <a:pt x="583" y="3250"/>
                      <a:pt x="-1322" y="8965"/>
                      <a:pt x="964" y="13728"/>
                    </a:cubicBezTo>
                    <a:cubicBezTo>
                      <a:pt x="12394" y="37064"/>
                      <a:pt x="25539" y="59829"/>
                      <a:pt x="40017" y="81355"/>
                    </a:cubicBezTo>
                    <a:cubicBezTo>
                      <a:pt x="41826" y="84117"/>
                      <a:pt x="44874" y="85546"/>
                      <a:pt x="47922" y="85546"/>
                    </a:cubicBezTo>
                    <a:cubicBezTo>
                      <a:pt x="49732" y="85546"/>
                      <a:pt x="51637" y="85070"/>
                      <a:pt x="53256" y="83927"/>
                    </a:cubicBezTo>
                    <a:cubicBezTo>
                      <a:pt x="57638" y="80974"/>
                      <a:pt x="58781" y="75069"/>
                      <a:pt x="55828" y="70687"/>
                    </a:cubicBezTo>
                    <a:cubicBezTo>
                      <a:pt x="41922" y="49923"/>
                      <a:pt x="29254" y="27920"/>
                      <a:pt x="18109" y="534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98" name="Google Shape;423;p10">
                <a:extLst>
                  <a:ext uri="{FF2B5EF4-FFF2-40B4-BE49-F238E27FC236}">
                    <a16:creationId xmlns:a16="http://schemas.microsoft.com/office/drawing/2014/main" id="{7C1D49EC-407E-42EA-947A-3096BEB1F99E}"/>
                  </a:ext>
                </a:extLst>
              </p:cNvPr>
              <p:cNvSpPr/>
              <p:nvPr/>
            </p:nvSpPr>
            <p:spPr>
              <a:xfrm>
                <a:off x="7367166" y="3573834"/>
                <a:ext cx="73864" cy="73001"/>
              </a:xfrm>
              <a:custGeom>
                <a:avLst/>
                <a:gdLst/>
                <a:ahLst/>
                <a:cxnLst/>
                <a:rect l="l" t="t" r="r" b="b"/>
                <a:pathLst>
                  <a:path w="73864" h="73001" extrusionOk="0">
                    <a:moveTo>
                      <a:pt x="16614" y="3183"/>
                    </a:moveTo>
                    <a:cubicBezTo>
                      <a:pt x="13089" y="-722"/>
                      <a:pt x="7089" y="-1103"/>
                      <a:pt x="3184" y="2422"/>
                    </a:cubicBezTo>
                    <a:cubicBezTo>
                      <a:pt x="-722" y="5946"/>
                      <a:pt x="-1103" y="11947"/>
                      <a:pt x="2421" y="15852"/>
                    </a:cubicBezTo>
                    <a:cubicBezTo>
                      <a:pt x="19662" y="35283"/>
                      <a:pt x="38426" y="53761"/>
                      <a:pt x="58143" y="70716"/>
                    </a:cubicBezTo>
                    <a:cubicBezTo>
                      <a:pt x="59953" y="72240"/>
                      <a:pt x="62143" y="73002"/>
                      <a:pt x="64334" y="73002"/>
                    </a:cubicBezTo>
                    <a:cubicBezTo>
                      <a:pt x="67001" y="73002"/>
                      <a:pt x="69668" y="71859"/>
                      <a:pt x="71573" y="69668"/>
                    </a:cubicBezTo>
                    <a:cubicBezTo>
                      <a:pt x="75002" y="65668"/>
                      <a:pt x="74526" y="59667"/>
                      <a:pt x="70525" y="56238"/>
                    </a:cubicBezTo>
                    <a:cubicBezTo>
                      <a:pt x="51475" y="39855"/>
                      <a:pt x="33283" y="21948"/>
                      <a:pt x="16614" y="318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99" name="Google Shape;424;p10">
                <a:extLst>
                  <a:ext uri="{FF2B5EF4-FFF2-40B4-BE49-F238E27FC236}">
                    <a16:creationId xmlns:a16="http://schemas.microsoft.com/office/drawing/2014/main" id="{C8EF7D90-5A68-46FB-9559-511D0FEF9A52}"/>
                  </a:ext>
                </a:extLst>
              </p:cNvPr>
              <p:cNvSpPr/>
              <p:nvPr/>
            </p:nvSpPr>
            <p:spPr>
              <a:xfrm>
                <a:off x="8850725" y="3765422"/>
                <a:ext cx="96011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6011" h="19050" extrusionOk="0">
                    <a:moveTo>
                      <a:pt x="86487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6487" y="19050"/>
                    </a:lnTo>
                    <a:cubicBezTo>
                      <a:pt x="91726" y="19050"/>
                      <a:pt x="96012" y="14764"/>
                      <a:pt x="96012" y="9525"/>
                    </a:cubicBezTo>
                    <a:cubicBezTo>
                      <a:pt x="96012" y="4286"/>
                      <a:pt x="91726" y="0"/>
                      <a:pt x="864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0" name="Google Shape;425;p10">
                <a:extLst>
                  <a:ext uri="{FF2B5EF4-FFF2-40B4-BE49-F238E27FC236}">
                    <a16:creationId xmlns:a16="http://schemas.microsoft.com/office/drawing/2014/main" id="{35E20455-5E5A-486F-A5E9-59544612BD86}"/>
                  </a:ext>
                </a:extLst>
              </p:cNvPr>
              <p:cNvSpPr/>
              <p:nvPr/>
            </p:nvSpPr>
            <p:spPr>
              <a:xfrm>
                <a:off x="9312401" y="3765422"/>
                <a:ext cx="960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6012" h="19050" extrusionOk="0">
                    <a:moveTo>
                      <a:pt x="86487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6487" y="19050"/>
                    </a:lnTo>
                    <a:cubicBezTo>
                      <a:pt x="91726" y="19050"/>
                      <a:pt x="96012" y="14764"/>
                      <a:pt x="96012" y="9525"/>
                    </a:cubicBezTo>
                    <a:cubicBezTo>
                      <a:pt x="96012" y="4286"/>
                      <a:pt x="91821" y="0"/>
                      <a:pt x="864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1" name="Google Shape;426;p10">
                <a:extLst>
                  <a:ext uri="{FF2B5EF4-FFF2-40B4-BE49-F238E27FC236}">
                    <a16:creationId xmlns:a16="http://schemas.microsoft.com/office/drawing/2014/main" id="{2C409421-6264-418C-93BC-577DD98909FC}"/>
                  </a:ext>
                </a:extLst>
              </p:cNvPr>
              <p:cNvSpPr/>
              <p:nvPr/>
            </p:nvSpPr>
            <p:spPr>
              <a:xfrm>
                <a:off x="9158573" y="3765422"/>
                <a:ext cx="96011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6011" h="19050" extrusionOk="0">
                    <a:moveTo>
                      <a:pt x="86487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6487" y="19050"/>
                    </a:lnTo>
                    <a:cubicBezTo>
                      <a:pt x="91725" y="19050"/>
                      <a:pt x="96012" y="14764"/>
                      <a:pt x="96012" y="9525"/>
                    </a:cubicBezTo>
                    <a:cubicBezTo>
                      <a:pt x="96012" y="4286"/>
                      <a:pt x="91725" y="0"/>
                      <a:pt x="864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2" name="Google Shape;427;p10">
                <a:extLst>
                  <a:ext uri="{FF2B5EF4-FFF2-40B4-BE49-F238E27FC236}">
                    <a16:creationId xmlns:a16="http://schemas.microsoft.com/office/drawing/2014/main" id="{2F3ED7B3-E29B-4244-A4D8-9B9C508232DA}"/>
                  </a:ext>
                </a:extLst>
              </p:cNvPr>
              <p:cNvSpPr/>
              <p:nvPr/>
            </p:nvSpPr>
            <p:spPr>
              <a:xfrm>
                <a:off x="8235124" y="3765422"/>
                <a:ext cx="96011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6011" h="19050" extrusionOk="0">
                    <a:moveTo>
                      <a:pt x="0" y="9525"/>
                    </a:move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6487" y="19050"/>
                    </a:lnTo>
                    <a:cubicBezTo>
                      <a:pt x="91726" y="19050"/>
                      <a:pt x="96012" y="14764"/>
                      <a:pt x="96012" y="9525"/>
                    </a:cubicBezTo>
                    <a:cubicBezTo>
                      <a:pt x="96012" y="4286"/>
                      <a:pt x="91726" y="0"/>
                      <a:pt x="86487" y="0"/>
                    </a:cubicBez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3" name="Google Shape;428;p10">
                <a:extLst>
                  <a:ext uri="{FF2B5EF4-FFF2-40B4-BE49-F238E27FC236}">
                    <a16:creationId xmlns:a16="http://schemas.microsoft.com/office/drawing/2014/main" id="{9484721E-1D39-4202-8E77-C6519551BA4D}"/>
                  </a:ext>
                </a:extLst>
              </p:cNvPr>
              <p:cNvSpPr/>
              <p:nvPr/>
            </p:nvSpPr>
            <p:spPr>
              <a:xfrm>
                <a:off x="8269400" y="2524300"/>
                <a:ext cx="56871" cy="85929"/>
              </a:xfrm>
              <a:custGeom>
                <a:avLst/>
                <a:gdLst/>
                <a:ahLst/>
                <a:cxnLst/>
                <a:rect l="l" t="t" r="r" b="b"/>
                <a:pathLst>
                  <a:path w="56871" h="85929" extrusionOk="0">
                    <a:moveTo>
                      <a:pt x="38781" y="80501"/>
                    </a:moveTo>
                    <a:cubicBezTo>
                      <a:pt x="40400" y="83930"/>
                      <a:pt x="43830" y="85930"/>
                      <a:pt x="47354" y="85930"/>
                    </a:cubicBezTo>
                    <a:cubicBezTo>
                      <a:pt x="48687" y="85930"/>
                      <a:pt x="50116" y="85644"/>
                      <a:pt x="51450" y="84977"/>
                    </a:cubicBezTo>
                    <a:cubicBezTo>
                      <a:pt x="56212" y="82691"/>
                      <a:pt x="58212" y="76976"/>
                      <a:pt x="55926" y="72309"/>
                    </a:cubicBezTo>
                    <a:cubicBezTo>
                      <a:pt x="44687" y="48878"/>
                      <a:pt x="31828" y="26018"/>
                      <a:pt x="17541" y="4301"/>
                    </a:cubicBezTo>
                    <a:cubicBezTo>
                      <a:pt x="14683" y="-81"/>
                      <a:pt x="8777" y="-1319"/>
                      <a:pt x="4301" y="1538"/>
                    </a:cubicBezTo>
                    <a:cubicBezTo>
                      <a:pt x="-81" y="4396"/>
                      <a:pt x="-1319" y="10301"/>
                      <a:pt x="1539" y="14683"/>
                    </a:cubicBezTo>
                    <a:cubicBezTo>
                      <a:pt x="15540" y="35733"/>
                      <a:pt x="28018" y="57926"/>
                      <a:pt x="38781" y="805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4" name="Google Shape;429;p10">
                <a:extLst>
                  <a:ext uri="{FF2B5EF4-FFF2-40B4-BE49-F238E27FC236}">
                    <a16:creationId xmlns:a16="http://schemas.microsoft.com/office/drawing/2014/main" id="{29F3F60C-4D55-424B-828B-B1B626F71FB1}"/>
                  </a:ext>
                </a:extLst>
              </p:cNvPr>
              <p:cNvSpPr/>
              <p:nvPr/>
            </p:nvSpPr>
            <p:spPr>
              <a:xfrm>
                <a:off x="7223664" y="2993707"/>
                <a:ext cx="19050" cy="96012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6012" extrusionOk="0">
                    <a:moveTo>
                      <a:pt x="9525" y="96012"/>
                    </a:moveTo>
                    <a:cubicBezTo>
                      <a:pt x="14764" y="96012"/>
                      <a:pt x="19050" y="91726"/>
                      <a:pt x="19050" y="86487"/>
                    </a:cubicBezTo>
                    <a:lnTo>
                      <a:pt x="19050" y="9525"/>
                    </a:lnTo>
                    <a:cubicBezTo>
                      <a:pt x="19050" y="4286"/>
                      <a:pt x="14764" y="0"/>
                      <a:pt x="9525" y="0"/>
                    </a:cubicBezTo>
                    <a:cubicBezTo>
                      <a:pt x="4286" y="0"/>
                      <a:pt x="0" y="4286"/>
                      <a:pt x="0" y="9525"/>
                    </a:cubicBezTo>
                    <a:lnTo>
                      <a:pt x="0" y="86487"/>
                    </a:lnTo>
                    <a:cubicBezTo>
                      <a:pt x="0" y="91726"/>
                      <a:pt x="4286" y="96012"/>
                      <a:pt x="9525" y="960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5" name="Google Shape;430;p10">
                <a:extLst>
                  <a:ext uri="{FF2B5EF4-FFF2-40B4-BE49-F238E27FC236}">
                    <a16:creationId xmlns:a16="http://schemas.microsoft.com/office/drawing/2014/main" id="{514271D7-5ACD-4368-A3A1-4AA4DD32CFBE}"/>
                  </a:ext>
                </a:extLst>
              </p:cNvPr>
              <p:cNvSpPr/>
              <p:nvPr/>
            </p:nvSpPr>
            <p:spPr>
              <a:xfrm>
                <a:off x="8696801" y="3765422"/>
                <a:ext cx="960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6012" h="19050" extrusionOk="0">
                    <a:moveTo>
                      <a:pt x="86487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6487" y="19050"/>
                    </a:lnTo>
                    <a:cubicBezTo>
                      <a:pt x="91726" y="19050"/>
                      <a:pt x="96012" y="14764"/>
                      <a:pt x="96012" y="9525"/>
                    </a:cubicBezTo>
                    <a:cubicBezTo>
                      <a:pt x="96012" y="4286"/>
                      <a:pt x="91726" y="0"/>
                      <a:pt x="864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6" name="Google Shape;431;p10">
                <a:extLst>
                  <a:ext uri="{FF2B5EF4-FFF2-40B4-BE49-F238E27FC236}">
                    <a16:creationId xmlns:a16="http://schemas.microsoft.com/office/drawing/2014/main" id="{E2619D7D-8C74-48E0-B36A-1E2D64D82B60}"/>
                  </a:ext>
                </a:extLst>
              </p:cNvPr>
              <p:cNvSpPr/>
              <p:nvPr/>
            </p:nvSpPr>
            <p:spPr>
              <a:xfrm>
                <a:off x="8335531" y="2662571"/>
                <a:ext cx="37575" cy="93772"/>
              </a:xfrm>
              <a:custGeom>
                <a:avLst/>
                <a:gdLst/>
                <a:ahLst/>
                <a:cxnLst/>
                <a:rect l="l" t="t" r="r" b="b"/>
                <a:pathLst>
                  <a:path w="37575" h="93772" extrusionOk="0">
                    <a:moveTo>
                      <a:pt x="18751" y="85866"/>
                    </a:moveTo>
                    <a:cubicBezTo>
                      <a:pt x="19513" y="90438"/>
                      <a:pt x="23609" y="93772"/>
                      <a:pt x="28086" y="93772"/>
                    </a:cubicBezTo>
                    <a:cubicBezTo>
                      <a:pt x="28657" y="93772"/>
                      <a:pt x="29229" y="93677"/>
                      <a:pt x="29705" y="93582"/>
                    </a:cubicBezTo>
                    <a:cubicBezTo>
                      <a:pt x="34849" y="92629"/>
                      <a:pt x="38373" y="87676"/>
                      <a:pt x="37420" y="82533"/>
                    </a:cubicBezTo>
                    <a:cubicBezTo>
                      <a:pt x="32944" y="56910"/>
                      <a:pt x="26561" y="31383"/>
                      <a:pt x="18656" y="6618"/>
                    </a:cubicBezTo>
                    <a:cubicBezTo>
                      <a:pt x="17036" y="1570"/>
                      <a:pt x="11702" y="-1097"/>
                      <a:pt x="6654" y="427"/>
                    </a:cubicBezTo>
                    <a:cubicBezTo>
                      <a:pt x="1606" y="2046"/>
                      <a:pt x="-1156" y="7380"/>
                      <a:pt x="463" y="12429"/>
                    </a:cubicBezTo>
                    <a:cubicBezTo>
                      <a:pt x="8274" y="36432"/>
                      <a:pt x="14370" y="61101"/>
                      <a:pt x="18751" y="8586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7" name="Google Shape;432;p10">
                <a:extLst>
                  <a:ext uri="{FF2B5EF4-FFF2-40B4-BE49-F238E27FC236}">
                    <a16:creationId xmlns:a16="http://schemas.microsoft.com/office/drawing/2014/main" id="{7E34DF60-70E0-4FBB-A8AA-90B78B2759B1}"/>
                  </a:ext>
                </a:extLst>
              </p:cNvPr>
              <p:cNvSpPr/>
              <p:nvPr/>
            </p:nvSpPr>
            <p:spPr>
              <a:xfrm>
                <a:off x="7346869" y="2426229"/>
                <a:ext cx="70702" cy="75892"/>
              </a:xfrm>
              <a:custGeom>
                <a:avLst/>
                <a:gdLst/>
                <a:ahLst/>
                <a:cxnLst/>
                <a:rect l="l" t="t" r="r" b="b"/>
                <a:pathLst>
                  <a:path w="70702" h="75892" extrusionOk="0">
                    <a:moveTo>
                      <a:pt x="9479" y="75892"/>
                    </a:moveTo>
                    <a:cubicBezTo>
                      <a:pt x="12336" y="75892"/>
                      <a:pt x="15099" y="74654"/>
                      <a:pt x="16909" y="72273"/>
                    </a:cubicBezTo>
                    <a:cubicBezTo>
                      <a:pt x="32529" y="52556"/>
                      <a:pt x="49674" y="33792"/>
                      <a:pt x="67772" y="16361"/>
                    </a:cubicBezTo>
                    <a:cubicBezTo>
                      <a:pt x="71582" y="12741"/>
                      <a:pt x="71677" y="6646"/>
                      <a:pt x="68057" y="2931"/>
                    </a:cubicBezTo>
                    <a:cubicBezTo>
                      <a:pt x="64438" y="-879"/>
                      <a:pt x="58342" y="-974"/>
                      <a:pt x="54627" y="2645"/>
                    </a:cubicBezTo>
                    <a:cubicBezTo>
                      <a:pt x="35863" y="20647"/>
                      <a:pt x="18147" y="40078"/>
                      <a:pt x="2050" y="60462"/>
                    </a:cubicBezTo>
                    <a:cubicBezTo>
                      <a:pt x="-1189" y="64558"/>
                      <a:pt x="-522" y="70558"/>
                      <a:pt x="3574" y="73797"/>
                    </a:cubicBezTo>
                    <a:cubicBezTo>
                      <a:pt x="5383" y="75226"/>
                      <a:pt x="7479" y="75892"/>
                      <a:pt x="9479" y="7589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8" name="Google Shape;433;p10">
                <a:extLst>
                  <a:ext uri="{FF2B5EF4-FFF2-40B4-BE49-F238E27FC236}">
                    <a16:creationId xmlns:a16="http://schemas.microsoft.com/office/drawing/2014/main" id="{41EA4029-8E73-42CC-8144-D09F4E41C56A}"/>
                  </a:ext>
                </a:extLst>
              </p:cNvPr>
              <p:cNvSpPr/>
              <p:nvPr/>
            </p:nvSpPr>
            <p:spPr>
              <a:xfrm>
                <a:off x="7223664" y="2839782"/>
                <a:ext cx="19050" cy="96012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6012" extrusionOk="0">
                    <a:moveTo>
                      <a:pt x="9525" y="96012"/>
                    </a:moveTo>
                    <a:cubicBezTo>
                      <a:pt x="14764" y="96012"/>
                      <a:pt x="19050" y="91726"/>
                      <a:pt x="19050" y="86487"/>
                    </a:cubicBezTo>
                    <a:lnTo>
                      <a:pt x="19050" y="9525"/>
                    </a:lnTo>
                    <a:cubicBezTo>
                      <a:pt x="19050" y="4286"/>
                      <a:pt x="14764" y="0"/>
                      <a:pt x="9525" y="0"/>
                    </a:cubicBezTo>
                    <a:cubicBezTo>
                      <a:pt x="4286" y="0"/>
                      <a:pt x="0" y="4286"/>
                      <a:pt x="0" y="9525"/>
                    </a:cubicBezTo>
                    <a:lnTo>
                      <a:pt x="0" y="86487"/>
                    </a:lnTo>
                    <a:cubicBezTo>
                      <a:pt x="0" y="91821"/>
                      <a:pt x="4286" y="96012"/>
                      <a:pt x="9525" y="960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9" name="Google Shape;434;p10">
                <a:extLst>
                  <a:ext uri="{FF2B5EF4-FFF2-40B4-BE49-F238E27FC236}">
                    <a16:creationId xmlns:a16="http://schemas.microsoft.com/office/drawing/2014/main" id="{17B7793F-FFBA-458C-9017-455448C17E25}"/>
                  </a:ext>
                </a:extLst>
              </p:cNvPr>
              <p:cNvSpPr/>
              <p:nvPr/>
            </p:nvSpPr>
            <p:spPr>
              <a:xfrm>
                <a:off x="7268470" y="2546409"/>
                <a:ext cx="53781" cy="87633"/>
              </a:xfrm>
              <a:custGeom>
                <a:avLst/>
                <a:gdLst/>
                <a:ahLst/>
                <a:cxnLst/>
                <a:rect l="l" t="t" r="r" b="b"/>
                <a:pathLst>
                  <a:path w="53781" h="87633" extrusionOk="0">
                    <a:moveTo>
                      <a:pt x="5867" y="86872"/>
                    </a:moveTo>
                    <a:cubicBezTo>
                      <a:pt x="7105" y="87348"/>
                      <a:pt x="8344" y="87634"/>
                      <a:pt x="9582" y="87634"/>
                    </a:cubicBezTo>
                    <a:cubicBezTo>
                      <a:pt x="13296" y="87634"/>
                      <a:pt x="16821" y="85443"/>
                      <a:pt x="18345" y="81824"/>
                    </a:cubicBezTo>
                    <a:cubicBezTo>
                      <a:pt x="28155" y="58678"/>
                      <a:pt x="39586" y="36008"/>
                      <a:pt x="52444" y="14387"/>
                    </a:cubicBezTo>
                    <a:cubicBezTo>
                      <a:pt x="55111" y="9910"/>
                      <a:pt x="53683" y="4004"/>
                      <a:pt x="49111" y="1337"/>
                    </a:cubicBezTo>
                    <a:cubicBezTo>
                      <a:pt x="44634" y="-1330"/>
                      <a:pt x="38728" y="99"/>
                      <a:pt x="36061" y="4671"/>
                    </a:cubicBezTo>
                    <a:cubicBezTo>
                      <a:pt x="22726" y="27055"/>
                      <a:pt x="10915" y="50582"/>
                      <a:pt x="724" y="74489"/>
                    </a:cubicBezTo>
                    <a:cubicBezTo>
                      <a:pt x="-1277" y="79252"/>
                      <a:pt x="1009" y="84776"/>
                      <a:pt x="5867" y="868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0" name="Google Shape;435;p10">
                <a:extLst>
                  <a:ext uri="{FF2B5EF4-FFF2-40B4-BE49-F238E27FC236}">
                    <a16:creationId xmlns:a16="http://schemas.microsoft.com/office/drawing/2014/main" id="{6C634A92-0FB4-4321-B3C4-80F33037984E}"/>
                  </a:ext>
                </a:extLst>
              </p:cNvPr>
              <p:cNvSpPr/>
              <p:nvPr/>
            </p:nvSpPr>
            <p:spPr>
              <a:xfrm>
                <a:off x="7228443" y="2687696"/>
                <a:ext cx="34022" cy="94459"/>
              </a:xfrm>
              <a:custGeom>
                <a:avLst/>
                <a:gdLst/>
                <a:ahLst/>
                <a:cxnLst/>
                <a:rect l="l" t="t" r="r" b="b"/>
                <a:pathLst>
                  <a:path w="34022" h="94459" extrusionOk="0">
                    <a:moveTo>
                      <a:pt x="8271" y="94365"/>
                    </a:moveTo>
                    <a:cubicBezTo>
                      <a:pt x="8652" y="94460"/>
                      <a:pt x="9128" y="94460"/>
                      <a:pt x="9509" y="94460"/>
                    </a:cubicBezTo>
                    <a:cubicBezTo>
                      <a:pt x="14272" y="94460"/>
                      <a:pt x="18367" y="90936"/>
                      <a:pt x="18939" y="86173"/>
                    </a:cubicBezTo>
                    <a:cubicBezTo>
                      <a:pt x="22177" y="61218"/>
                      <a:pt x="27130" y="36262"/>
                      <a:pt x="33702" y="12069"/>
                    </a:cubicBezTo>
                    <a:cubicBezTo>
                      <a:pt x="35036" y="7020"/>
                      <a:pt x="32083" y="1782"/>
                      <a:pt x="27035" y="353"/>
                    </a:cubicBezTo>
                    <a:cubicBezTo>
                      <a:pt x="21891" y="-1076"/>
                      <a:pt x="16748" y="1972"/>
                      <a:pt x="15319" y="7020"/>
                    </a:cubicBezTo>
                    <a:cubicBezTo>
                      <a:pt x="8556" y="31976"/>
                      <a:pt x="3413" y="57789"/>
                      <a:pt x="79" y="83697"/>
                    </a:cubicBezTo>
                    <a:cubicBezTo>
                      <a:pt x="-588" y="88935"/>
                      <a:pt x="3032" y="93698"/>
                      <a:pt x="8271" y="943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1" name="Google Shape;436;p10">
                <a:extLst>
                  <a:ext uri="{FF2B5EF4-FFF2-40B4-BE49-F238E27FC236}">
                    <a16:creationId xmlns:a16="http://schemas.microsoft.com/office/drawing/2014/main" id="{702B2F91-93DC-4F47-82F4-13763A558C62}"/>
                  </a:ext>
                </a:extLst>
              </p:cNvPr>
              <p:cNvSpPr/>
              <p:nvPr/>
            </p:nvSpPr>
            <p:spPr>
              <a:xfrm>
                <a:off x="7233316" y="3300919"/>
                <a:ext cx="38197" cy="93599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93599" extrusionOk="0">
                    <a:moveTo>
                      <a:pt x="18923" y="7779"/>
                    </a:moveTo>
                    <a:cubicBezTo>
                      <a:pt x="17971" y="2635"/>
                      <a:pt x="12922" y="-794"/>
                      <a:pt x="7779" y="159"/>
                    </a:cubicBezTo>
                    <a:cubicBezTo>
                      <a:pt x="2635" y="1111"/>
                      <a:pt x="-794" y="6064"/>
                      <a:pt x="159" y="11303"/>
                    </a:cubicBezTo>
                    <a:cubicBezTo>
                      <a:pt x="4921" y="36830"/>
                      <a:pt x="11493" y="62357"/>
                      <a:pt x="19685" y="87027"/>
                    </a:cubicBezTo>
                    <a:cubicBezTo>
                      <a:pt x="21018" y="91027"/>
                      <a:pt x="24733" y="93599"/>
                      <a:pt x="28734" y="93599"/>
                    </a:cubicBezTo>
                    <a:cubicBezTo>
                      <a:pt x="29686" y="93599"/>
                      <a:pt x="30734" y="93409"/>
                      <a:pt x="31687" y="93123"/>
                    </a:cubicBezTo>
                    <a:cubicBezTo>
                      <a:pt x="36640" y="91504"/>
                      <a:pt x="39402" y="86074"/>
                      <a:pt x="37687" y="81121"/>
                    </a:cubicBezTo>
                    <a:cubicBezTo>
                      <a:pt x="29877" y="57118"/>
                      <a:pt x="23495" y="32449"/>
                      <a:pt x="18923" y="777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2" name="Google Shape;437;p10">
                <a:extLst>
                  <a:ext uri="{FF2B5EF4-FFF2-40B4-BE49-F238E27FC236}">
                    <a16:creationId xmlns:a16="http://schemas.microsoft.com/office/drawing/2014/main" id="{B8E3116C-3E39-43DB-8E94-1D3036AD2E27}"/>
                  </a:ext>
                </a:extLst>
              </p:cNvPr>
              <p:cNvSpPr/>
              <p:nvPr/>
            </p:nvSpPr>
            <p:spPr>
              <a:xfrm>
                <a:off x="9004649" y="3765422"/>
                <a:ext cx="960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6012" h="19050" extrusionOk="0">
                    <a:moveTo>
                      <a:pt x="86487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6487" y="19050"/>
                    </a:lnTo>
                    <a:cubicBezTo>
                      <a:pt x="91726" y="19050"/>
                      <a:pt x="96012" y="14764"/>
                      <a:pt x="96012" y="9525"/>
                    </a:cubicBezTo>
                    <a:cubicBezTo>
                      <a:pt x="96012" y="4286"/>
                      <a:pt x="91726" y="0"/>
                      <a:pt x="864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3" name="Google Shape;438;p10">
                <a:extLst>
                  <a:ext uri="{FF2B5EF4-FFF2-40B4-BE49-F238E27FC236}">
                    <a16:creationId xmlns:a16="http://schemas.microsoft.com/office/drawing/2014/main" id="{EC4D5A1C-3C66-4BFB-A6AB-137532086ADC}"/>
                  </a:ext>
                </a:extLst>
              </p:cNvPr>
              <p:cNvSpPr/>
              <p:nvPr/>
            </p:nvSpPr>
            <p:spPr>
              <a:xfrm>
                <a:off x="8040916" y="2323818"/>
                <a:ext cx="85898" cy="57145"/>
              </a:xfrm>
              <a:custGeom>
                <a:avLst/>
                <a:gdLst/>
                <a:ahLst/>
                <a:cxnLst/>
                <a:rect l="l" t="t" r="r" b="b"/>
                <a:pathLst>
                  <a:path w="85898" h="57145" extrusionOk="0">
                    <a:moveTo>
                      <a:pt x="5423" y="18093"/>
                    </a:moveTo>
                    <a:cubicBezTo>
                      <a:pt x="27997" y="29046"/>
                      <a:pt x="50095" y="41619"/>
                      <a:pt x="71145" y="55526"/>
                    </a:cubicBezTo>
                    <a:cubicBezTo>
                      <a:pt x="72764" y="56574"/>
                      <a:pt x="74574" y="57145"/>
                      <a:pt x="76384" y="57145"/>
                    </a:cubicBezTo>
                    <a:cubicBezTo>
                      <a:pt x="79432" y="57145"/>
                      <a:pt x="82479" y="55621"/>
                      <a:pt x="84289" y="52859"/>
                    </a:cubicBezTo>
                    <a:cubicBezTo>
                      <a:pt x="87242" y="48477"/>
                      <a:pt x="86004" y="42572"/>
                      <a:pt x="81623" y="39714"/>
                    </a:cubicBezTo>
                    <a:cubicBezTo>
                      <a:pt x="59905" y="25332"/>
                      <a:pt x="37046" y="12282"/>
                      <a:pt x="13709" y="948"/>
                    </a:cubicBezTo>
                    <a:cubicBezTo>
                      <a:pt x="8947" y="-1338"/>
                      <a:pt x="3232" y="662"/>
                      <a:pt x="945" y="5329"/>
                    </a:cubicBezTo>
                    <a:cubicBezTo>
                      <a:pt x="-1340" y="10092"/>
                      <a:pt x="660" y="15807"/>
                      <a:pt x="5423" y="1809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4" name="Google Shape;439;p10">
                <a:extLst>
                  <a:ext uri="{FF2B5EF4-FFF2-40B4-BE49-F238E27FC236}">
                    <a16:creationId xmlns:a16="http://schemas.microsoft.com/office/drawing/2014/main" id="{708B225B-562A-459D-995F-0CA66B1BA971}"/>
                  </a:ext>
                </a:extLst>
              </p:cNvPr>
              <p:cNvSpPr/>
              <p:nvPr/>
            </p:nvSpPr>
            <p:spPr>
              <a:xfrm>
                <a:off x="7773441" y="3765027"/>
                <a:ext cx="95923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95923" h="19444" extrusionOk="0">
                    <a:moveTo>
                      <a:pt x="86398" y="19445"/>
                    </a:moveTo>
                    <a:cubicBezTo>
                      <a:pt x="91637" y="19445"/>
                      <a:pt x="95923" y="15159"/>
                      <a:pt x="95923" y="9920"/>
                    </a:cubicBezTo>
                    <a:cubicBezTo>
                      <a:pt x="95923" y="4681"/>
                      <a:pt x="91637" y="395"/>
                      <a:pt x="86398" y="395"/>
                    </a:cubicBezTo>
                    <a:lnTo>
                      <a:pt x="29344" y="395"/>
                    </a:lnTo>
                    <a:cubicBezTo>
                      <a:pt x="22771" y="395"/>
                      <a:pt x="16294" y="300"/>
                      <a:pt x="9817" y="14"/>
                    </a:cubicBezTo>
                    <a:cubicBezTo>
                      <a:pt x="4960" y="-272"/>
                      <a:pt x="102" y="3919"/>
                      <a:pt x="6" y="9158"/>
                    </a:cubicBezTo>
                    <a:cubicBezTo>
                      <a:pt x="-184" y="14396"/>
                      <a:pt x="3912" y="18873"/>
                      <a:pt x="9151" y="19064"/>
                    </a:cubicBezTo>
                    <a:cubicBezTo>
                      <a:pt x="15818" y="19350"/>
                      <a:pt x="22581" y="19445"/>
                      <a:pt x="29344" y="19445"/>
                    </a:cubicBezTo>
                    <a:lnTo>
                      <a:pt x="86398" y="194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5" name="Google Shape;440;p10">
                <a:extLst>
                  <a:ext uri="{FF2B5EF4-FFF2-40B4-BE49-F238E27FC236}">
                    <a16:creationId xmlns:a16="http://schemas.microsoft.com/office/drawing/2014/main" id="{FDE9EAD5-D5F4-4054-A64F-779600B74B6D}"/>
                  </a:ext>
                </a:extLst>
              </p:cNvPr>
              <p:cNvSpPr/>
              <p:nvPr/>
            </p:nvSpPr>
            <p:spPr>
              <a:xfrm>
                <a:off x="7895018" y="2276315"/>
                <a:ext cx="93586" cy="37782"/>
              </a:xfrm>
              <a:custGeom>
                <a:avLst/>
                <a:gdLst/>
                <a:ahLst/>
                <a:cxnLst/>
                <a:rect l="l" t="t" r="r" b="b"/>
                <a:pathLst>
                  <a:path w="93586" h="37782" extrusionOk="0">
                    <a:moveTo>
                      <a:pt x="84074" y="37782"/>
                    </a:moveTo>
                    <a:cubicBezTo>
                      <a:pt x="88074" y="37782"/>
                      <a:pt x="91789" y="35211"/>
                      <a:pt x="93123" y="31210"/>
                    </a:cubicBezTo>
                    <a:cubicBezTo>
                      <a:pt x="94742" y="26162"/>
                      <a:pt x="91980" y="20828"/>
                      <a:pt x="87027" y="19209"/>
                    </a:cubicBezTo>
                    <a:cubicBezTo>
                      <a:pt x="62357" y="11208"/>
                      <a:pt x="36830" y="4731"/>
                      <a:pt x="11208" y="159"/>
                    </a:cubicBezTo>
                    <a:cubicBezTo>
                      <a:pt x="5969" y="-794"/>
                      <a:pt x="1111" y="2635"/>
                      <a:pt x="159" y="7874"/>
                    </a:cubicBezTo>
                    <a:cubicBezTo>
                      <a:pt x="-794" y="13018"/>
                      <a:pt x="2635" y="17971"/>
                      <a:pt x="7874" y="18923"/>
                    </a:cubicBezTo>
                    <a:cubicBezTo>
                      <a:pt x="32639" y="23400"/>
                      <a:pt x="57309" y="29591"/>
                      <a:pt x="81121" y="37402"/>
                    </a:cubicBezTo>
                    <a:cubicBezTo>
                      <a:pt x="82074" y="37687"/>
                      <a:pt x="83121" y="37782"/>
                      <a:pt x="84074" y="3778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6" name="Google Shape;441;p10">
                <a:extLst>
                  <a:ext uri="{FF2B5EF4-FFF2-40B4-BE49-F238E27FC236}">
                    <a16:creationId xmlns:a16="http://schemas.microsoft.com/office/drawing/2014/main" id="{84164EEF-44BE-46E6-A099-396F7B286791}"/>
                  </a:ext>
                </a:extLst>
              </p:cNvPr>
              <p:cNvSpPr/>
              <p:nvPr/>
            </p:nvSpPr>
            <p:spPr>
              <a:xfrm>
                <a:off x="8081200" y="3765422"/>
                <a:ext cx="960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6012" h="19050" extrusionOk="0">
                    <a:moveTo>
                      <a:pt x="0" y="9525"/>
                    </a:move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6487" y="19050"/>
                    </a:lnTo>
                    <a:cubicBezTo>
                      <a:pt x="91726" y="19050"/>
                      <a:pt x="96012" y="14764"/>
                      <a:pt x="96012" y="9525"/>
                    </a:cubicBezTo>
                    <a:cubicBezTo>
                      <a:pt x="96012" y="4286"/>
                      <a:pt x="91726" y="0"/>
                      <a:pt x="86487" y="0"/>
                    </a:cubicBez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7" name="Google Shape;442;p10">
                <a:extLst>
                  <a:ext uri="{FF2B5EF4-FFF2-40B4-BE49-F238E27FC236}">
                    <a16:creationId xmlns:a16="http://schemas.microsoft.com/office/drawing/2014/main" id="{9BCAE257-A729-4257-9526-5C8F0EFA69C8}"/>
                  </a:ext>
                </a:extLst>
              </p:cNvPr>
              <p:cNvSpPr/>
              <p:nvPr/>
            </p:nvSpPr>
            <p:spPr>
              <a:xfrm>
                <a:off x="7927276" y="3765422"/>
                <a:ext cx="960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6012" h="19050" extrusionOk="0">
                    <a:moveTo>
                      <a:pt x="86487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6487" y="19050"/>
                    </a:lnTo>
                    <a:cubicBezTo>
                      <a:pt x="91726" y="19050"/>
                      <a:pt x="96012" y="14764"/>
                      <a:pt x="96012" y="9525"/>
                    </a:cubicBezTo>
                    <a:cubicBezTo>
                      <a:pt x="96012" y="4286"/>
                      <a:pt x="91726" y="0"/>
                      <a:pt x="864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8" name="Google Shape;443;p10">
                <a:extLst>
                  <a:ext uri="{FF2B5EF4-FFF2-40B4-BE49-F238E27FC236}">
                    <a16:creationId xmlns:a16="http://schemas.microsoft.com/office/drawing/2014/main" id="{027C4F98-7D24-4B4A-86A0-4936E31454AE}"/>
                  </a:ext>
                </a:extLst>
              </p:cNvPr>
              <p:cNvSpPr/>
              <p:nvPr/>
            </p:nvSpPr>
            <p:spPr>
              <a:xfrm>
                <a:off x="8362854" y="3275361"/>
                <a:ext cx="19050" cy="96012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6012" extrusionOk="0">
                    <a:moveTo>
                      <a:pt x="9525" y="0"/>
                    </a:moveTo>
                    <a:cubicBezTo>
                      <a:pt x="4286" y="0"/>
                      <a:pt x="0" y="4286"/>
                      <a:pt x="0" y="9525"/>
                    </a:cubicBezTo>
                    <a:lnTo>
                      <a:pt x="0" y="86487"/>
                    </a:lnTo>
                    <a:cubicBezTo>
                      <a:pt x="0" y="91726"/>
                      <a:pt x="4286" y="96012"/>
                      <a:pt x="9525" y="96012"/>
                    </a:cubicBezTo>
                    <a:cubicBezTo>
                      <a:pt x="14764" y="96012"/>
                      <a:pt x="19050" y="91726"/>
                      <a:pt x="19050" y="86487"/>
                    </a:cubicBezTo>
                    <a:lnTo>
                      <a:pt x="19050" y="9525"/>
                    </a:lnTo>
                    <a:cubicBezTo>
                      <a:pt x="19050" y="4286"/>
                      <a:pt x="14764" y="0"/>
                      <a:pt x="95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9" name="Google Shape;444;p10">
                <a:extLst>
                  <a:ext uri="{FF2B5EF4-FFF2-40B4-BE49-F238E27FC236}">
                    <a16:creationId xmlns:a16="http://schemas.microsoft.com/office/drawing/2014/main" id="{CF25A38A-7F52-4907-A6D8-E3592F08CA00}"/>
                  </a:ext>
                </a:extLst>
              </p:cNvPr>
              <p:cNvSpPr/>
              <p:nvPr/>
            </p:nvSpPr>
            <p:spPr>
              <a:xfrm>
                <a:off x="8168870" y="2408626"/>
                <a:ext cx="73253" cy="73397"/>
              </a:xfrm>
              <a:custGeom>
                <a:avLst/>
                <a:gdLst/>
                <a:ahLst/>
                <a:cxnLst/>
                <a:rect l="l" t="t" r="r" b="b"/>
                <a:pathLst>
                  <a:path w="73253" h="73397" extrusionOk="0">
                    <a:moveTo>
                      <a:pt x="70921" y="57682"/>
                    </a:moveTo>
                    <a:cubicBezTo>
                      <a:pt x="53872" y="38060"/>
                      <a:pt x="35298" y="19391"/>
                      <a:pt x="15772" y="2341"/>
                    </a:cubicBezTo>
                    <a:cubicBezTo>
                      <a:pt x="11866" y="-1088"/>
                      <a:pt x="5865" y="-707"/>
                      <a:pt x="2341" y="3199"/>
                    </a:cubicBezTo>
                    <a:cubicBezTo>
                      <a:pt x="-1088" y="7199"/>
                      <a:pt x="-707" y="13200"/>
                      <a:pt x="3199" y="16629"/>
                    </a:cubicBezTo>
                    <a:cubicBezTo>
                      <a:pt x="22058" y="33202"/>
                      <a:pt x="40060" y="51205"/>
                      <a:pt x="56539" y="70159"/>
                    </a:cubicBezTo>
                    <a:cubicBezTo>
                      <a:pt x="58444" y="72350"/>
                      <a:pt x="61016" y="73398"/>
                      <a:pt x="63682" y="73398"/>
                    </a:cubicBezTo>
                    <a:cubicBezTo>
                      <a:pt x="65873" y="73398"/>
                      <a:pt x="68159" y="72636"/>
                      <a:pt x="69969" y="71017"/>
                    </a:cubicBezTo>
                    <a:cubicBezTo>
                      <a:pt x="73969" y="67683"/>
                      <a:pt x="74350" y="61682"/>
                      <a:pt x="70921" y="5768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0" name="Google Shape;445;p10">
                <a:extLst>
                  <a:ext uri="{FF2B5EF4-FFF2-40B4-BE49-F238E27FC236}">
                    <a16:creationId xmlns:a16="http://schemas.microsoft.com/office/drawing/2014/main" id="{3492C7C2-A12E-4F03-B704-8754537126DC}"/>
                  </a:ext>
                </a:extLst>
              </p:cNvPr>
              <p:cNvSpPr/>
              <p:nvPr/>
            </p:nvSpPr>
            <p:spPr>
              <a:xfrm>
                <a:off x="8362854" y="3121437"/>
                <a:ext cx="19050" cy="96011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6011" extrusionOk="0">
                    <a:moveTo>
                      <a:pt x="9525" y="0"/>
                    </a:moveTo>
                    <a:cubicBezTo>
                      <a:pt x="4286" y="0"/>
                      <a:pt x="0" y="4286"/>
                      <a:pt x="0" y="9525"/>
                    </a:cubicBezTo>
                    <a:lnTo>
                      <a:pt x="0" y="86487"/>
                    </a:lnTo>
                    <a:cubicBezTo>
                      <a:pt x="0" y="91726"/>
                      <a:pt x="4286" y="96012"/>
                      <a:pt x="9525" y="96012"/>
                    </a:cubicBezTo>
                    <a:cubicBezTo>
                      <a:pt x="14764" y="96012"/>
                      <a:pt x="19050" y="91726"/>
                      <a:pt x="19050" y="86487"/>
                    </a:cubicBezTo>
                    <a:lnTo>
                      <a:pt x="19050" y="9525"/>
                    </a:lnTo>
                    <a:cubicBezTo>
                      <a:pt x="19050" y="4286"/>
                      <a:pt x="14764" y="0"/>
                      <a:pt x="95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1" name="Google Shape;446;p10">
                <a:extLst>
                  <a:ext uri="{FF2B5EF4-FFF2-40B4-BE49-F238E27FC236}">
                    <a16:creationId xmlns:a16="http://schemas.microsoft.com/office/drawing/2014/main" id="{B6A67B1A-E61A-4EC2-877C-A4F971EFEA3A}"/>
                  </a:ext>
                </a:extLst>
              </p:cNvPr>
              <p:cNvSpPr/>
              <p:nvPr/>
            </p:nvSpPr>
            <p:spPr>
              <a:xfrm>
                <a:off x="8362854" y="3429285"/>
                <a:ext cx="19050" cy="96012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6012" extrusionOk="0">
                    <a:moveTo>
                      <a:pt x="9525" y="0"/>
                    </a:moveTo>
                    <a:cubicBezTo>
                      <a:pt x="4286" y="0"/>
                      <a:pt x="0" y="4286"/>
                      <a:pt x="0" y="9525"/>
                    </a:cubicBezTo>
                    <a:lnTo>
                      <a:pt x="0" y="86487"/>
                    </a:lnTo>
                    <a:cubicBezTo>
                      <a:pt x="0" y="91726"/>
                      <a:pt x="4286" y="96012"/>
                      <a:pt x="9525" y="96012"/>
                    </a:cubicBezTo>
                    <a:cubicBezTo>
                      <a:pt x="14764" y="96012"/>
                      <a:pt x="19050" y="91726"/>
                      <a:pt x="19050" y="86487"/>
                    </a:cubicBezTo>
                    <a:lnTo>
                      <a:pt x="19050" y="9525"/>
                    </a:lnTo>
                    <a:cubicBezTo>
                      <a:pt x="19050" y="4286"/>
                      <a:pt x="14764" y="0"/>
                      <a:pt x="95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2" name="Google Shape;447;p10">
                <a:extLst>
                  <a:ext uri="{FF2B5EF4-FFF2-40B4-BE49-F238E27FC236}">
                    <a16:creationId xmlns:a16="http://schemas.microsoft.com/office/drawing/2014/main" id="{F40FD149-7D01-40C5-B22C-C559E0A248D2}"/>
                  </a:ext>
                </a:extLst>
              </p:cNvPr>
              <p:cNvSpPr/>
              <p:nvPr/>
            </p:nvSpPr>
            <p:spPr>
              <a:xfrm>
                <a:off x="7622212" y="3739381"/>
                <a:ext cx="93740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93740" h="36995" extrusionOk="0">
                    <a:moveTo>
                      <a:pt x="84275" y="36995"/>
                    </a:moveTo>
                    <a:cubicBezTo>
                      <a:pt x="88846" y="36995"/>
                      <a:pt x="92847" y="33661"/>
                      <a:pt x="93609" y="29089"/>
                    </a:cubicBezTo>
                    <a:cubicBezTo>
                      <a:pt x="94466" y="23946"/>
                      <a:pt x="91037" y="18993"/>
                      <a:pt x="85798" y="18136"/>
                    </a:cubicBezTo>
                    <a:cubicBezTo>
                      <a:pt x="61034" y="13945"/>
                      <a:pt x="36268" y="7944"/>
                      <a:pt x="12361" y="419"/>
                    </a:cubicBezTo>
                    <a:cubicBezTo>
                      <a:pt x="7312" y="-1105"/>
                      <a:pt x="1978" y="1657"/>
                      <a:pt x="455" y="6610"/>
                    </a:cubicBezTo>
                    <a:cubicBezTo>
                      <a:pt x="-1165" y="11658"/>
                      <a:pt x="1692" y="16992"/>
                      <a:pt x="6646" y="18516"/>
                    </a:cubicBezTo>
                    <a:cubicBezTo>
                      <a:pt x="31411" y="26327"/>
                      <a:pt x="57033" y="32423"/>
                      <a:pt x="82655" y="36804"/>
                    </a:cubicBezTo>
                    <a:cubicBezTo>
                      <a:pt x="83226" y="36995"/>
                      <a:pt x="83703" y="36995"/>
                      <a:pt x="84275" y="369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3" name="Google Shape;448;p10">
                <a:extLst>
                  <a:ext uri="{FF2B5EF4-FFF2-40B4-BE49-F238E27FC236}">
                    <a16:creationId xmlns:a16="http://schemas.microsoft.com/office/drawing/2014/main" id="{32076AC6-1906-46F5-A466-83B1C9B0DB98}"/>
                  </a:ext>
                </a:extLst>
              </p:cNvPr>
              <p:cNvSpPr/>
              <p:nvPr/>
            </p:nvSpPr>
            <p:spPr>
              <a:xfrm>
                <a:off x="8389048" y="3765422"/>
                <a:ext cx="960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6012" h="19050" extrusionOk="0">
                    <a:moveTo>
                      <a:pt x="86487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6487" y="19050"/>
                    </a:lnTo>
                    <a:cubicBezTo>
                      <a:pt x="91726" y="19050"/>
                      <a:pt x="96012" y="14764"/>
                      <a:pt x="96012" y="9525"/>
                    </a:cubicBezTo>
                    <a:cubicBezTo>
                      <a:pt x="96012" y="4286"/>
                      <a:pt x="91726" y="0"/>
                      <a:pt x="864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4" name="Google Shape;449;p10">
                <a:extLst>
                  <a:ext uri="{FF2B5EF4-FFF2-40B4-BE49-F238E27FC236}">
                    <a16:creationId xmlns:a16="http://schemas.microsoft.com/office/drawing/2014/main" id="{05ABE2D1-A834-4506-AD36-188A6A5928C8}"/>
                  </a:ext>
                </a:extLst>
              </p:cNvPr>
              <p:cNvSpPr/>
              <p:nvPr/>
            </p:nvSpPr>
            <p:spPr>
              <a:xfrm>
                <a:off x="7741690" y="2267238"/>
                <a:ext cx="95962" cy="21427"/>
              </a:xfrm>
              <a:custGeom>
                <a:avLst/>
                <a:gdLst/>
                <a:ahLst/>
                <a:cxnLst/>
                <a:rect l="l" t="t" r="r" b="b"/>
                <a:pathLst>
                  <a:path w="95962" h="21427" extrusionOk="0">
                    <a:moveTo>
                      <a:pt x="86050" y="19618"/>
                    </a:moveTo>
                    <a:cubicBezTo>
                      <a:pt x="91384" y="19904"/>
                      <a:pt x="95766" y="15808"/>
                      <a:pt x="95956" y="10474"/>
                    </a:cubicBezTo>
                    <a:cubicBezTo>
                      <a:pt x="96146" y="5235"/>
                      <a:pt x="92146" y="759"/>
                      <a:pt x="86812" y="568"/>
                    </a:cubicBezTo>
                    <a:cubicBezTo>
                      <a:pt x="60999" y="-575"/>
                      <a:pt x="34425" y="-3"/>
                      <a:pt x="8707" y="2378"/>
                    </a:cubicBezTo>
                    <a:cubicBezTo>
                      <a:pt x="3468" y="2854"/>
                      <a:pt x="-437" y="7521"/>
                      <a:pt x="39" y="12760"/>
                    </a:cubicBezTo>
                    <a:cubicBezTo>
                      <a:pt x="516" y="17713"/>
                      <a:pt x="4611" y="21428"/>
                      <a:pt x="9564" y="21428"/>
                    </a:cubicBezTo>
                    <a:cubicBezTo>
                      <a:pt x="9850" y="21428"/>
                      <a:pt x="10136" y="21428"/>
                      <a:pt x="10421" y="21428"/>
                    </a:cubicBezTo>
                    <a:cubicBezTo>
                      <a:pt x="35377" y="19142"/>
                      <a:pt x="60999" y="18475"/>
                      <a:pt x="86050" y="196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5" name="Google Shape;450;p10">
                <a:extLst>
                  <a:ext uri="{FF2B5EF4-FFF2-40B4-BE49-F238E27FC236}">
                    <a16:creationId xmlns:a16="http://schemas.microsoft.com/office/drawing/2014/main" id="{64B06063-F266-48AE-AEF7-97C6A05BAE73}"/>
                  </a:ext>
                </a:extLst>
              </p:cNvPr>
              <p:cNvSpPr/>
              <p:nvPr/>
            </p:nvSpPr>
            <p:spPr>
              <a:xfrm>
                <a:off x="8362372" y="2813660"/>
                <a:ext cx="19532" cy="96036"/>
              </a:xfrm>
              <a:custGeom>
                <a:avLst/>
                <a:gdLst/>
                <a:ahLst/>
                <a:cxnLst/>
                <a:rect l="l" t="t" r="r" b="b"/>
                <a:pathLst>
                  <a:path w="19532" h="96036" extrusionOk="0">
                    <a:moveTo>
                      <a:pt x="9151" y="24"/>
                    </a:moveTo>
                    <a:cubicBezTo>
                      <a:pt x="3911" y="215"/>
                      <a:pt x="-184" y="4691"/>
                      <a:pt x="6" y="9930"/>
                    </a:cubicBezTo>
                    <a:cubicBezTo>
                      <a:pt x="292" y="17455"/>
                      <a:pt x="483" y="25075"/>
                      <a:pt x="483" y="32695"/>
                    </a:cubicBezTo>
                    <a:lnTo>
                      <a:pt x="483" y="86511"/>
                    </a:lnTo>
                    <a:cubicBezTo>
                      <a:pt x="483" y="91750"/>
                      <a:pt x="4769" y="96036"/>
                      <a:pt x="10008" y="96036"/>
                    </a:cubicBezTo>
                    <a:cubicBezTo>
                      <a:pt x="15246" y="96036"/>
                      <a:pt x="19533" y="91750"/>
                      <a:pt x="19533" y="86511"/>
                    </a:cubicBezTo>
                    <a:lnTo>
                      <a:pt x="19533" y="32695"/>
                    </a:lnTo>
                    <a:cubicBezTo>
                      <a:pt x="19533" y="24789"/>
                      <a:pt x="19342" y="16979"/>
                      <a:pt x="19056" y="9168"/>
                    </a:cubicBezTo>
                    <a:cubicBezTo>
                      <a:pt x="18866" y="3834"/>
                      <a:pt x="14103" y="-357"/>
                      <a:pt x="9151" y="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6" name="Google Shape;451;p10">
                <a:extLst>
                  <a:ext uri="{FF2B5EF4-FFF2-40B4-BE49-F238E27FC236}">
                    <a16:creationId xmlns:a16="http://schemas.microsoft.com/office/drawing/2014/main" id="{A361AACF-A30B-4231-A6F1-8C9F842FE3CC}"/>
                  </a:ext>
                </a:extLst>
              </p:cNvPr>
              <p:cNvSpPr/>
              <p:nvPr/>
            </p:nvSpPr>
            <p:spPr>
              <a:xfrm>
                <a:off x="8542877" y="3765422"/>
                <a:ext cx="96011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6011" h="19050" extrusionOk="0">
                    <a:moveTo>
                      <a:pt x="86487" y="0"/>
                    </a:moveTo>
                    <a:lnTo>
                      <a:pt x="9525" y="0"/>
                    </a:ln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9050"/>
                      <a:pt x="9525" y="19050"/>
                    </a:cubicBezTo>
                    <a:lnTo>
                      <a:pt x="86487" y="19050"/>
                    </a:lnTo>
                    <a:cubicBezTo>
                      <a:pt x="91726" y="19050"/>
                      <a:pt x="96012" y="14764"/>
                      <a:pt x="96012" y="9525"/>
                    </a:cubicBezTo>
                    <a:cubicBezTo>
                      <a:pt x="96012" y="4286"/>
                      <a:pt x="91821" y="0"/>
                      <a:pt x="864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7" name="Google Shape;452;p10">
                <a:extLst>
                  <a:ext uri="{FF2B5EF4-FFF2-40B4-BE49-F238E27FC236}">
                    <a16:creationId xmlns:a16="http://schemas.microsoft.com/office/drawing/2014/main" id="{404444F9-F3C7-43F4-B07B-42D7A4DDFF1A}"/>
                  </a:ext>
                </a:extLst>
              </p:cNvPr>
              <p:cNvSpPr/>
              <p:nvPr/>
            </p:nvSpPr>
            <p:spPr>
              <a:xfrm>
                <a:off x="8362854" y="2967513"/>
                <a:ext cx="19050" cy="96012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6012" extrusionOk="0">
                    <a:moveTo>
                      <a:pt x="9525" y="0"/>
                    </a:moveTo>
                    <a:cubicBezTo>
                      <a:pt x="4286" y="0"/>
                      <a:pt x="0" y="4286"/>
                      <a:pt x="0" y="9525"/>
                    </a:cubicBezTo>
                    <a:lnTo>
                      <a:pt x="0" y="86487"/>
                    </a:lnTo>
                    <a:cubicBezTo>
                      <a:pt x="0" y="91726"/>
                      <a:pt x="4286" y="96012"/>
                      <a:pt x="9525" y="96012"/>
                    </a:cubicBezTo>
                    <a:cubicBezTo>
                      <a:pt x="14764" y="96012"/>
                      <a:pt x="19050" y="91726"/>
                      <a:pt x="19050" y="86487"/>
                    </a:cubicBezTo>
                    <a:lnTo>
                      <a:pt x="19050" y="9525"/>
                    </a:lnTo>
                    <a:cubicBezTo>
                      <a:pt x="19050" y="4286"/>
                      <a:pt x="14764" y="0"/>
                      <a:pt x="95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8" name="Google Shape;453;p10">
                <a:extLst>
                  <a:ext uri="{FF2B5EF4-FFF2-40B4-BE49-F238E27FC236}">
                    <a16:creationId xmlns:a16="http://schemas.microsoft.com/office/drawing/2014/main" id="{369B1BD6-086E-4F5F-B1B9-A6098293C65C}"/>
                  </a:ext>
                </a:extLst>
              </p:cNvPr>
              <p:cNvSpPr/>
              <p:nvPr/>
            </p:nvSpPr>
            <p:spPr>
              <a:xfrm>
                <a:off x="7457404" y="2335728"/>
                <a:ext cx="84048" cy="60094"/>
              </a:xfrm>
              <a:custGeom>
                <a:avLst/>
                <a:gdLst/>
                <a:ahLst/>
                <a:cxnLst/>
                <a:rect l="l" t="t" r="r" b="b"/>
                <a:pathLst>
                  <a:path w="84048" h="60094" extrusionOk="0">
                    <a:moveTo>
                      <a:pt x="82871" y="4945"/>
                    </a:moveTo>
                    <a:cubicBezTo>
                      <a:pt x="80395" y="373"/>
                      <a:pt x="74585" y="-1342"/>
                      <a:pt x="69918" y="1135"/>
                    </a:cubicBezTo>
                    <a:cubicBezTo>
                      <a:pt x="47057" y="13517"/>
                      <a:pt x="24864" y="27614"/>
                      <a:pt x="3909" y="42854"/>
                    </a:cubicBezTo>
                    <a:cubicBezTo>
                      <a:pt x="-377" y="45997"/>
                      <a:pt x="-1235" y="51903"/>
                      <a:pt x="1814" y="56189"/>
                    </a:cubicBezTo>
                    <a:cubicBezTo>
                      <a:pt x="3719" y="58761"/>
                      <a:pt x="6576" y="60094"/>
                      <a:pt x="9529" y="60094"/>
                    </a:cubicBezTo>
                    <a:cubicBezTo>
                      <a:pt x="11434" y="60094"/>
                      <a:pt x="13434" y="59523"/>
                      <a:pt x="15149" y="58285"/>
                    </a:cubicBezTo>
                    <a:cubicBezTo>
                      <a:pt x="35437" y="43426"/>
                      <a:pt x="56868" y="29900"/>
                      <a:pt x="79061" y="17899"/>
                    </a:cubicBezTo>
                    <a:cubicBezTo>
                      <a:pt x="83634" y="15327"/>
                      <a:pt x="85443" y="9517"/>
                      <a:pt x="82871" y="49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9" name="Google Shape;454;p10">
                <a:extLst>
                  <a:ext uri="{FF2B5EF4-FFF2-40B4-BE49-F238E27FC236}">
                    <a16:creationId xmlns:a16="http://schemas.microsoft.com/office/drawing/2014/main" id="{F32FF0A4-73A4-411B-9457-9691045A61AD}"/>
                  </a:ext>
                </a:extLst>
              </p:cNvPr>
              <p:cNvSpPr/>
              <p:nvPr/>
            </p:nvSpPr>
            <p:spPr>
              <a:xfrm>
                <a:off x="7592211" y="2281544"/>
                <a:ext cx="92697" cy="41316"/>
              </a:xfrm>
              <a:custGeom>
                <a:avLst/>
                <a:gdLst/>
                <a:ahLst/>
                <a:cxnLst/>
                <a:rect l="l" t="t" r="r" b="b"/>
                <a:pathLst>
                  <a:path w="92697" h="41316" extrusionOk="0">
                    <a:moveTo>
                      <a:pt x="92463" y="7408"/>
                    </a:moveTo>
                    <a:cubicBezTo>
                      <a:pt x="91320" y="2264"/>
                      <a:pt x="86177" y="-974"/>
                      <a:pt x="81033" y="264"/>
                    </a:cubicBezTo>
                    <a:cubicBezTo>
                      <a:pt x="55697" y="6074"/>
                      <a:pt x="30456" y="13599"/>
                      <a:pt x="6166" y="22838"/>
                    </a:cubicBezTo>
                    <a:cubicBezTo>
                      <a:pt x="1214" y="24743"/>
                      <a:pt x="-1263" y="30173"/>
                      <a:pt x="642" y="35126"/>
                    </a:cubicBezTo>
                    <a:cubicBezTo>
                      <a:pt x="2071" y="38936"/>
                      <a:pt x="5690" y="41317"/>
                      <a:pt x="9596" y="41317"/>
                    </a:cubicBezTo>
                    <a:cubicBezTo>
                      <a:pt x="10739" y="41317"/>
                      <a:pt x="11882" y="41126"/>
                      <a:pt x="12929" y="40745"/>
                    </a:cubicBezTo>
                    <a:cubicBezTo>
                      <a:pt x="36456" y="31887"/>
                      <a:pt x="60745" y="24553"/>
                      <a:pt x="85319" y="18933"/>
                    </a:cubicBezTo>
                    <a:cubicBezTo>
                      <a:pt x="90463" y="17695"/>
                      <a:pt x="93606" y="12551"/>
                      <a:pt x="92463" y="7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0" name="Google Shape;455;p10">
                <a:extLst>
                  <a:ext uri="{FF2B5EF4-FFF2-40B4-BE49-F238E27FC236}">
                    <a16:creationId xmlns:a16="http://schemas.microsoft.com/office/drawing/2014/main" id="{DFD815EB-C3C4-4759-A7AB-ABA4FA1BBBB1}"/>
                  </a:ext>
                </a:extLst>
              </p:cNvPr>
              <p:cNvSpPr/>
              <p:nvPr/>
            </p:nvSpPr>
            <p:spPr>
              <a:xfrm>
                <a:off x="7483492" y="3673872"/>
                <a:ext cx="86190" cy="56497"/>
              </a:xfrm>
              <a:custGeom>
                <a:avLst/>
                <a:gdLst/>
                <a:ahLst/>
                <a:cxnLst/>
                <a:rect l="l" t="t" r="r" b="b"/>
                <a:pathLst>
                  <a:path w="86190" h="56497" extrusionOk="0">
                    <a:moveTo>
                      <a:pt x="76595" y="56498"/>
                    </a:moveTo>
                    <a:cubicBezTo>
                      <a:pt x="80215" y="56498"/>
                      <a:pt x="83644" y="54497"/>
                      <a:pt x="85263" y="51068"/>
                    </a:cubicBezTo>
                    <a:cubicBezTo>
                      <a:pt x="87549" y="46306"/>
                      <a:pt x="85454" y="40591"/>
                      <a:pt x="80691" y="38400"/>
                    </a:cubicBezTo>
                    <a:cubicBezTo>
                      <a:pt x="57926" y="27732"/>
                      <a:pt x="35733" y="15254"/>
                      <a:pt x="14683" y="1538"/>
                    </a:cubicBezTo>
                    <a:cubicBezTo>
                      <a:pt x="10301" y="-1319"/>
                      <a:pt x="4396" y="-81"/>
                      <a:pt x="1538" y="4301"/>
                    </a:cubicBezTo>
                    <a:cubicBezTo>
                      <a:pt x="-1319" y="8682"/>
                      <a:pt x="-81" y="14588"/>
                      <a:pt x="4300" y="17445"/>
                    </a:cubicBezTo>
                    <a:cubicBezTo>
                      <a:pt x="26112" y="31637"/>
                      <a:pt x="49068" y="44401"/>
                      <a:pt x="72595" y="55545"/>
                    </a:cubicBezTo>
                    <a:cubicBezTo>
                      <a:pt x="73833" y="56212"/>
                      <a:pt x="75262" y="56498"/>
                      <a:pt x="76595" y="564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AC00BC2-21DD-4F7B-A180-D7EC0DA9261E}"/>
              </a:ext>
            </a:extLst>
          </p:cNvPr>
          <p:cNvGrpSpPr/>
          <p:nvPr/>
        </p:nvGrpSpPr>
        <p:grpSpPr>
          <a:xfrm>
            <a:off x="7852928" y="1084525"/>
            <a:ext cx="3655969" cy="1298183"/>
            <a:chOff x="7242810" y="1113271"/>
            <a:chExt cx="3655969" cy="1298183"/>
          </a:xfrm>
        </p:grpSpPr>
        <p:sp>
          <p:nvSpPr>
            <p:cNvPr id="132" name="Rectangle: Rounded Corners 93">
              <a:extLst>
                <a:ext uri="{FF2B5EF4-FFF2-40B4-BE49-F238E27FC236}">
                  <a16:creationId xmlns:a16="http://schemas.microsoft.com/office/drawing/2014/main" id="{C907CDDA-6053-4038-8E52-29C0255D8A14}"/>
                </a:ext>
              </a:extLst>
            </p:cNvPr>
            <p:cNvSpPr/>
            <p:nvPr/>
          </p:nvSpPr>
          <p:spPr>
            <a:xfrm>
              <a:off x="7242810" y="1113271"/>
              <a:ext cx="3655969" cy="1298183"/>
            </a:xfrm>
            <a:prstGeom prst="roundRect">
              <a:avLst>
                <a:gd name="adj" fmla="val 12251"/>
              </a:avLst>
            </a:prstGeom>
            <a:solidFill>
              <a:schemeClr val="accent1"/>
            </a:solidFill>
            <a:ln w="9525">
              <a:noFill/>
            </a:ln>
            <a:effectLst>
              <a:outerShdw blurRad="1016000" dist="762000" dir="3000000" algn="t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24699802-54DE-46C5-98AF-850BC30D35EF}"/>
                </a:ext>
              </a:extLst>
            </p:cNvPr>
            <p:cNvGrpSpPr/>
            <p:nvPr/>
          </p:nvGrpSpPr>
          <p:grpSpPr>
            <a:xfrm>
              <a:off x="7519588" y="1301414"/>
              <a:ext cx="3256739" cy="921896"/>
              <a:chOff x="7503341" y="1306990"/>
              <a:chExt cx="3256739" cy="921896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1D920884-FC2A-44E0-84D3-73EB7EEA8849}"/>
                  </a:ext>
                </a:extLst>
              </p:cNvPr>
              <p:cNvGrpSpPr/>
              <p:nvPr/>
            </p:nvGrpSpPr>
            <p:grpSpPr>
              <a:xfrm>
                <a:off x="7503341" y="1306990"/>
                <a:ext cx="921893" cy="921896"/>
                <a:chOff x="6334398" y="534160"/>
                <a:chExt cx="1123335" cy="1123339"/>
              </a:xfrm>
            </p:grpSpPr>
            <p:sp>
              <p:nvSpPr>
                <p:cNvPr id="139" name="Pie 29">
                  <a:extLst>
                    <a:ext uri="{FF2B5EF4-FFF2-40B4-BE49-F238E27FC236}">
                      <a16:creationId xmlns:a16="http://schemas.microsoft.com/office/drawing/2014/main" id="{ADA871EE-B819-44D9-B5FD-6580875B55EE}"/>
                    </a:ext>
                  </a:extLst>
                </p:cNvPr>
                <p:cNvSpPr/>
                <p:nvPr/>
              </p:nvSpPr>
              <p:spPr>
                <a:xfrm>
                  <a:off x="6334398" y="534162"/>
                  <a:ext cx="1123335" cy="1123337"/>
                </a:xfrm>
                <a:prstGeom prst="pie">
                  <a:avLst>
                    <a:gd name="adj1" fmla="val 16137849"/>
                    <a:gd name="adj2" fmla="val 14919774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" name="Pie 28">
                  <a:extLst>
                    <a:ext uri="{FF2B5EF4-FFF2-40B4-BE49-F238E27FC236}">
                      <a16:creationId xmlns:a16="http://schemas.microsoft.com/office/drawing/2014/main" id="{9C3E7636-87D2-4E64-A82C-C436C10F51CF}"/>
                    </a:ext>
                  </a:extLst>
                </p:cNvPr>
                <p:cNvSpPr/>
                <p:nvPr/>
              </p:nvSpPr>
              <p:spPr>
                <a:xfrm>
                  <a:off x="6334398" y="534160"/>
                  <a:ext cx="1123335" cy="1123337"/>
                </a:xfrm>
                <a:prstGeom prst="pie">
                  <a:avLst>
                    <a:gd name="adj1" fmla="val 38501"/>
                    <a:gd name="adj2" fmla="val 16200000"/>
                  </a:avLst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A91345D7-24CB-4843-978A-E46001C23A31}"/>
                    </a:ext>
                  </a:extLst>
                </p:cNvPr>
                <p:cNvSpPr/>
                <p:nvPr/>
              </p:nvSpPr>
              <p:spPr>
                <a:xfrm>
                  <a:off x="6514326" y="714090"/>
                  <a:ext cx="763479" cy="76348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en-US" sz="1600">
                    <a:solidFill>
                      <a:schemeClr val="accent1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FBEAD3EE-0236-4A4E-99E5-8C33B97CC63F}"/>
                  </a:ext>
                </a:extLst>
              </p:cNvPr>
              <p:cNvGrpSpPr/>
              <p:nvPr/>
            </p:nvGrpSpPr>
            <p:grpSpPr>
              <a:xfrm>
                <a:off x="8571295" y="1340452"/>
                <a:ext cx="2188785" cy="843821"/>
                <a:chOff x="8571295" y="1314855"/>
                <a:chExt cx="2188785" cy="843821"/>
              </a:xfrm>
            </p:grpSpPr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C29EFED0-178D-455B-85E6-6BB894D4F0D3}"/>
                    </a:ext>
                  </a:extLst>
                </p:cNvPr>
                <p:cNvSpPr txBox="1"/>
                <p:nvPr/>
              </p:nvSpPr>
              <p:spPr>
                <a:xfrm>
                  <a:off x="8571295" y="1314855"/>
                  <a:ext cx="195997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  <a:latin typeface="+mj-lt"/>
                    </a:rPr>
                    <a:t>Project Progress C</a:t>
                  </a:r>
                  <a:endParaRPr lang="en-ID" sz="1600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3E208732-5051-4CCA-8DDB-C69CC4CECCEC}"/>
                    </a:ext>
                  </a:extLst>
                </p:cNvPr>
                <p:cNvSpPr txBox="1"/>
                <p:nvPr/>
              </p:nvSpPr>
              <p:spPr>
                <a:xfrm>
                  <a:off x="8571297" y="1684187"/>
                  <a:ext cx="2188783" cy="474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ID" sz="1000" dirty="0">
                      <a:solidFill>
                        <a:schemeClr val="bg1"/>
                      </a:solidFill>
                    </a:rPr>
                    <a:t>Lorem ipsum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sit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consectetuer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adipiscing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enean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commodo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.</a:t>
                  </a:r>
                </a:p>
              </p:txBody>
            </p: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B118B1B9-C880-4CD9-BB0C-53857DC4F44F}"/>
                  </a:ext>
                </a:extLst>
              </p:cNvPr>
              <p:cNvSpPr txBox="1"/>
              <p:nvPr/>
            </p:nvSpPr>
            <p:spPr>
              <a:xfrm>
                <a:off x="7666445" y="1629439"/>
                <a:ext cx="5956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+mj-lt"/>
                  </a:rPr>
                  <a:t>89%</a:t>
                </a:r>
                <a:endParaRPr lang="en-ID" sz="12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C913C97-AACB-4A09-99C5-7D72BF03A130}"/>
              </a:ext>
            </a:extLst>
          </p:cNvPr>
          <p:cNvGrpSpPr/>
          <p:nvPr/>
        </p:nvGrpSpPr>
        <p:grpSpPr>
          <a:xfrm>
            <a:off x="697770" y="5024862"/>
            <a:ext cx="3655969" cy="1298183"/>
            <a:chOff x="7242810" y="1113271"/>
            <a:chExt cx="3655969" cy="1298183"/>
          </a:xfrm>
        </p:grpSpPr>
        <p:sp>
          <p:nvSpPr>
            <p:cNvPr id="143" name="Rectangle: Rounded Corners 93">
              <a:extLst>
                <a:ext uri="{FF2B5EF4-FFF2-40B4-BE49-F238E27FC236}">
                  <a16:creationId xmlns:a16="http://schemas.microsoft.com/office/drawing/2014/main" id="{66A554AF-F8BA-4696-A330-B5FBE3A43F0A}"/>
                </a:ext>
              </a:extLst>
            </p:cNvPr>
            <p:cNvSpPr/>
            <p:nvPr/>
          </p:nvSpPr>
          <p:spPr>
            <a:xfrm>
              <a:off x="7242810" y="1113271"/>
              <a:ext cx="3655969" cy="1298183"/>
            </a:xfrm>
            <a:prstGeom prst="roundRect">
              <a:avLst>
                <a:gd name="adj" fmla="val 12251"/>
              </a:avLst>
            </a:prstGeom>
            <a:solidFill>
              <a:schemeClr val="accent2"/>
            </a:solidFill>
            <a:ln w="9525">
              <a:noFill/>
            </a:ln>
            <a:effectLst>
              <a:outerShdw blurRad="1016000" dist="762000" dir="3000000" algn="t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B5E17750-8989-441E-8D5A-629D2F2AA771}"/>
                </a:ext>
              </a:extLst>
            </p:cNvPr>
            <p:cNvGrpSpPr/>
            <p:nvPr/>
          </p:nvGrpSpPr>
          <p:grpSpPr>
            <a:xfrm>
              <a:off x="7519588" y="1301414"/>
              <a:ext cx="3256739" cy="921896"/>
              <a:chOff x="7503341" y="1306990"/>
              <a:chExt cx="3256739" cy="921896"/>
            </a:xfrm>
          </p:grpSpPr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BA450330-804A-43A3-8818-C13AA8FE5B27}"/>
                  </a:ext>
                </a:extLst>
              </p:cNvPr>
              <p:cNvGrpSpPr/>
              <p:nvPr/>
            </p:nvGrpSpPr>
            <p:grpSpPr>
              <a:xfrm>
                <a:off x="7503341" y="1306990"/>
                <a:ext cx="921893" cy="921896"/>
                <a:chOff x="6334398" y="534160"/>
                <a:chExt cx="1123335" cy="1123339"/>
              </a:xfrm>
            </p:grpSpPr>
            <p:sp>
              <p:nvSpPr>
                <p:cNvPr id="150" name="Pie 29">
                  <a:extLst>
                    <a:ext uri="{FF2B5EF4-FFF2-40B4-BE49-F238E27FC236}">
                      <a16:creationId xmlns:a16="http://schemas.microsoft.com/office/drawing/2014/main" id="{DBEECB4E-210C-413A-B609-D9C035E880DB}"/>
                    </a:ext>
                  </a:extLst>
                </p:cNvPr>
                <p:cNvSpPr/>
                <p:nvPr/>
              </p:nvSpPr>
              <p:spPr>
                <a:xfrm>
                  <a:off x="6334398" y="534162"/>
                  <a:ext cx="1123335" cy="1123337"/>
                </a:xfrm>
                <a:prstGeom prst="pie">
                  <a:avLst>
                    <a:gd name="adj1" fmla="val 16137849"/>
                    <a:gd name="adj2" fmla="val 14919774"/>
                  </a:avLst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" name="Pie 28">
                  <a:extLst>
                    <a:ext uri="{FF2B5EF4-FFF2-40B4-BE49-F238E27FC236}">
                      <a16:creationId xmlns:a16="http://schemas.microsoft.com/office/drawing/2014/main" id="{336D909A-9982-4B73-AA97-7067CD8EF185}"/>
                    </a:ext>
                  </a:extLst>
                </p:cNvPr>
                <p:cNvSpPr/>
                <p:nvPr/>
              </p:nvSpPr>
              <p:spPr>
                <a:xfrm>
                  <a:off x="6334398" y="534160"/>
                  <a:ext cx="1123335" cy="1123337"/>
                </a:xfrm>
                <a:prstGeom prst="pie">
                  <a:avLst>
                    <a:gd name="adj1" fmla="val 1946992"/>
                    <a:gd name="adj2" fmla="val 16200000"/>
                  </a:avLst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575E4DD3-AE3D-4BC3-9215-30B8A8A84611}"/>
                    </a:ext>
                  </a:extLst>
                </p:cNvPr>
                <p:cNvSpPr/>
                <p:nvPr/>
              </p:nvSpPr>
              <p:spPr>
                <a:xfrm>
                  <a:off x="6514326" y="714090"/>
                  <a:ext cx="763479" cy="763480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en-US" sz="16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C4C2C67C-8B6A-442F-9D0F-7A91D3D69CA6}"/>
                  </a:ext>
                </a:extLst>
              </p:cNvPr>
              <p:cNvGrpSpPr/>
              <p:nvPr/>
            </p:nvGrpSpPr>
            <p:grpSpPr>
              <a:xfrm>
                <a:off x="8571295" y="1340452"/>
                <a:ext cx="2188785" cy="843821"/>
                <a:chOff x="8571295" y="1314855"/>
                <a:chExt cx="2188785" cy="843821"/>
              </a:xfrm>
            </p:grpSpPr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F992DBB0-DADC-4830-B172-3846955C9064}"/>
                    </a:ext>
                  </a:extLst>
                </p:cNvPr>
                <p:cNvSpPr txBox="1"/>
                <p:nvPr/>
              </p:nvSpPr>
              <p:spPr>
                <a:xfrm>
                  <a:off x="8571295" y="1314855"/>
                  <a:ext cx="195997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j-lt"/>
                    </a:rPr>
                    <a:t>Project Progress B</a:t>
                  </a:r>
                  <a:endParaRPr lang="en-ID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endParaRP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4C662922-B480-482B-A2F5-37A4E51D5675}"/>
                    </a:ext>
                  </a:extLst>
                </p:cNvPr>
                <p:cNvSpPr txBox="1"/>
                <p:nvPr/>
              </p:nvSpPr>
              <p:spPr>
                <a:xfrm>
                  <a:off x="8571297" y="1684187"/>
                  <a:ext cx="2188783" cy="474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Lorem ipsum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sit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consectetuer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adipiscing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enean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commodo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.</a:t>
                  </a:r>
                </a:p>
              </p:txBody>
            </p:sp>
          </p:grp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A69ACE8C-3AE0-41E3-A7FE-384E3BE433FF}"/>
                  </a:ext>
                </a:extLst>
              </p:cNvPr>
              <p:cNvSpPr txBox="1"/>
              <p:nvPr/>
            </p:nvSpPr>
            <p:spPr>
              <a:xfrm>
                <a:off x="7666445" y="1629439"/>
                <a:ext cx="5956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rPr>
                  <a:t>75%</a:t>
                </a:r>
                <a:endParaRPr lang="en-ID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9F6A23F-B120-4695-A2EE-8B1AD1026622}"/>
              </a:ext>
            </a:extLst>
          </p:cNvPr>
          <p:cNvGrpSpPr/>
          <p:nvPr/>
        </p:nvGrpSpPr>
        <p:grpSpPr>
          <a:xfrm>
            <a:off x="1322635" y="1424890"/>
            <a:ext cx="3655969" cy="1298183"/>
            <a:chOff x="7242810" y="1113271"/>
            <a:chExt cx="3655969" cy="1298183"/>
          </a:xfrm>
        </p:grpSpPr>
        <p:sp>
          <p:nvSpPr>
            <p:cNvPr id="154" name="Rectangle: Rounded Corners 93">
              <a:extLst>
                <a:ext uri="{FF2B5EF4-FFF2-40B4-BE49-F238E27FC236}">
                  <a16:creationId xmlns:a16="http://schemas.microsoft.com/office/drawing/2014/main" id="{A7502528-6A9C-49A6-93E2-714912F8036B}"/>
                </a:ext>
              </a:extLst>
            </p:cNvPr>
            <p:cNvSpPr/>
            <p:nvPr/>
          </p:nvSpPr>
          <p:spPr>
            <a:xfrm>
              <a:off x="7242810" y="1113271"/>
              <a:ext cx="3655969" cy="1298183"/>
            </a:xfrm>
            <a:prstGeom prst="roundRect">
              <a:avLst>
                <a:gd name="adj" fmla="val 12251"/>
              </a:avLst>
            </a:prstGeom>
            <a:solidFill>
              <a:schemeClr val="accent1"/>
            </a:solidFill>
            <a:ln w="9525">
              <a:noFill/>
            </a:ln>
            <a:effectLst>
              <a:outerShdw blurRad="1016000" dist="762000" dir="3000000" algn="t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743B8BA3-F8DB-4767-ADAD-03CF2DFA7AD3}"/>
                </a:ext>
              </a:extLst>
            </p:cNvPr>
            <p:cNvGrpSpPr/>
            <p:nvPr/>
          </p:nvGrpSpPr>
          <p:grpSpPr>
            <a:xfrm>
              <a:off x="7519588" y="1301414"/>
              <a:ext cx="3256739" cy="921896"/>
              <a:chOff x="7503341" y="1306990"/>
              <a:chExt cx="3256739" cy="921896"/>
            </a:xfrm>
          </p:grpSpPr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228D2CD8-6D38-48D7-A1A8-FDA272BEB578}"/>
                  </a:ext>
                </a:extLst>
              </p:cNvPr>
              <p:cNvGrpSpPr/>
              <p:nvPr/>
            </p:nvGrpSpPr>
            <p:grpSpPr>
              <a:xfrm>
                <a:off x="7503341" y="1306990"/>
                <a:ext cx="921893" cy="921896"/>
                <a:chOff x="6334398" y="534160"/>
                <a:chExt cx="1123335" cy="1123339"/>
              </a:xfrm>
            </p:grpSpPr>
            <p:sp>
              <p:nvSpPr>
                <p:cNvPr id="161" name="Pie 29">
                  <a:extLst>
                    <a:ext uri="{FF2B5EF4-FFF2-40B4-BE49-F238E27FC236}">
                      <a16:creationId xmlns:a16="http://schemas.microsoft.com/office/drawing/2014/main" id="{E52E7E61-5176-4A5A-BD2A-A82D6FA7A981}"/>
                    </a:ext>
                  </a:extLst>
                </p:cNvPr>
                <p:cNvSpPr/>
                <p:nvPr/>
              </p:nvSpPr>
              <p:spPr>
                <a:xfrm>
                  <a:off x="6334398" y="534162"/>
                  <a:ext cx="1123335" cy="1123337"/>
                </a:xfrm>
                <a:prstGeom prst="pie">
                  <a:avLst>
                    <a:gd name="adj1" fmla="val 16137849"/>
                    <a:gd name="adj2" fmla="val 14919774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Pie 28">
                  <a:extLst>
                    <a:ext uri="{FF2B5EF4-FFF2-40B4-BE49-F238E27FC236}">
                      <a16:creationId xmlns:a16="http://schemas.microsoft.com/office/drawing/2014/main" id="{F2C2C39A-8392-4171-A0BB-8B2FB7E5A249}"/>
                    </a:ext>
                  </a:extLst>
                </p:cNvPr>
                <p:cNvSpPr/>
                <p:nvPr/>
              </p:nvSpPr>
              <p:spPr>
                <a:xfrm>
                  <a:off x="6334398" y="534160"/>
                  <a:ext cx="1123335" cy="1123337"/>
                </a:xfrm>
                <a:prstGeom prst="pie">
                  <a:avLst>
                    <a:gd name="adj1" fmla="val 4678144"/>
                    <a:gd name="adj2" fmla="val 16200000"/>
                  </a:avLst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C8FA4F6A-B6C1-45EE-ABB7-E582FD3B55E8}"/>
                    </a:ext>
                  </a:extLst>
                </p:cNvPr>
                <p:cNvSpPr/>
                <p:nvPr/>
              </p:nvSpPr>
              <p:spPr>
                <a:xfrm>
                  <a:off x="6514326" y="714090"/>
                  <a:ext cx="763479" cy="76348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en-US" sz="1600">
                    <a:solidFill>
                      <a:schemeClr val="accent1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3D1FD988-1F41-4116-9564-7A5E582CDF65}"/>
                  </a:ext>
                </a:extLst>
              </p:cNvPr>
              <p:cNvGrpSpPr/>
              <p:nvPr/>
            </p:nvGrpSpPr>
            <p:grpSpPr>
              <a:xfrm>
                <a:off x="8571295" y="1340452"/>
                <a:ext cx="2188785" cy="843821"/>
                <a:chOff x="8571295" y="1314855"/>
                <a:chExt cx="2188785" cy="843821"/>
              </a:xfrm>
            </p:grpSpPr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B56AF413-5F11-4AA8-A453-2611951397E1}"/>
                    </a:ext>
                  </a:extLst>
                </p:cNvPr>
                <p:cNvSpPr txBox="1"/>
                <p:nvPr/>
              </p:nvSpPr>
              <p:spPr>
                <a:xfrm>
                  <a:off x="8571295" y="1314855"/>
                  <a:ext cx="195997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  <a:latin typeface="+mj-lt"/>
                    </a:rPr>
                    <a:t>Project Progress A</a:t>
                  </a:r>
                  <a:endParaRPr lang="en-ID" sz="1600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6EEC8AFA-47B9-437E-99CC-B62123E7F3CB}"/>
                    </a:ext>
                  </a:extLst>
                </p:cNvPr>
                <p:cNvSpPr txBox="1"/>
                <p:nvPr/>
              </p:nvSpPr>
              <p:spPr>
                <a:xfrm>
                  <a:off x="8571297" y="1684187"/>
                  <a:ext cx="2188783" cy="474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ID" sz="1000" dirty="0">
                      <a:solidFill>
                        <a:schemeClr val="bg1"/>
                      </a:solidFill>
                    </a:rPr>
                    <a:t>Lorem ipsum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sit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consectetuer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adipiscing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enean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commodo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.</a:t>
                  </a:r>
                </a:p>
              </p:txBody>
            </p:sp>
          </p:grp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9F632574-B8E1-4FA5-B1DC-16A84BC6B4D8}"/>
                  </a:ext>
                </a:extLst>
              </p:cNvPr>
              <p:cNvSpPr txBox="1"/>
              <p:nvPr/>
            </p:nvSpPr>
            <p:spPr>
              <a:xfrm>
                <a:off x="7666445" y="1629439"/>
                <a:ext cx="5956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+mj-lt"/>
                  </a:rPr>
                  <a:t>55%</a:t>
                </a:r>
                <a:endParaRPr lang="en-ID" sz="12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</p:grpSp>
      <p:grpSp>
        <p:nvGrpSpPr>
          <p:cNvPr id="164" name="Graphic 4">
            <a:extLst>
              <a:ext uri="{FF2B5EF4-FFF2-40B4-BE49-F238E27FC236}">
                <a16:creationId xmlns:a16="http://schemas.microsoft.com/office/drawing/2014/main" id="{29812649-8706-44EB-B752-D5F21F037AD7}"/>
              </a:ext>
            </a:extLst>
          </p:cNvPr>
          <p:cNvGrpSpPr/>
          <p:nvPr/>
        </p:nvGrpSpPr>
        <p:grpSpPr>
          <a:xfrm>
            <a:off x="3928535" y="2949013"/>
            <a:ext cx="375935" cy="564800"/>
            <a:chOff x="9268674" y="75498"/>
            <a:chExt cx="614121" cy="922647"/>
          </a:xfrm>
        </p:grpSpPr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B58DC7E-0D9F-453F-8328-16C1BBF514F6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2974B893-1B36-467C-8802-508F540D2521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5065F7C-ED78-4F51-BAA7-72CF8CA15536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0EBFF6A3-1AAC-4BD2-8BCC-AA2F4D89033B}"/>
              </a:ext>
            </a:extLst>
          </p:cNvPr>
          <p:cNvGrpSpPr/>
          <p:nvPr/>
        </p:nvGrpSpPr>
        <p:grpSpPr>
          <a:xfrm>
            <a:off x="7362113" y="5022853"/>
            <a:ext cx="3655969" cy="1298183"/>
            <a:chOff x="7242810" y="1113271"/>
            <a:chExt cx="3655969" cy="1298183"/>
          </a:xfrm>
        </p:grpSpPr>
        <p:sp>
          <p:nvSpPr>
            <p:cNvPr id="169" name="Rectangle: Rounded Corners 93">
              <a:extLst>
                <a:ext uri="{FF2B5EF4-FFF2-40B4-BE49-F238E27FC236}">
                  <a16:creationId xmlns:a16="http://schemas.microsoft.com/office/drawing/2014/main" id="{AF91C1BD-B3A7-45FD-977B-8E6C1438B255}"/>
                </a:ext>
              </a:extLst>
            </p:cNvPr>
            <p:cNvSpPr/>
            <p:nvPr/>
          </p:nvSpPr>
          <p:spPr>
            <a:xfrm>
              <a:off x="7242810" y="1113271"/>
              <a:ext cx="3655969" cy="1298183"/>
            </a:xfrm>
            <a:prstGeom prst="roundRect">
              <a:avLst>
                <a:gd name="adj" fmla="val 12251"/>
              </a:avLst>
            </a:prstGeom>
            <a:solidFill>
              <a:schemeClr val="accent2"/>
            </a:solidFill>
            <a:ln w="9525">
              <a:noFill/>
            </a:ln>
            <a:effectLst>
              <a:outerShdw blurRad="1016000" dist="762000" dir="3000000" algn="t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529AF851-3968-46F7-9398-51489D51522D}"/>
                </a:ext>
              </a:extLst>
            </p:cNvPr>
            <p:cNvGrpSpPr/>
            <p:nvPr/>
          </p:nvGrpSpPr>
          <p:grpSpPr>
            <a:xfrm>
              <a:off x="7519588" y="1301414"/>
              <a:ext cx="3256739" cy="921896"/>
              <a:chOff x="7503341" y="1306990"/>
              <a:chExt cx="3256739" cy="921896"/>
            </a:xfrm>
          </p:grpSpPr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2F9B3217-067B-42E9-BC76-EE6A97B58BBC}"/>
                  </a:ext>
                </a:extLst>
              </p:cNvPr>
              <p:cNvGrpSpPr/>
              <p:nvPr/>
            </p:nvGrpSpPr>
            <p:grpSpPr>
              <a:xfrm>
                <a:off x="7503341" y="1306990"/>
                <a:ext cx="921893" cy="921896"/>
                <a:chOff x="6334398" y="534160"/>
                <a:chExt cx="1123335" cy="1123339"/>
              </a:xfrm>
            </p:grpSpPr>
            <p:sp>
              <p:nvSpPr>
                <p:cNvPr id="176" name="Pie 29">
                  <a:extLst>
                    <a:ext uri="{FF2B5EF4-FFF2-40B4-BE49-F238E27FC236}">
                      <a16:creationId xmlns:a16="http://schemas.microsoft.com/office/drawing/2014/main" id="{07A4E832-7089-4D87-A969-EC2798F57C0C}"/>
                    </a:ext>
                  </a:extLst>
                </p:cNvPr>
                <p:cNvSpPr/>
                <p:nvPr/>
              </p:nvSpPr>
              <p:spPr>
                <a:xfrm>
                  <a:off x="6334398" y="534162"/>
                  <a:ext cx="1123335" cy="1123337"/>
                </a:xfrm>
                <a:prstGeom prst="pie">
                  <a:avLst>
                    <a:gd name="adj1" fmla="val 16137849"/>
                    <a:gd name="adj2" fmla="val 14919774"/>
                  </a:avLst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" name="Pie 28">
                  <a:extLst>
                    <a:ext uri="{FF2B5EF4-FFF2-40B4-BE49-F238E27FC236}">
                      <a16:creationId xmlns:a16="http://schemas.microsoft.com/office/drawing/2014/main" id="{C80CC736-E021-4386-9D23-6FC6D3DE6617}"/>
                    </a:ext>
                  </a:extLst>
                </p:cNvPr>
                <p:cNvSpPr/>
                <p:nvPr/>
              </p:nvSpPr>
              <p:spPr>
                <a:xfrm>
                  <a:off x="6334398" y="534160"/>
                  <a:ext cx="1123335" cy="1123337"/>
                </a:xfrm>
                <a:prstGeom prst="pie">
                  <a:avLst>
                    <a:gd name="adj1" fmla="val 19183115"/>
                    <a:gd name="adj2" fmla="val 16200000"/>
                  </a:avLst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BEEFCC81-9583-487B-A0AE-A9C85D545031}"/>
                    </a:ext>
                  </a:extLst>
                </p:cNvPr>
                <p:cNvSpPr/>
                <p:nvPr/>
              </p:nvSpPr>
              <p:spPr>
                <a:xfrm>
                  <a:off x="6514326" y="714090"/>
                  <a:ext cx="763479" cy="763480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en-US" sz="16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F8DBF47A-27CA-4CFC-A926-E573DAEA20C5}"/>
                  </a:ext>
                </a:extLst>
              </p:cNvPr>
              <p:cNvGrpSpPr/>
              <p:nvPr/>
            </p:nvGrpSpPr>
            <p:grpSpPr>
              <a:xfrm>
                <a:off x="8571295" y="1340452"/>
                <a:ext cx="2188785" cy="843821"/>
                <a:chOff x="8571295" y="1314855"/>
                <a:chExt cx="2188785" cy="843821"/>
              </a:xfrm>
            </p:grpSpPr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12E8E993-CF11-4333-8EC0-4E0E015DF90D}"/>
                    </a:ext>
                  </a:extLst>
                </p:cNvPr>
                <p:cNvSpPr txBox="1"/>
                <p:nvPr/>
              </p:nvSpPr>
              <p:spPr>
                <a:xfrm>
                  <a:off x="8571295" y="1314855"/>
                  <a:ext cx="195997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j-lt"/>
                    </a:rPr>
                    <a:t>Project Progress D</a:t>
                  </a:r>
                  <a:endParaRPr lang="en-ID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endParaRPr>
                </a:p>
              </p:txBody>
            </p:sp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9767EF4C-83A0-4E51-B648-2556E5B38649}"/>
                    </a:ext>
                  </a:extLst>
                </p:cNvPr>
                <p:cNvSpPr txBox="1"/>
                <p:nvPr/>
              </p:nvSpPr>
              <p:spPr>
                <a:xfrm>
                  <a:off x="8571297" y="1684187"/>
                  <a:ext cx="2188783" cy="474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Lorem ipsum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sit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consectetuer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adipiscing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enean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commodo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.</a:t>
                  </a:r>
                </a:p>
              </p:txBody>
            </p:sp>
          </p:grp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65243A22-EEB8-4C25-AC30-E995FD451970}"/>
                  </a:ext>
                </a:extLst>
              </p:cNvPr>
              <p:cNvSpPr txBox="1"/>
              <p:nvPr/>
            </p:nvSpPr>
            <p:spPr>
              <a:xfrm>
                <a:off x="7666445" y="1629439"/>
                <a:ext cx="5956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rPr>
                  <a:t>98%</a:t>
                </a:r>
                <a:endParaRPr lang="en-ID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</p:grpSp>
      </p:grpSp>
      <p:grpSp>
        <p:nvGrpSpPr>
          <p:cNvPr id="179" name="Graphic 4">
            <a:extLst>
              <a:ext uri="{FF2B5EF4-FFF2-40B4-BE49-F238E27FC236}">
                <a16:creationId xmlns:a16="http://schemas.microsoft.com/office/drawing/2014/main" id="{E7392F8D-AB26-4ADC-822F-0570A66BF9A6}"/>
              </a:ext>
            </a:extLst>
          </p:cNvPr>
          <p:cNvGrpSpPr/>
          <p:nvPr/>
        </p:nvGrpSpPr>
        <p:grpSpPr>
          <a:xfrm>
            <a:off x="4747366" y="5005306"/>
            <a:ext cx="375935" cy="564800"/>
            <a:chOff x="9268674" y="75498"/>
            <a:chExt cx="614121" cy="922647"/>
          </a:xfrm>
        </p:grpSpPr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356B8EE-1B77-41C4-AA8A-6DA31BEEADF7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842C456F-7215-4F40-8F47-822B15A282DE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F6DA850-CF76-4D6F-B3B3-1573A5C60817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3" name="Graphic 4">
            <a:extLst>
              <a:ext uri="{FF2B5EF4-FFF2-40B4-BE49-F238E27FC236}">
                <a16:creationId xmlns:a16="http://schemas.microsoft.com/office/drawing/2014/main" id="{3271E228-C66F-42E0-B34D-8F7061B755A9}"/>
              </a:ext>
            </a:extLst>
          </p:cNvPr>
          <p:cNvGrpSpPr/>
          <p:nvPr/>
        </p:nvGrpSpPr>
        <p:grpSpPr>
          <a:xfrm>
            <a:off x="6832007" y="5121292"/>
            <a:ext cx="375935" cy="564800"/>
            <a:chOff x="9268674" y="75498"/>
            <a:chExt cx="614121" cy="922647"/>
          </a:xfrm>
        </p:grpSpPr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B837F5B-2622-411E-BEC0-5CCF76658E87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AC186B9D-5756-4EE5-8EE6-D23A70E1C937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AD2F7C-1F28-4792-A49A-303C295CB65A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7" name="Graphic 4">
            <a:extLst>
              <a:ext uri="{FF2B5EF4-FFF2-40B4-BE49-F238E27FC236}">
                <a16:creationId xmlns:a16="http://schemas.microsoft.com/office/drawing/2014/main" id="{8303FBEF-A4DB-41B5-AD4B-1F1C534028F0}"/>
              </a:ext>
            </a:extLst>
          </p:cNvPr>
          <p:cNvGrpSpPr/>
          <p:nvPr/>
        </p:nvGrpSpPr>
        <p:grpSpPr>
          <a:xfrm>
            <a:off x="6963935" y="998711"/>
            <a:ext cx="375935" cy="564800"/>
            <a:chOff x="9268674" y="75498"/>
            <a:chExt cx="614121" cy="922647"/>
          </a:xfrm>
        </p:grpSpPr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3E20FD2D-94A3-4C65-BEC9-932C8ADF140A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59486FF-36FC-4A24-90E7-F978DB0D28A2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676F8B48-49E2-4867-B014-BA316E2532D9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098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aphic 45">
            <a:extLst>
              <a:ext uri="{FF2B5EF4-FFF2-40B4-BE49-F238E27FC236}">
                <a16:creationId xmlns:a16="http://schemas.microsoft.com/office/drawing/2014/main" id="{C7305037-333A-4CD0-B081-922A8DC2AFFC}"/>
              </a:ext>
            </a:extLst>
          </p:cNvPr>
          <p:cNvGrpSpPr/>
          <p:nvPr/>
        </p:nvGrpSpPr>
        <p:grpSpPr>
          <a:xfrm>
            <a:off x="695325" y="2959609"/>
            <a:ext cx="404883" cy="536723"/>
            <a:chOff x="1869848" y="-91796"/>
            <a:chExt cx="1515808" cy="2009394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7BD8DD1-890D-4911-B406-00021765F82E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93E579-AF41-47EF-8C86-BEDEA50A1218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F6436A2-1DB0-4C5D-869F-6FCF47FEAD0D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232DEA3-1D01-4C18-8899-2CE0FB149C5A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F6494E2-D528-40AE-84B4-6E8683D4543F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53" name="Graphic 69">
            <a:extLst>
              <a:ext uri="{FF2B5EF4-FFF2-40B4-BE49-F238E27FC236}">
                <a16:creationId xmlns:a16="http://schemas.microsoft.com/office/drawing/2014/main" id="{4661CB5D-EA40-46FB-BFEE-A0756E42AAFB}"/>
              </a:ext>
            </a:extLst>
          </p:cNvPr>
          <p:cNvGrpSpPr/>
          <p:nvPr/>
        </p:nvGrpSpPr>
        <p:grpSpPr>
          <a:xfrm>
            <a:off x="4925544" y="4991648"/>
            <a:ext cx="415966" cy="602757"/>
            <a:chOff x="5320703" y="3652300"/>
            <a:chExt cx="1355534" cy="1964239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CA7B388-D2F6-47CB-AEF5-8E43432569CE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2B5C93C-B1D3-44B7-ACA5-79F0CF287FFB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9F742A8-6D40-43EB-9178-A0F06C76EE3E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A8E91E4-3351-4D04-B1B4-E8A393799DC7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A2F3B10-658C-4F95-821B-7C17B7BC9329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35" name="Graphic 45">
            <a:extLst>
              <a:ext uri="{FF2B5EF4-FFF2-40B4-BE49-F238E27FC236}">
                <a16:creationId xmlns:a16="http://schemas.microsoft.com/office/drawing/2014/main" id="{2D8FF69D-ED37-4F05-8FED-BA3DD21CAB01}"/>
              </a:ext>
            </a:extLst>
          </p:cNvPr>
          <p:cNvGrpSpPr/>
          <p:nvPr/>
        </p:nvGrpSpPr>
        <p:grpSpPr>
          <a:xfrm>
            <a:off x="2765313" y="3901117"/>
            <a:ext cx="404883" cy="536723"/>
            <a:chOff x="1869848" y="-91796"/>
            <a:chExt cx="1515808" cy="2009394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FE83CF6-1105-4F42-824C-238D7791FD0E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F8A5A46-E012-4D70-B6F5-B33CAF988706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F06691D-BC89-4BAE-A842-5EAFFA5142AC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58A7BA6-CAD6-4A1C-8F26-AE363EE9D905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688D91A-1A91-4305-980F-F256817F180D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41" name="Graphic 69">
            <a:extLst>
              <a:ext uri="{FF2B5EF4-FFF2-40B4-BE49-F238E27FC236}">
                <a16:creationId xmlns:a16="http://schemas.microsoft.com/office/drawing/2014/main" id="{04A93CAB-FC9A-4320-AC94-83E1593F5DDE}"/>
              </a:ext>
            </a:extLst>
          </p:cNvPr>
          <p:cNvGrpSpPr/>
          <p:nvPr/>
        </p:nvGrpSpPr>
        <p:grpSpPr>
          <a:xfrm>
            <a:off x="3239615" y="3815668"/>
            <a:ext cx="415966" cy="602757"/>
            <a:chOff x="5320703" y="3652300"/>
            <a:chExt cx="1355534" cy="1964239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F1CFCCD-C9F5-46A3-860B-18E15016DCE1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1433749-4D01-42D2-96CE-24B034A1EACA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1C0A989-4570-48DF-9C72-4FE3840DD3CF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A64A25B-0AC8-436F-B88D-09865D5E80E5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7417B2-76F4-4E4A-896C-84FBA2C72803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AD8A3B1-F163-4182-945E-C67FE2C52C37}"/>
              </a:ext>
            </a:extLst>
          </p:cNvPr>
          <p:cNvGrpSpPr/>
          <p:nvPr/>
        </p:nvGrpSpPr>
        <p:grpSpPr>
          <a:xfrm>
            <a:off x="-217714" y="2776253"/>
            <a:ext cx="12627428" cy="3532472"/>
            <a:chOff x="4304645" y="5844946"/>
            <a:chExt cx="3489802" cy="976257"/>
          </a:xfrm>
        </p:grpSpPr>
        <p:sp>
          <p:nvSpPr>
            <p:cNvPr id="3" name="Freeform: Shape 89">
              <a:extLst>
                <a:ext uri="{FF2B5EF4-FFF2-40B4-BE49-F238E27FC236}">
                  <a16:creationId xmlns:a16="http://schemas.microsoft.com/office/drawing/2014/main" id="{87DF3888-47B2-4C29-8679-6A49427D8F2B}"/>
                </a:ext>
              </a:extLst>
            </p:cNvPr>
            <p:cNvSpPr/>
            <p:nvPr/>
          </p:nvSpPr>
          <p:spPr>
            <a:xfrm rot="5400000">
              <a:off x="5561417" y="4588174"/>
              <a:ext cx="976257" cy="3489802"/>
            </a:xfrm>
            <a:custGeom>
              <a:avLst/>
              <a:gdLst>
                <a:gd name="connsiteX0" fmla="*/ 403656 w 976257"/>
                <a:gd name="connsiteY0" fmla="*/ 3457049 h 3489802"/>
                <a:gd name="connsiteX1" fmla="*/ 275123 w 976257"/>
                <a:gd name="connsiteY1" fmla="*/ 3491063 h 3489802"/>
                <a:gd name="connsiteX2" fmla="*/ 14920 w 976257"/>
                <a:gd name="connsiteY2" fmla="*/ 2507981 h 3489802"/>
                <a:gd name="connsiteX3" fmla="*/ 153206 w 976257"/>
                <a:gd name="connsiteY3" fmla="*/ 2103796 h 3489802"/>
                <a:gd name="connsiteX4" fmla="*/ 579516 w 976257"/>
                <a:gd name="connsiteY4" fmla="*/ 2076301 h 3489802"/>
                <a:gd name="connsiteX5" fmla="*/ 579520 w 976257"/>
                <a:gd name="connsiteY5" fmla="*/ 2076301 h 3489802"/>
                <a:gd name="connsiteX6" fmla="*/ 677511 w 976257"/>
                <a:gd name="connsiteY6" fmla="*/ 2205557 h 3489802"/>
                <a:gd name="connsiteX7" fmla="*/ 653715 w 976257"/>
                <a:gd name="connsiteY7" fmla="*/ 2365994 h 3489802"/>
                <a:gd name="connsiteX8" fmla="*/ 602630 w 976257"/>
                <a:gd name="connsiteY8" fmla="*/ 2450207 h 3489802"/>
                <a:gd name="connsiteX9" fmla="*/ 600047 w 976257"/>
                <a:gd name="connsiteY9" fmla="*/ 2609227 h 3489802"/>
                <a:gd name="connsiteX10" fmla="*/ 737348 w 976257"/>
                <a:gd name="connsiteY10" fmla="*/ 2689471 h 3489802"/>
                <a:gd name="connsiteX11" fmla="*/ 818791 w 976257"/>
                <a:gd name="connsiteY11" fmla="*/ 2652441 h 3489802"/>
                <a:gd name="connsiteX12" fmla="*/ 844376 w 976257"/>
                <a:gd name="connsiteY12" fmla="*/ 2566708 h 3489802"/>
                <a:gd name="connsiteX13" fmla="*/ 493502 w 976257"/>
                <a:gd name="connsiteY13" fmla="*/ 19403 h 3489802"/>
                <a:gd name="connsiteX14" fmla="*/ 625219 w 976257"/>
                <a:gd name="connsiteY14" fmla="*/ 1261 h 3489802"/>
                <a:gd name="connsiteX15" fmla="*/ 976092 w 976257"/>
                <a:gd name="connsiteY15" fmla="*/ 2548541 h 3489802"/>
                <a:gd name="connsiteX16" fmla="*/ 919015 w 976257"/>
                <a:gd name="connsiteY16" fmla="*/ 2739798 h 3489802"/>
                <a:gd name="connsiteX17" fmla="*/ 737348 w 976257"/>
                <a:gd name="connsiteY17" fmla="*/ 2822438 h 3489802"/>
                <a:gd name="connsiteX18" fmla="*/ 484183 w 976257"/>
                <a:gd name="connsiteY18" fmla="*/ 2674448 h 3489802"/>
                <a:gd name="connsiteX19" fmla="*/ 488950 w 976257"/>
                <a:gd name="connsiteY19" fmla="*/ 2381224 h 3489802"/>
                <a:gd name="connsiteX20" fmla="*/ 540034 w 976257"/>
                <a:gd name="connsiteY20" fmla="*/ 2297037 h 3489802"/>
                <a:gd name="connsiteX21" fmla="*/ 548709 w 976257"/>
                <a:gd name="connsiteY21" fmla="*/ 2238542 h 3489802"/>
                <a:gd name="connsiteX22" fmla="*/ 512988 w 976257"/>
                <a:gd name="connsiteY22" fmla="*/ 2191436 h 3489802"/>
                <a:gd name="connsiteX23" fmla="*/ 512985 w 976257"/>
                <a:gd name="connsiteY23" fmla="*/ 2191436 h 3489802"/>
                <a:gd name="connsiteX24" fmla="*/ 233963 w 976257"/>
                <a:gd name="connsiteY24" fmla="*/ 2209423 h 3489802"/>
                <a:gd name="connsiteX25" fmla="*/ 143454 w 976257"/>
                <a:gd name="connsiteY25" fmla="*/ 2473966 h 3489802"/>
                <a:gd name="connsiteX26" fmla="*/ 403656 w 976257"/>
                <a:gd name="connsiteY26" fmla="*/ 3457049 h 3489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6257" h="3489802">
                  <a:moveTo>
                    <a:pt x="403656" y="3457049"/>
                  </a:moveTo>
                  <a:lnTo>
                    <a:pt x="275123" y="3491063"/>
                  </a:lnTo>
                  <a:lnTo>
                    <a:pt x="14920" y="2507981"/>
                  </a:lnTo>
                  <a:cubicBezTo>
                    <a:pt x="-24861" y="2357671"/>
                    <a:pt x="29699" y="2198213"/>
                    <a:pt x="153206" y="2103796"/>
                  </a:cubicBezTo>
                  <a:cubicBezTo>
                    <a:pt x="276715" y="2009353"/>
                    <a:pt x="444909" y="1998504"/>
                    <a:pt x="579516" y="2076301"/>
                  </a:cubicBezTo>
                  <a:lnTo>
                    <a:pt x="579520" y="2076301"/>
                  </a:lnTo>
                  <a:cubicBezTo>
                    <a:pt x="628228" y="2104466"/>
                    <a:pt x="663555" y="2151056"/>
                    <a:pt x="677511" y="2205557"/>
                  </a:cubicBezTo>
                  <a:cubicBezTo>
                    <a:pt x="691474" y="2260058"/>
                    <a:pt x="682893" y="2317884"/>
                    <a:pt x="653715" y="2365994"/>
                  </a:cubicBezTo>
                  <a:lnTo>
                    <a:pt x="602630" y="2450207"/>
                  </a:lnTo>
                  <a:cubicBezTo>
                    <a:pt x="573116" y="2498859"/>
                    <a:pt x="572128" y="2559622"/>
                    <a:pt x="600047" y="2609227"/>
                  </a:cubicBezTo>
                  <a:cubicBezTo>
                    <a:pt x="627959" y="2658806"/>
                    <a:pt x="680441" y="2689471"/>
                    <a:pt x="737348" y="2689471"/>
                  </a:cubicBezTo>
                  <a:cubicBezTo>
                    <a:pt x="768571" y="2689471"/>
                    <a:pt x="798273" y="2675968"/>
                    <a:pt x="818791" y="2652441"/>
                  </a:cubicBezTo>
                  <a:cubicBezTo>
                    <a:pt x="839309" y="2628889"/>
                    <a:pt x="848637" y="2597631"/>
                    <a:pt x="844376" y="2566708"/>
                  </a:cubicBezTo>
                  <a:lnTo>
                    <a:pt x="493502" y="19403"/>
                  </a:lnTo>
                  <a:lnTo>
                    <a:pt x="625219" y="1261"/>
                  </a:lnTo>
                  <a:lnTo>
                    <a:pt x="976092" y="2548541"/>
                  </a:lnTo>
                  <a:cubicBezTo>
                    <a:pt x="985597" y="2617550"/>
                    <a:pt x="964784" y="2687281"/>
                    <a:pt x="919015" y="2739798"/>
                  </a:cubicBezTo>
                  <a:cubicBezTo>
                    <a:pt x="873246" y="2792315"/>
                    <a:pt x="806998" y="2822438"/>
                    <a:pt x="737348" y="2822438"/>
                  </a:cubicBezTo>
                  <a:cubicBezTo>
                    <a:pt x="632423" y="2822438"/>
                    <a:pt x="535656" y="2765876"/>
                    <a:pt x="484183" y="2674448"/>
                  </a:cubicBezTo>
                  <a:cubicBezTo>
                    <a:pt x="432711" y="2583020"/>
                    <a:pt x="434533" y="2470951"/>
                    <a:pt x="488950" y="2381224"/>
                  </a:cubicBezTo>
                  <a:lnTo>
                    <a:pt x="540034" y="2297037"/>
                  </a:lnTo>
                  <a:cubicBezTo>
                    <a:pt x="550671" y="2279488"/>
                    <a:pt x="553798" y="2258409"/>
                    <a:pt x="548709" y="2238542"/>
                  </a:cubicBezTo>
                  <a:cubicBezTo>
                    <a:pt x="543620" y="2218674"/>
                    <a:pt x="530745" y="2201692"/>
                    <a:pt x="512988" y="2191436"/>
                  </a:cubicBezTo>
                  <a:lnTo>
                    <a:pt x="512985" y="2191436"/>
                  </a:lnTo>
                  <a:cubicBezTo>
                    <a:pt x="424884" y="2140517"/>
                    <a:pt x="314800" y="2147603"/>
                    <a:pt x="233963" y="2209423"/>
                  </a:cubicBezTo>
                  <a:cubicBezTo>
                    <a:pt x="153126" y="2271216"/>
                    <a:pt x="117417" y="2375580"/>
                    <a:pt x="143454" y="2473966"/>
                  </a:cubicBezTo>
                  <a:lnTo>
                    <a:pt x="403656" y="3457049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61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" name="Freeform: Shape 92">
              <a:extLst>
                <a:ext uri="{FF2B5EF4-FFF2-40B4-BE49-F238E27FC236}">
                  <a16:creationId xmlns:a16="http://schemas.microsoft.com/office/drawing/2014/main" id="{141FD570-776F-4332-9507-D73828CB9B0A}"/>
                </a:ext>
              </a:extLst>
            </p:cNvPr>
            <p:cNvSpPr/>
            <p:nvPr/>
          </p:nvSpPr>
          <p:spPr>
            <a:xfrm rot="5400000">
              <a:off x="5629185" y="4600734"/>
              <a:ext cx="848348" cy="3464703"/>
            </a:xfrm>
            <a:custGeom>
              <a:avLst/>
              <a:gdLst>
                <a:gd name="connsiteX0" fmla="*/ 277877 w 848348"/>
                <a:gd name="connsiteY0" fmla="*/ 3464678 h 3464703"/>
                <a:gd name="connsiteX1" fmla="*/ 272975 w 848348"/>
                <a:gd name="connsiteY1" fmla="*/ 3465966 h 3464703"/>
                <a:gd name="connsiteX2" fmla="*/ 269002 w 848348"/>
                <a:gd name="connsiteY2" fmla="*/ 3450943 h 3464703"/>
                <a:gd name="connsiteX3" fmla="*/ 273904 w 848348"/>
                <a:gd name="connsiteY3" fmla="*/ 3449654 h 3464703"/>
                <a:gd name="connsiteX4" fmla="*/ 277877 w 848348"/>
                <a:gd name="connsiteY4" fmla="*/ 3464678 h 3464703"/>
                <a:gd name="connsiteX5" fmla="*/ 260658 w 848348"/>
                <a:gd name="connsiteY5" fmla="*/ 3399612 h 3464703"/>
                <a:gd name="connsiteX6" fmla="*/ 255756 w 848348"/>
                <a:gd name="connsiteY6" fmla="*/ 3400900 h 3464703"/>
                <a:gd name="connsiteX7" fmla="*/ 245160 w 848348"/>
                <a:gd name="connsiteY7" fmla="*/ 3360881 h 3464703"/>
                <a:gd name="connsiteX8" fmla="*/ 250062 w 848348"/>
                <a:gd name="connsiteY8" fmla="*/ 3359567 h 3464703"/>
                <a:gd name="connsiteX9" fmla="*/ 260658 w 848348"/>
                <a:gd name="connsiteY9" fmla="*/ 3399612 h 3464703"/>
                <a:gd name="connsiteX10" fmla="*/ 236816 w 848348"/>
                <a:gd name="connsiteY10" fmla="*/ 3309524 h 3464703"/>
                <a:gd name="connsiteX11" fmla="*/ 231914 w 848348"/>
                <a:gd name="connsiteY11" fmla="*/ 3310838 h 3464703"/>
                <a:gd name="connsiteX12" fmla="*/ 223967 w 848348"/>
                <a:gd name="connsiteY12" fmla="*/ 3280791 h 3464703"/>
                <a:gd name="connsiteX13" fmla="*/ 228869 w 848348"/>
                <a:gd name="connsiteY13" fmla="*/ 3279502 h 3464703"/>
                <a:gd name="connsiteX14" fmla="*/ 236816 w 848348"/>
                <a:gd name="connsiteY14" fmla="*/ 3309524 h 3464703"/>
                <a:gd name="connsiteX15" fmla="*/ 215624 w 848348"/>
                <a:gd name="connsiteY15" fmla="*/ 3229460 h 3464703"/>
                <a:gd name="connsiteX16" fmla="*/ 210722 w 848348"/>
                <a:gd name="connsiteY16" fmla="*/ 3230748 h 3464703"/>
                <a:gd name="connsiteX17" fmla="*/ 202775 w 848348"/>
                <a:gd name="connsiteY17" fmla="*/ 3200727 h 3464703"/>
                <a:gd name="connsiteX18" fmla="*/ 207677 w 848348"/>
                <a:gd name="connsiteY18" fmla="*/ 3199439 h 3464703"/>
                <a:gd name="connsiteX19" fmla="*/ 215624 w 848348"/>
                <a:gd name="connsiteY19" fmla="*/ 3229460 h 3464703"/>
                <a:gd name="connsiteX20" fmla="*/ 194431 w 848348"/>
                <a:gd name="connsiteY20" fmla="*/ 3149395 h 3464703"/>
                <a:gd name="connsiteX21" fmla="*/ 189529 w 848348"/>
                <a:gd name="connsiteY21" fmla="*/ 3150684 h 3464703"/>
                <a:gd name="connsiteX22" fmla="*/ 178933 w 848348"/>
                <a:gd name="connsiteY22" fmla="*/ 3110665 h 3464703"/>
                <a:gd name="connsiteX23" fmla="*/ 183835 w 848348"/>
                <a:gd name="connsiteY23" fmla="*/ 3109350 h 3464703"/>
                <a:gd name="connsiteX24" fmla="*/ 194431 w 848348"/>
                <a:gd name="connsiteY24" fmla="*/ 3149395 h 3464703"/>
                <a:gd name="connsiteX25" fmla="*/ 170589 w 848348"/>
                <a:gd name="connsiteY25" fmla="*/ 3059308 h 3464703"/>
                <a:gd name="connsiteX26" fmla="*/ 165687 w 848348"/>
                <a:gd name="connsiteY26" fmla="*/ 3060622 h 3464703"/>
                <a:gd name="connsiteX27" fmla="*/ 157740 w 848348"/>
                <a:gd name="connsiteY27" fmla="*/ 3030601 h 3464703"/>
                <a:gd name="connsiteX28" fmla="*/ 162642 w 848348"/>
                <a:gd name="connsiteY28" fmla="*/ 3029287 h 3464703"/>
                <a:gd name="connsiteX29" fmla="*/ 170589 w 848348"/>
                <a:gd name="connsiteY29" fmla="*/ 3059308 h 3464703"/>
                <a:gd name="connsiteX30" fmla="*/ 149396 w 848348"/>
                <a:gd name="connsiteY30" fmla="*/ 2979243 h 3464703"/>
                <a:gd name="connsiteX31" fmla="*/ 144495 w 848348"/>
                <a:gd name="connsiteY31" fmla="*/ 2980532 h 3464703"/>
                <a:gd name="connsiteX32" fmla="*/ 136547 w 848348"/>
                <a:gd name="connsiteY32" fmla="*/ 2950511 h 3464703"/>
                <a:gd name="connsiteX33" fmla="*/ 141449 w 848348"/>
                <a:gd name="connsiteY33" fmla="*/ 2949223 h 3464703"/>
                <a:gd name="connsiteX34" fmla="*/ 149396 w 848348"/>
                <a:gd name="connsiteY34" fmla="*/ 2979243 h 3464703"/>
                <a:gd name="connsiteX35" fmla="*/ 128203 w 848348"/>
                <a:gd name="connsiteY35" fmla="*/ 2899180 h 3464703"/>
                <a:gd name="connsiteX36" fmla="*/ 123302 w 848348"/>
                <a:gd name="connsiteY36" fmla="*/ 2900468 h 3464703"/>
                <a:gd name="connsiteX37" fmla="*/ 112705 w 848348"/>
                <a:gd name="connsiteY37" fmla="*/ 2860449 h 3464703"/>
                <a:gd name="connsiteX38" fmla="*/ 117607 w 848348"/>
                <a:gd name="connsiteY38" fmla="*/ 2859135 h 3464703"/>
                <a:gd name="connsiteX39" fmla="*/ 128203 w 848348"/>
                <a:gd name="connsiteY39" fmla="*/ 2899180 h 3464703"/>
                <a:gd name="connsiteX40" fmla="*/ 104362 w 848348"/>
                <a:gd name="connsiteY40" fmla="*/ 2809091 h 3464703"/>
                <a:gd name="connsiteX41" fmla="*/ 99460 w 848348"/>
                <a:gd name="connsiteY41" fmla="*/ 2810406 h 3464703"/>
                <a:gd name="connsiteX42" fmla="*/ 91513 w 848348"/>
                <a:gd name="connsiteY42" fmla="*/ 2780385 h 3464703"/>
                <a:gd name="connsiteX43" fmla="*/ 96414 w 848348"/>
                <a:gd name="connsiteY43" fmla="*/ 2779071 h 3464703"/>
                <a:gd name="connsiteX44" fmla="*/ 104362 w 848348"/>
                <a:gd name="connsiteY44" fmla="*/ 2809091 h 3464703"/>
                <a:gd name="connsiteX45" fmla="*/ 83168 w 848348"/>
                <a:gd name="connsiteY45" fmla="*/ 2729028 h 3464703"/>
                <a:gd name="connsiteX46" fmla="*/ 78266 w 848348"/>
                <a:gd name="connsiteY46" fmla="*/ 2730316 h 3464703"/>
                <a:gd name="connsiteX47" fmla="*/ 70319 w 848348"/>
                <a:gd name="connsiteY47" fmla="*/ 2700295 h 3464703"/>
                <a:gd name="connsiteX48" fmla="*/ 75221 w 848348"/>
                <a:gd name="connsiteY48" fmla="*/ 2699007 h 3464703"/>
                <a:gd name="connsiteX49" fmla="*/ 83168 w 848348"/>
                <a:gd name="connsiteY49" fmla="*/ 2729028 h 3464703"/>
                <a:gd name="connsiteX50" fmla="*/ 61976 w 848348"/>
                <a:gd name="connsiteY50" fmla="*/ 2648964 h 3464703"/>
                <a:gd name="connsiteX51" fmla="*/ 57074 w 848348"/>
                <a:gd name="connsiteY51" fmla="*/ 2650252 h 3464703"/>
                <a:gd name="connsiteX52" fmla="*/ 46478 w 848348"/>
                <a:gd name="connsiteY52" fmla="*/ 2610233 h 3464703"/>
                <a:gd name="connsiteX53" fmla="*/ 51380 w 848348"/>
                <a:gd name="connsiteY53" fmla="*/ 2608919 h 3464703"/>
                <a:gd name="connsiteX54" fmla="*/ 61976 w 848348"/>
                <a:gd name="connsiteY54" fmla="*/ 2648964 h 3464703"/>
                <a:gd name="connsiteX55" fmla="*/ 38134 w 848348"/>
                <a:gd name="connsiteY55" fmla="*/ 2558876 h 3464703"/>
                <a:gd name="connsiteX56" fmla="*/ 33232 w 848348"/>
                <a:gd name="connsiteY56" fmla="*/ 2560190 h 3464703"/>
                <a:gd name="connsiteX57" fmla="*/ 25284 w 848348"/>
                <a:gd name="connsiteY57" fmla="*/ 2530143 h 3464703"/>
                <a:gd name="connsiteX58" fmla="*/ 30186 w 848348"/>
                <a:gd name="connsiteY58" fmla="*/ 2528855 h 3464703"/>
                <a:gd name="connsiteX59" fmla="*/ 38134 w 848348"/>
                <a:gd name="connsiteY59" fmla="*/ 2558876 h 3464703"/>
                <a:gd name="connsiteX60" fmla="*/ 16960 w 848348"/>
                <a:gd name="connsiteY60" fmla="*/ 2478838 h 3464703"/>
                <a:gd name="connsiteX61" fmla="*/ 12046 w 848348"/>
                <a:gd name="connsiteY61" fmla="*/ 2480075 h 3464703"/>
                <a:gd name="connsiteX62" fmla="*/ 5792 w 848348"/>
                <a:gd name="connsiteY62" fmla="*/ 2449436 h 3464703"/>
                <a:gd name="connsiteX63" fmla="*/ 10804 w 848348"/>
                <a:gd name="connsiteY63" fmla="*/ 2448662 h 3464703"/>
                <a:gd name="connsiteX64" fmla="*/ 16960 w 848348"/>
                <a:gd name="connsiteY64" fmla="*/ 2478838 h 3464703"/>
                <a:gd name="connsiteX65" fmla="*/ 7163 w 848348"/>
                <a:gd name="connsiteY65" fmla="*/ 2397485 h 3464703"/>
                <a:gd name="connsiteX66" fmla="*/ 2092 w 848348"/>
                <a:gd name="connsiteY66" fmla="*/ 2397434 h 3464703"/>
                <a:gd name="connsiteX67" fmla="*/ 5243 w 848348"/>
                <a:gd name="connsiteY67" fmla="*/ 2355843 h 3464703"/>
                <a:gd name="connsiteX68" fmla="*/ 10264 w 848348"/>
                <a:gd name="connsiteY68" fmla="*/ 2356539 h 3464703"/>
                <a:gd name="connsiteX69" fmla="*/ 7163 w 848348"/>
                <a:gd name="connsiteY69" fmla="*/ 2397485 h 3464703"/>
                <a:gd name="connsiteX70" fmla="*/ 21556 w 848348"/>
                <a:gd name="connsiteY70" fmla="*/ 2306521 h 3464703"/>
                <a:gd name="connsiteX71" fmla="*/ 16717 w 848348"/>
                <a:gd name="connsiteY71" fmla="*/ 2305001 h 3464703"/>
                <a:gd name="connsiteX72" fmla="*/ 27501 w 848348"/>
                <a:gd name="connsiteY72" fmla="*/ 2275625 h 3464703"/>
                <a:gd name="connsiteX73" fmla="*/ 32171 w 848348"/>
                <a:gd name="connsiteY73" fmla="*/ 2277583 h 3464703"/>
                <a:gd name="connsiteX74" fmla="*/ 21556 w 848348"/>
                <a:gd name="connsiteY74" fmla="*/ 2306521 h 3464703"/>
                <a:gd name="connsiteX75" fmla="*/ 55939 w 848348"/>
                <a:gd name="connsiteY75" fmla="*/ 2232126 h 3464703"/>
                <a:gd name="connsiteX76" fmla="*/ 51650 w 848348"/>
                <a:gd name="connsiteY76" fmla="*/ 2229421 h 3464703"/>
                <a:gd name="connsiteX77" fmla="*/ 69628 w 848348"/>
                <a:gd name="connsiteY77" fmla="*/ 2203806 h 3464703"/>
                <a:gd name="connsiteX78" fmla="*/ 73631 w 848348"/>
                <a:gd name="connsiteY78" fmla="*/ 2206924 h 3464703"/>
                <a:gd name="connsiteX79" fmla="*/ 55939 w 848348"/>
                <a:gd name="connsiteY79" fmla="*/ 2232126 h 3464703"/>
                <a:gd name="connsiteX80" fmla="*/ 108306 w 848348"/>
                <a:gd name="connsiteY80" fmla="*/ 2169122 h 3464703"/>
                <a:gd name="connsiteX81" fmla="*/ 104861 w 848348"/>
                <a:gd name="connsiteY81" fmla="*/ 2165411 h 3464703"/>
                <a:gd name="connsiteX82" fmla="*/ 128082 w 848348"/>
                <a:gd name="connsiteY82" fmla="*/ 2145852 h 3464703"/>
                <a:gd name="connsiteX83" fmla="*/ 137237 w 848348"/>
                <a:gd name="connsiteY83" fmla="*/ 2139100 h 3464703"/>
                <a:gd name="connsiteX84" fmla="*/ 140173 w 848348"/>
                <a:gd name="connsiteY84" fmla="*/ 2143250 h 3464703"/>
                <a:gd name="connsiteX85" fmla="*/ 131162 w 848348"/>
                <a:gd name="connsiteY85" fmla="*/ 2149872 h 3464703"/>
                <a:gd name="connsiteX86" fmla="*/ 108306 w 848348"/>
                <a:gd name="connsiteY86" fmla="*/ 2169122 h 3464703"/>
                <a:gd name="connsiteX87" fmla="*/ 184269 w 848348"/>
                <a:gd name="connsiteY87" fmla="*/ 2117017 h 3464703"/>
                <a:gd name="connsiteX88" fmla="*/ 182041 w 848348"/>
                <a:gd name="connsiteY88" fmla="*/ 2112482 h 3464703"/>
                <a:gd name="connsiteX89" fmla="*/ 210793 w 848348"/>
                <a:gd name="connsiteY89" fmla="*/ 2100112 h 3464703"/>
                <a:gd name="connsiteX90" fmla="*/ 212566 w 848348"/>
                <a:gd name="connsiteY90" fmla="*/ 2104854 h 3464703"/>
                <a:gd name="connsiteX91" fmla="*/ 184269 w 848348"/>
                <a:gd name="connsiteY91" fmla="*/ 2117017 h 3464703"/>
                <a:gd name="connsiteX92" fmla="*/ 261926 w 848348"/>
                <a:gd name="connsiteY92" fmla="*/ 2090913 h 3464703"/>
                <a:gd name="connsiteX93" fmla="*/ 260947 w 848348"/>
                <a:gd name="connsiteY93" fmla="*/ 2085914 h 3464703"/>
                <a:gd name="connsiteX94" fmla="*/ 291910 w 848348"/>
                <a:gd name="connsiteY94" fmla="*/ 2081378 h 3464703"/>
                <a:gd name="connsiteX95" fmla="*/ 292401 w 848348"/>
                <a:gd name="connsiteY95" fmla="*/ 2086429 h 3464703"/>
                <a:gd name="connsiteX96" fmla="*/ 261926 w 848348"/>
                <a:gd name="connsiteY96" fmla="*/ 2090913 h 3464703"/>
                <a:gd name="connsiteX97" fmla="*/ 343692 w 848348"/>
                <a:gd name="connsiteY97" fmla="*/ 2085630 h 3464703"/>
                <a:gd name="connsiteX98" fmla="*/ 344024 w 848348"/>
                <a:gd name="connsiteY98" fmla="*/ 2080554 h 3464703"/>
                <a:gd name="connsiteX99" fmla="*/ 385382 w 848348"/>
                <a:gd name="connsiteY99" fmla="*/ 2085991 h 3464703"/>
                <a:gd name="connsiteX100" fmla="*/ 384398 w 848348"/>
                <a:gd name="connsiteY100" fmla="*/ 2090964 h 3464703"/>
                <a:gd name="connsiteX101" fmla="*/ 343692 w 848348"/>
                <a:gd name="connsiteY101" fmla="*/ 2085630 h 3464703"/>
                <a:gd name="connsiteX102" fmla="*/ 433738 w 848348"/>
                <a:gd name="connsiteY102" fmla="*/ 2104983 h 3464703"/>
                <a:gd name="connsiteX103" fmla="*/ 435518 w 848348"/>
                <a:gd name="connsiteY103" fmla="*/ 2100241 h 3464703"/>
                <a:gd name="connsiteX104" fmla="*/ 464252 w 848348"/>
                <a:gd name="connsiteY104" fmla="*/ 2112636 h 3464703"/>
                <a:gd name="connsiteX105" fmla="*/ 462018 w 848348"/>
                <a:gd name="connsiteY105" fmla="*/ 2117197 h 3464703"/>
                <a:gd name="connsiteX106" fmla="*/ 433738 w 848348"/>
                <a:gd name="connsiteY106" fmla="*/ 2104983 h 3464703"/>
                <a:gd name="connsiteX107" fmla="*/ 504841 w 848348"/>
                <a:gd name="connsiteY107" fmla="*/ 2144667 h 3464703"/>
                <a:gd name="connsiteX108" fmla="*/ 508240 w 848348"/>
                <a:gd name="connsiteY108" fmla="*/ 2140905 h 3464703"/>
                <a:gd name="connsiteX109" fmla="*/ 529220 w 848348"/>
                <a:gd name="connsiteY109" fmla="*/ 2164483 h 3464703"/>
                <a:gd name="connsiteX110" fmla="*/ 525090 w 848348"/>
                <a:gd name="connsiteY110" fmla="*/ 2167421 h 3464703"/>
                <a:gd name="connsiteX111" fmla="*/ 504841 w 848348"/>
                <a:gd name="connsiteY111" fmla="*/ 2144667 h 3464703"/>
                <a:gd name="connsiteX112" fmla="*/ 546507 w 848348"/>
                <a:gd name="connsiteY112" fmla="*/ 2213212 h 3464703"/>
                <a:gd name="connsiteX113" fmla="*/ 551410 w 848348"/>
                <a:gd name="connsiteY113" fmla="*/ 2211949 h 3464703"/>
                <a:gd name="connsiteX114" fmla="*/ 551600 w 848348"/>
                <a:gd name="connsiteY114" fmla="*/ 2212671 h 3464703"/>
                <a:gd name="connsiteX115" fmla="*/ 556064 w 848348"/>
                <a:gd name="connsiteY115" fmla="*/ 2253695 h 3464703"/>
                <a:gd name="connsiteX116" fmla="*/ 550997 w 848348"/>
                <a:gd name="connsiteY116" fmla="*/ 2253515 h 3464703"/>
                <a:gd name="connsiteX117" fmla="*/ 546690 w 848348"/>
                <a:gd name="connsiteY117" fmla="*/ 2213933 h 3464703"/>
                <a:gd name="connsiteX118" fmla="*/ 546507 w 848348"/>
                <a:gd name="connsiteY118" fmla="*/ 2213212 h 3464703"/>
                <a:gd name="connsiteX119" fmla="*/ 540187 w 848348"/>
                <a:gd name="connsiteY119" fmla="*/ 2302913 h 3464703"/>
                <a:gd name="connsiteX120" fmla="*/ 544861 w 848348"/>
                <a:gd name="connsiteY120" fmla="*/ 2304872 h 3464703"/>
                <a:gd name="connsiteX121" fmla="*/ 535081 w 848348"/>
                <a:gd name="connsiteY121" fmla="*/ 2324095 h 3464703"/>
                <a:gd name="connsiteX122" fmla="*/ 529968 w 848348"/>
                <a:gd name="connsiteY122" fmla="*/ 2332496 h 3464703"/>
                <a:gd name="connsiteX123" fmla="*/ 525634 w 848348"/>
                <a:gd name="connsiteY123" fmla="*/ 2329868 h 3464703"/>
                <a:gd name="connsiteX124" fmla="*/ 530741 w 848348"/>
                <a:gd name="connsiteY124" fmla="*/ 2321441 h 3464703"/>
                <a:gd name="connsiteX125" fmla="*/ 540187 w 848348"/>
                <a:gd name="connsiteY125" fmla="*/ 2302913 h 3464703"/>
                <a:gd name="connsiteX126" fmla="*/ 498783 w 848348"/>
                <a:gd name="connsiteY126" fmla="*/ 2374139 h 3464703"/>
                <a:gd name="connsiteX127" fmla="*/ 503118 w 848348"/>
                <a:gd name="connsiteY127" fmla="*/ 2376767 h 3464703"/>
                <a:gd name="connsiteX128" fmla="*/ 487009 w 848348"/>
                <a:gd name="connsiteY128" fmla="*/ 2403335 h 3464703"/>
                <a:gd name="connsiteX129" fmla="*/ 482674 w 848348"/>
                <a:gd name="connsiteY129" fmla="*/ 2400706 h 3464703"/>
                <a:gd name="connsiteX130" fmla="*/ 498783 w 848348"/>
                <a:gd name="connsiteY130" fmla="*/ 2374139 h 3464703"/>
                <a:gd name="connsiteX131" fmla="*/ 459780 w 848348"/>
                <a:gd name="connsiteY131" fmla="*/ 2447580 h 3464703"/>
                <a:gd name="connsiteX132" fmla="*/ 464560 w 848348"/>
                <a:gd name="connsiteY132" fmla="*/ 2449281 h 3464703"/>
                <a:gd name="connsiteX133" fmla="*/ 454537 w 848348"/>
                <a:gd name="connsiteY133" fmla="*/ 2488913 h 3464703"/>
                <a:gd name="connsiteX134" fmla="*/ 449527 w 848348"/>
                <a:gd name="connsiteY134" fmla="*/ 2488140 h 3464703"/>
                <a:gd name="connsiteX135" fmla="*/ 459780 w 848348"/>
                <a:gd name="connsiteY135" fmla="*/ 2447580 h 3464703"/>
                <a:gd name="connsiteX136" fmla="*/ 447449 w 848348"/>
                <a:gd name="connsiteY136" fmla="*/ 2540322 h 3464703"/>
                <a:gd name="connsiteX137" fmla="*/ 452505 w 848348"/>
                <a:gd name="connsiteY137" fmla="*/ 2539936 h 3464703"/>
                <a:gd name="connsiteX138" fmla="*/ 456937 w 848348"/>
                <a:gd name="connsiteY138" fmla="*/ 2570291 h 3464703"/>
                <a:gd name="connsiteX139" fmla="*/ 451982 w 848348"/>
                <a:gd name="connsiteY139" fmla="*/ 2571373 h 3464703"/>
                <a:gd name="connsiteX140" fmla="*/ 447449 w 848348"/>
                <a:gd name="connsiteY140" fmla="*/ 2540322 h 3464703"/>
                <a:gd name="connsiteX141" fmla="*/ 468905 w 848348"/>
                <a:gd name="connsiteY141" fmla="*/ 2620799 h 3464703"/>
                <a:gd name="connsiteX142" fmla="*/ 473481 w 848348"/>
                <a:gd name="connsiteY142" fmla="*/ 2618608 h 3464703"/>
                <a:gd name="connsiteX143" fmla="*/ 480360 w 848348"/>
                <a:gd name="connsiteY143" fmla="*/ 2631854 h 3464703"/>
                <a:gd name="connsiteX144" fmla="*/ 488587 w 848348"/>
                <a:gd name="connsiteY144" fmla="*/ 2645331 h 3464703"/>
                <a:gd name="connsiteX145" fmla="*/ 484356 w 848348"/>
                <a:gd name="connsiteY145" fmla="*/ 2648113 h 3464703"/>
                <a:gd name="connsiteX146" fmla="*/ 475941 w 848348"/>
                <a:gd name="connsiteY146" fmla="*/ 2634353 h 3464703"/>
                <a:gd name="connsiteX147" fmla="*/ 468905 w 848348"/>
                <a:gd name="connsiteY147" fmla="*/ 2620799 h 3464703"/>
                <a:gd name="connsiteX148" fmla="*/ 517988 w 848348"/>
                <a:gd name="connsiteY148" fmla="*/ 2688081 h 3464703"/>
                <a:gd name="connsiteX149" fmla="*/ 521465 w 848348"/>
                <a:gd name="connsiteY149" fmla="*/ 2684396 h 3464703"/>
                <a:gd name="connsiteX150" fmla="*/ 553685 w 848348"/>
                <a:gd name="connsiteY150" fmla="*/ 2709572 h 3464703"/>
                <a:gd name="connsiteX151" fmla="*/ 550945 w 848348"/>
                <a:gd name="connsiteY151" fmla="*/ 2713824 h 3464703"/>
                <a:gd name="connsiteX152" fmla="*/ 517988 w 848348"/>
                <a:gd name="connsiteY152" fmla="*/ 2688081 h 3464703"/>
                <a:gd name="connsiteX153" fmla="*/ 597854 w 848348"/>
                <a:gd name="connsiteY153" fmla="*/ 2736810 h 3464703"/>
                <a:gd name="connsiteX154" fmla="*/ 599546 w 848348"/>
                <a:gd name="connsiteY154" fmla="*/ 2732017 h 3464703"/>
                <a:gd name="connsiteX155" fmla="*/ 629117 w 848348"/>
                <a:gd name="connsiteY155" fmla="*/ 2740237 h 3464703"/>
                <a:gd name="connsiteX156" fmla="*/ 628100 w 848348"/>
                <a:gd name="connsiteY156" fmla="*/ 2745211 h 3464703"/>
                <a:gd name="connsiteX157" fmla="*/ 597854 w 848348"/>
                <a:gd name="connsiteY157" fmla="*/ 2736810 h 3464703"/>
                <a:gd name="connsiteX158" fmla="*/ 680169 w 848348"/>
                <a:gd name="connsiteY158" fmla="*/ 2749643 h 3464703"/>
                <a:gd name="connsiteX159" fmla="*/ 679973 w 848348"/>
                <a:gd name="connsiteY159" fmla="*/ 2744567 h 3464703"/>
                <a:gd name="connsiteX160" fmla="*/ 710291 w 848348"/>
                <a:gd name="connsiteY160" fmla="*/ 2740676 h 3464703"/>
                <a:gd name="connsiteX161" fmla="*/ 711379 w 848348"/>
                <a:gd name="connsiteY161" fmla="*/ 2745649 h 3464703"/>
                <a:gd name="connsiteX162" fmla="*/ 680169 w 848348"/>
                <a:gd name="connsiteY162" fmla="*/ 2749643 h 3464703"/>
                <a:gd name="connsiteX163" fmla="*/ 760268 w 848348"/>
                <a:gd name="connsiteY163" fmla="*/ 2726966 h 3464703"/>
                <a:gd name="connsiteX164" fmla="*/ 757778 w 848348"/>
                <a:gd name="connsiteY164" fmla="*/ 2722560 h 3464703"/>
                <a:gd name="connsiteX165" fmla="*/ 790639 w 848348"/>
                <a:gd name="connsiteY165" fmla="*/ 2698517 h 3464703"/>
                <a:gd name="connsiteX166" fmla="*/ 794100 w 848348"/>
                <a:gd name="connsiteY166" fmla="*/ 2702228 h 3464703"/>
                <a:gd name="connsiteX167" fmla="*/ 760268 w 848348"/>
                <a:gd name="connsiteY167" fmla="*/ 2726966 h 3464703"/>
                <a:gd name="connsiteX168" fmla="*/ 826687 w 848348"/>
                <a:gd name="connsiteY168" fmla="*/ 2661281 h 3464703"/>
                <a:gd name="connsiteX169" fmla="*/ 822295 w 848348"/>
                <a:gd name="connsiteY169" fmla="*/ 2658756 h 3464703"/>
                <a:gd name="connsiteX170" fmla="*/ 835176 w 848348"/>
                <a:gd name="connsiteY170" fmla="*/ 2631029 h 3464703"/>
                <a:gd name="connsiteX171" fmla="*/ 839948 w 848348"/>
                <a:gd name="connsiteY171" fmla="*/ 2632755 h 3464703"/>
                <a:gd name="connsiteX172" fmla="*/ 826687 w 848348"/>
                <a:gd name="connsiteY172" fmla="*/ 2661281 h 3464703"/>
                <a:gd name="connsiteX173" fmla="*/ 850227 w 848348"/>
                <a:gd name="connsiteY173" fmla="*/ 2581450 h 3464703"/>
                <a:gd name="connsiteX174" fmla="*/ 845160 w 848348"/>
                <a:gd name="connsiteY174" fmla="*/ 2581192 h 3464703"/>
                <a:gd name="connsiteX175" fmla="*/ 843947 w 848348"/>
                <a:gd name="connsiteY175" fmla="*/ 2550656 h 3464703"/>
                <a:gd name="connsiteX176" fmla="*/ 848981 w 848348"/>
                <a:gd name="connsiteY176" fmla="*/ 2550012 h 3464703"/>
                <a:gd name="connsiteX177" fmla="*/ 850227 w 848348"/>
                <a:gd name="connsiteY177" fmla="*/ 2581450 h 3464703"/>
                <a:gd name="connsiteX178" fmla="*/ 841915 w 848348"/>
                <a:gd name="connsiteY178" fmla="*/ 2498705 h 3464703"/>
                <a:gd name="connsiteX179" fmla="*/ 836893 w 848348"/>
                <a:gd name="connsiteY179" fmla="*/ 2499375 h 3464703"/>
                <a:gd name="connsiteX180" fmla="*/ 831243 w 848348"/>
                <a:gd name="connsiteY180" fmla="*/ 2458352 h 3464703"/>
                <a:gd name="connsiteX181" fmla="*/ 836264 w 848348"/>
                <a:gd name="connsiteY181" fmla="*/ 2457681 h 3464703"/>
                <a:gd name="connsiteX182" fmla="*/ 841915 w 848348"/>
                <a:gd name="connsiteY182" fmla="*/ 2498705 h 3464703"/>
                <a:gd name="connsiteX183" fmla="*/ 829204 w 848348"/>
                <a:gd name="connsiteY183" fmla="*/ 2406402 h 3464703"/>
                <a:gd name="connsiteX184" fmla="*/ 824183 w 848348"/>
                <a:gd name="connsiteY184" fmla="*/ 2407072 h 3464703"/>
                <a:gd name="connsiteX185" fmla="*/ 819941 w 848348"/>
                <a:gd name="connsiteY185" fmla="*/ 2376303 h 3464703"/>
                <a:gd name="connsiteX186" fmla="*/ 824963 w 848348"/>
                <a:gd name="connsiteY186" fmla="*/ 2375633 h 3464703"/>
                <a:gd name="connsiteX187" fmla="*/ 829204 w 848348"/>
                <a:gd name="connsiteY187" fmla="*/ 2406402 h 3464703"/>
                <a:gd name="connsiteX188" fmla="*/ 817903 w 848348"/>
                <a:gd name="connsiteY188" fmla="*/ 2324328 h 3464703"/>
                <a:gd name="connsiteX189" fmla="*/ 812875 w 848348"/>
                <a:gd name="connsiteY189" fmla="*/ 2325023 h 3464703"/>
                <a:gd name="connsiteX190" fmla="*/ 808640 w 848348"/>
                <a:gd name="connsiteY190" fmla="*/ 2294255 h 3464703"/>
                <a:gd name="connsiteX191" fmla="*/ 813661 w 848348"/>
                <a:gd name="connsiteY191" fmla="*/ 2293560 h 3464703"/>
                <a:gd name="connsiteX192" fmla="*/ 817903 w 848348"/>
                <a:gd name="connsiteY192" fmla="*/ 2324328 h 3464703"/>
                <a:gd name="connsiteX193" fmla="*/ 806595 w 848348"/>
                <a:gd name="connsiteY193" fmla="*/ 2242279 h 3464703"/>
                <a:gd name="connsiteX194" fmla="*/ 801573 w 848348"/>
                <a:gd name="connsiteY194" fmla="*/ 2242975 h 3464703"/>
                <a:gd name="connsiteX195" fmla="*/ 795923 w 848348"/>
                <a:gd name="connsiteY195" fmla="*/ 2201951 h 3464703"/>
                <a:gd name="connsiteX196" fmla="*/ 800951 w 848348"/>
                <a:gd name="connsiteY196" fmla="*/ 2201255 h 3464703"/>
                <a:gd name="connsiteX197" fmla="*/ 806595 w 848348"/>
                <a:gd name="connsiteY197" fmla="*/ 2242279 h 3464703"/>
                <a:gd name="connsiteX198" fmla="*/ 793884 w 848348"/>
                <a:gd name="connsiteY198" fmla="*/ 2149976 h 3464703"/>
                <a:gd name="connsiteX199" fmla="*/ 788863 w 848348"/>
                <a:gd name="connsiteY199" fmla="*/ 2150671 h 3464703"/>
                <a:gd name="connsiteX200" fmla="*/ 784621 w 848348"/>
                <a:gd name="connsiteY200" fmla="*/ 2119903 h 3464703"/>
                <a:gd name="connsiteX201" fmla="*/ 789643 w 848348"/>
                <a:gd name="connsiteY201" fmla="*/ 2119207 h 3464703"/>
                <a:gd name="connsiteX202" fmla="*/ 793884 w 848348"/>
                <a:gd name="connsiteY202" fmla="*/ 2149976 h 3464703"/>
                <a:gd name="connsiteX203" fmla="*/ 782583 w 848348"/>
                <a:gd name="connsiteY203" fmla="*/ 2067927 h 3464703"/>
                <a:gd name="connsiteX204" fmla="*/ 777561 w 848348"/>
                <a:gd name="connsiteY204" fmla="*/ 2068623 h 3464703"/>
                <a:gd name="connsiteX205" fmla="*/ 773320 w 848348"/>
                <a:gd name="connsiteY205" fmla="*/ 2037855 h 3464703"/>
                <a:gd name="connsiteX206" fmla="*/ 778342 w 848348"/>
                <a:gd name="connsiteY206" fmla="*/ 2037159 h 3464703"/>
                <a:gd name="connsiteX207" fmla="*/ 782583 w 848348"/>
                <a:gd name="connsiteY207" fmla="*/ 2067927 h 3464703"/>
                <a:gd name="connsiteX208" fmla="*/ 771281 w 848348"/>
                <a:gd name="connsiteY208" fmla="*/ 1985879 h 3464703"/>
                <a:gd name="connsiteX209" fmla="*/ 766253 w 848348"/>
                <a:gd name="connsiteY209" fmla="*/ 1986575 h 3464703"/>
                <a:gd name="connsiteX210" fmla="*/ 760603 w 848348"/>
                <a:gd name="connsiteY210" fmla="*/ 1945551 h 3464703"/>
                <a:gd name="connsiteX211" fmla="*/ 765631 w 848348"/>
                <a:gd name="connsiteY211" fmla="*/ 1944855 h 3464703"/>
                <a:gd name="connsiteX212" fmla="*/ 771281 w 848348"/>
                <a:gd name="connsiteY212" fmla="*/ 1985879 h 3464703"/>
                <a:gd name="connsiteX213" fmla="*/ 758564 w 848348"/>
                <a:gd name="connsiteY213" fmla="*/ 1893575 h 3464703"/>
                <a:gd name="connsiteX214" fmla="*/ 753543 w 848348"/>
                <a:gd name="connsiteY214" fmla="*/ 1894271 h 3464703"/>
                <a:gd name="connsiteX215" fmla="*/ 749301 w 848348"/>
                <a:gd name="connsiteY215" fmla="*/ 1863502 h 3464703"/>
                <a:gd name="connsiteX216" fmla="*/ 754323 w 848348"/>
                <a:gd name="connsiteY216" fmla="*/ 1862807 h 3464703"/>
                <a:gd name="connsiteX217" fmla="*/ 758564 w 848348"/>
                <a:gd name="connsiteY217" fmla="*/ 1893575 h 3464703"/>
                <a:gd name="connsiteX218" fmla="*/ 747263 w 848348"/>
                <a:gd name="connsiteY218" fmla="*/ 1811501 h 3464703"/>
                <a:gd name="connsiteX219" fmla="*/ 742241 w 848348"/>
                <a:gd name="connsiteY219" fmla="*/ 1812197 h 3464703"/>
                <a:gd name="connsiteX220" fmla="*/ 738000 w 848348"/>
                <a:gd name="connsiteY220" fmla="*/ 1781429 h 3464703"/>
                <a:gd name="connsiteX221" fmla="*/ 743022 w 848348"/>
                <a:gd name="connsiteY221" fmla="*/ 1780733 h 3464703"/>
                <a:gd name="connsiteX222" fmla="*/ 747263 w 848348"/>
                <a:gd name="connsiteY222" fmla="*/ 1811501 h 3464703"/>
                <a:gd name="connsiteX223" fmla="*/ 735961 w 848348"/>
                <a:gd name="connsiteY223" fmla="*/ 1729453 h 3464703"/>
                <a:gd name="connsiteX224" fmla="*/ 730940 w 848348"/>
                <a:gd name="connsiteY224" fmla="*/ 1730148 h 3464703"/>
                <a:gd name="connsiteX225" fmla="*/ 725283 w 848348"/>
                <a:gd name="connsiteY225" fmla="*/ 1689125 h 3464703"/>
                <a:gd name="connsiteX226" fmla="*/ 730311 w 848348"/>
                <a:gd name="connsiteY226" fmla="*/ 1688429 h 3464703"/>
                <a:gd name="connsiteX227" fmla="*/ 735961 w 848348"/>
                <a:gd name="connsiteY227" fmla="*/ 1729453 h 3464703"/>
                <a:gd name="connsiteX228" fmla="*/ 723244 w 848348"/>
                <a:gd name="connsiteY228" fmla="*/ 1637149 h 3464703"/>
                <a:gd name="connsiteX229" fmla="*/ 718223 w 848348"/>
                <a:gd name="connsiteY229" fmla="*/ 1637845 h 3464703"/>
                <a:gd name="connsiteX230" fmla="*/ 713981 w 848348"/>
                <a:gd name="connsiteY230" fmla="*/ 1607076 h 3464703"/>
                <a:gd name="connsiteX231" fmla="*/ 719009 w 848348"/>
                <a:gd name="connsiteY231" fmla="*/ 1606380 h 3464703"/>
                <a:gd name="connsiteX232" fmla="*/ 723244 w 848348"/>
                <a:gd name="connsiteY232" fmla="*/ 1637149 h 3464703"/>
                <a:gd name="connsiteX233" fmla="*/ 711943 w 848348"/>
                <a:gd name="connsiteY233" fmla="*/ 1555101 h 3464703"/>
                <a:gd name="connsiteX234" fmla="*/ 706921 w 848348"/>
                <a:gd name="connsiteY234" fmla="*/ 1555796 h 3464703"/>
                <a:gd name="connsiteX235" fmla="*/ 702680 w 848348"/>
                <a:gd name="connsiteY235" fmla="*/ 1525028 h 3464703"/>
                <a:gd name="connsiteX236" fmla="*/ 707708 w 848348"/>
                <a:gd name="connsiteY236" fmla="*/ 1524333 h 3464703"/>
                <a:gd name="connsiteX237" fmla="*/ 711943 w 848348"/>
                <a:gd name="connsiteY237" fmla="*/ 1555101 h 3464703"/>
                <a:gd name="connsiteX238" fmla="*/ 700641 w 848348"/>
                <a:gd name="connsiteY238" fmla="*/ 1473052 h 3464703"/>
                <a:gd name="connsiteX239" fmla="*/ 695620 w 848348"/>
                <a:gd name="connsiteY239" fmla="*/ 1473748 h 3464703"/>
                <a:gd name="connsiteX240" fmla="*/ 689969 w 848348"/>
                <a:gd name="connsiteY240" fmla="*/ 1432724 h 3464703"/>
                <a:gd name="connsiteX241" fmla="*/ 694991 w 848348"/>
                <a:gd name="connsiteY241" fmla="*/ 1432028 h 3464703"/>
                <a:gd name="connsiteX242" fmla="*/ 700641 w 848348"/>
                <a:gd name="connsiteY242" fmla="*/ 1473052 h 3464703"/>
                <a:gd name="connsiteX243" fmla="*/ 687924 w 848348"/>
                <a:gd name="connsiteY243" fmla="*/ 1380749 h 3464703"/>
                <a:gd name="connsiteX244" fmla="*/ 682903 w 848348"/>
                <a:gd name="connsiteY244" fmla="*/ 1381444 h 3464703"/>
                <a:gd name="connsiteX245" fmla="*/ 678662 w 848348"/>
                <a:gd name="connsiteY245" fmla="*/ 1350676 h 3464703"/>
                <a:gd name="connsiteX246" fmla="*/ 683689 w 848348"/>
                <a:gd name="connsiteY246" fmla="*/ 1349980 h 3464703"/>
                <a:gd name="connsiteX247" fmla="*/ 687924 w 848348"/>
                <a:gd name="connsiteY247" fmla="*/ 1380749 h 3464703"/>
                <a:gd name="connsiteX248" fmla="*/ 676623 w 848348"/>
                <a:gd name="connsiteY248" fmla="*/ 1298700 h 3464703"/>
                <a:gd name="connsiteX249" fmla="*/ 671601 w 848348"/>
                <a:gd name="connsiteY249" fmla="*/ 1299370 h 3464703"/>
                <a:gd name="connsiteX250" fmla="*/ 667360 w 848348"/>
                <a:gd name="connsiteY250" fmla="*/ 1268602 h 3464703"/>
                <a:gd name="connsiteX251" fmla="*/ 672388 w 848348"/>
                <a:gd name="connsiteY251" fmla="*/ 1267932 h 3464703"/>
                <a:gd name="connsiteX252" fmla="*/ 676623 w 848348"/>
                <a:gd name="connsiteY252" fmla="*/ 1298700 h 3464703"/>
                <a:gd name="connsiteX253" fmla="*/ 665321 w 848348"/>
                <a:gd name="connsiteY253" fmla="*/ 1216652 h 3464703"/>
                <a:gd name="connsiteX254" fmla="*/ 660300 w 848348"/>
                <a:gd name="connsiteY254" fmla="*/ 1217322 h 3464703"/>
                <a:gd name="connsiteX255" fmla="*/ 654649 w 848348"/>
                <a:gd name="connsiteY255" fmla="*/ 1176298 h 3464703"/>
                <a:gd name="connsiteX256" fmla="*/ 659671 w 848348"/>
                <a:gd name="connsiteY256" fmla="*/ 1175628 h 3464703"/>
                <a:gd name="connsiteX257" fmla="*/ 665321 w 848348"/>
                <a:gd name="connsiteY257" fmla="*/ 1216652 h 3464703"/>
                <a:gd name="connsiteX258" fmla="*/ 652604 w 848348"/>
                <a:gd name="connsiteY258" fmla="*/ 1124322 h 3464703"/>
                <a:gd name="connsiteX259" fmla="*/ 647583 w 848348"/>
                <a:gd name="connsiteY259" fmla="*/ 1125018 h 3464703"/>
                <a:gd name="connsiteX260" fmla="*/ 643348 w 848348"/>
                <a:gd name="connsiteY260" fmla="*/ 1094250 h 3464703"/>
                <a:gd name="connsiteX261" fmla="*/ 648369 w 848348"/>
                <a:gd name="connsiteY261" fmla="*/ 1093554 h 3464703"/>
                <a:gd name="connsiteX262" fmla="*/ 652604 w 848348"/>
                <a:gd name="connsiteY262" fmla="*/ 1124322 h 3464703"/>
                <a:gd name="connsiteX263" fmla="*/ 641303 w 848348"/>
                <a:gd name="connsiteY263" fmla="*/ 1042274 h 3464703"/>
                <a:gd name="connsiteX264" fmla="*/ 636281 w 848348"/>
                <a:gd name="connsiteY264" fmla="*/ 1042970 h 3464703"/>
                <a:gd name="connsiteX265" fmla="*/ 632040 w 848348"/>
                <a:gd name="connsiteY265" fmla="*/ 1012202 h 3464703"/>
                <a:gd name="connsiteX266" fmla="*/ 637068 w 848348"/>
                <a:gd name="connsiteY266" fmla="*/ 1011506 h 3464703"/>
                <a:gd name="connsiteX267" fmla="*/ 641303 w 848348"/>
                <a:gd name="connsiteY267" fmla="*/ 1042274 h 3464703"/>
                <a:gd name="connsiteX268" fmla="*/ 630001 w 848348"/>
                <a:gd name="connsiteY268" fmla="*/ 960226 h 3464703"/>
                <a:gd name="connsiteX269" fmla="*/ 624980 w 848348"/>
                <a:gd name="connsiteY269" fmla="*/ 960922 h 3464703"/>
                <a:gd name="connsiteX270" fmla="*/ 619329 w 848348"/>
                <a:gd name="connsiteY270" fmla="*/ 919898 h 3464703"/>
                <a:gd name="connsiteX271" fmla="*/ 624351 w 848348"/>
                <a:gd name="connsiteY271" fmla="*/ 919202 h 3464703"/>
                <a:gd name="connsiteX272" fmla="*/ 630001 w 848348"/>
                <a:gd name="connsiteY272" fmla="*/ 960226 h 3464703"/>
                <a:gd name="connsiteX273" fmla="*/ 617291 w 848348"/>
                <a:gd name="connsiteY273" fmla="*/ 867922 h 3464703"/>
                <a:gd name="connsiteX274" fmla="*/ 612263 w 848348"/>
                <a:gd name="connsiteY274" fmla="*/ 868617 h 3464703"/>
                <a:gd name="connsiteX275" fmla="*/ 608028 w 848348"/>
                <a:gd name="connsiteY275" fmla="*/ 837850 h 3464703"/>
                <a:gd name="connsiteX276" fmla="*/ 613049 w 848348"/>
                <a:gd name="connsiteY276" fmla="*/ 837154 h 3464703"/>
                <a:gd name="connsiteX277" fmla="*/ 617291 w 848348"/>
                <a:gd name="connsiteY277" fmla="*/ 867922 h 3464703"/>
                <a:gd name="connsiteX278" fmla="*/ 605983 w 848348"/>
                <a:gd name="connsiteY278" fmla="*/ 785874 h 3464703"/>
                <a:gd name="connsiteX279" fmla="*/ 600961 w 848348"/>
                <a:gd name="connsiteY279" fmla="*/ 786569 h 3464703"/>
                <a:gd name="connsiteX280" fmla="*/ 596727 w 848348"/>
                <a:gd name="connsiteY280" fmla="*/ 755801 h 3464703"/>
                <a:gd name="connsiteX281" fmla="*/ 601748 w 848348"/>
                <a:gd name="connsiteY281" fmla="*/ 755106 h 3464703"/>
                <a:gd name="connsiteX282" fmla="*/ 605983 w 848348"/>
                <a:gd name="connsiteY282" fmla="*/ 785874 h 3464703"/>
                <a:gd name="connsiteX283" fmla="*/ 594681 w 848348"/>
                <a:gd name="connsiteY283" fmla="*/ 703826 h 3464703"/>
                <a:gd name="connsiteX284" fmla="*/ 589660 w 848348"/>
                <a:gd name="connsiteY284" fmla="*/ 704521 h 3464703"/>
                <a:gd name="connsiteX285" fmla="*/ 584009 w 848348"/>
                <a:gd name="connsiteY285" fmla="*/ 663497 h 3464703"/>
                <a:gd name="connsiteX286" fmla="*/ 589031 w 848348"/>
                <a:gd name="connsiteY286" fmla="*/ 662801 h 3464703"/>
                <a:gd name="connsiteX287" fmla="*/ 594681 w 848348"/>
                <a:gd name="connsiteY287" fmla="*/ 703826 h 3464703"/>
                <a:gd name="connsiteX288" fmla="*/ 581971 w 848348"/>
                <a:gd name="connsiteY288" fmla="*/ 611495 h 3464703"/>
                <a:gd name="connsiteX289" fmla="*/ 576943 w 848348"/>
                <a:gd name="connsiteY289" fmla="*/ 612191 h 3464703"/>
                <a:gd name="connsiteX290" fmla="*/ 572708 w 848348"/>
                <a:gd name="connsiteY290" fmla="*/ 581423 h 3464703"/>
                <a:gd name="connsiteX291" fmla="*/ 577729 w 848348"/>
                <a:gd name="connsiteY291" fmla="*/ 580728 h 3464703"/>
                <a:gd name="connsiteX292" fmla="*/ 581971 w 848348"/>
                <a:gd name="connsiteY292" fmla="*/ 611495 h 3464703"/>
                <a:gd name="connsiteX293" fmla="*/ 570669 w 848348"/>
                <a:gd name="connsiteY293" fmla="*/ 529447 h 3464703"/>
                <a:gd name="connsiteX294" fmla="*/ 565641 w 848348"/>
                <a:gd name="connsiteY294" fmla="*/ 530143 h 3464703"/>
                <a:gd name="connsiteX295" fmla="*/ 561407 w 848348"/>
                <a:gd name="connsiteY295" fmla="*/ 499375 h 3464703"/>
                <a:gd name="connsiteX296" fmla="*/ 566428 w 848348"/>
                <a:gd name="connsiteY296" fmla="*/ 498680 h 3464703"/>
                <a:gd name="connsiteX297" fmla="*/ 570669 w 848348"/>
                <a:gd name="connsiteY297" fmla="*/ 529447 h 3464703"/>
                <a:gd name="connsiteX298" fmla="*/ 559362 w 848348"/>
                <a:gd name="connsiteY298" fmla="*/ 447399 h 3464703"/>
                <a:gd name="connsiteX299" fmla="*/ 554340 w 848348"/>
                <a:gd name="connsiteY299" fmla="*/ 448095 h 3464703"/>
                <a:gd name="connsiteX300" fmla="*/ 548689 w 848348"/>
                <a:gd name="connsiteY300" fmla="*/ 407071 h 3464703"/>
                <a:gd name="connsiteX301" fmla="*/ 553711 w 848348"/>
                <a:gd name="connsiteY301" fmla="*/ 406375 h 3464703"/>
                <a:gd name="connsiteX302" fmla="*/ 559362 w 848348"/>
                <a:gd name="connsiteY302" fmla="*/ 447399 h 3464703"/>
                <a:gd name="connsiteX303" fmla="*/ 546651 w 848348"/>
                <a:gd name="connsiteY303" fmla="*/ 355095 h 3464703"/>
                <a:gd name="connsiteX304" fmla="*/ 541623 w 848348"/>
                <a:gd name="connsiteY304" fmla="*/ 355791 h 3464703"/>
                <a:gd name="connsiteX305" fmla="*/ 537388 w 848348"/>
                <a:gd name="connsiteY305" fmla="*/ 325023 h 3464703"/>
                <a:gd name="connsiteX306" fmla="*/ 542410 w 848348"/>
                <a:gd name="connsiteY306" fmla="*/ 324327 h 3464703"/>
                <a:gd name="connsiteX307" fmla="*/ 546651 w 848348"/>
                <a:gd name="connsiteY307" fmla="*/ 355095 h 3464703"/>
                <a:gd name="connsiteX308" fmla="*/ 535349 w 848348"/>
                <a:gd name="connsiteY308" fmla="*/ 273047 h 3464703"/>
                <a:gd name="connsiteX309" fmla="*/ 530322 w 848348"/>
                <a:gd name="connsiteY309" fmla="*/ 273743 h 3464703"/>
                <a:gd name="connsiteX310" fmla="*/ 526087 w 848348"/>
                <a:gd name="connsiteY310" fmla="*/ 242975 h 3464703"/>
                <a:gd name="connsiteX311" fmla="*/ 531108 w 848348"/>
                <a:gd name="connsiteY311" fmla="*/ 242279 h 3464703"/>
                <a:gd name="connsiteX312" fmla="*/ 535349 w 848348"/>
                <a:gd name="connsiteY312" fmla="*/ 273047 h 3464703"/>
                <a:gd name="connsiteX313" fmla="*/ 524042 w 848348"/>
                <a:gd name="connsiteY313" fmla="*/ 190999 h 3464703"/>
                <a:gd name="connsiteX314" fmla="*/ 519021 w 848348"/>
                <a:gd name="connsiteY314" fmla="*/ 191695 h 3464703"/>
                <a:gd name="connsiteX315" fmla="*/ 513370 w 848348"/>
                <a:gd name="connsiteY315" fmla="*/ 150671 h 3464703"/>
                <a:gd name="connsiteX316" fmla="*/ 518393 w 848348"/>
                <a:gd name="connsiteY316" fmla="*/ 149975 h 3464703"/>
                <a:gd name="connsiteX317" fmla="*/ 524042 w 848348"/>
                <a:gd name="connsiteY317" fmla="*/ 190999 h 3464703"/>
                <a:gd name="connsiteX318" fmla="*/ 511330 w 848348"/>
                <a:gd name="connsiteY318" fmla="*/ 98695 h 3464703"/>
                <a:gd name="connsiteX319" fmla="*/ 506307 w 848348"/>
                <a:gd name="connsiteY319" fmla="*/ 99390 h 3464703"/>
                <a:gd name="connsiteX320" fmla="*/ 502068 w 848348"/>
                <a:gd name="connsiteY320" fmla="*/ 68597 h 3464703"/>
                <a:gd name="connsiteX321" fmla="*/ 507091 w 848348"/>
                <a:gd name="connsiteY321" fmla="*/ 67927 h 3464703"/>
                <a:gd name="connsiteX322" fmla="*/ 511330 w 848348"/>
                <a:gd name="connsiteY322" fmla="*/ 98695 h 3464703"/>
                <a:gd name="connsiteX323" fmla="*/ 500027 w 848348"/>
                <a:gd name="connsiteY323" fmla="*/ 16647 h 3464703"/>
                <a:gd name="connsiteX324" fmla="*/ 495005 w 848348"/>
                <a:gd name="connsiteY324" fmla="*/ 17317 h 3464703"/>
                <a:gd name="connsiteX325" fmla="*/ 492885 w 848348"/>
                <a:gd name="connsiteY325" fmla="*/ 1933 h 3464703"/>
                <a:gd name="connsiteX326" fmla="*/ 497909 w 848348"/>
                <a:gd name="connsiteY326" fmla="*/ 1263 h 3464703"/>
                <a:gd name="connsiteX327" fmla="*/ 500027 w 848348"/>
                <a:gd name="connsiteY327" fmla="*/ 16647 h 3464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</a:cxnLst>
              <a:rect l="l" t="t" r="r" b="b"/>
              <a:pathLst>
                <a:path w="848348" h="3464703">
                  <a:moveTo>
                    <a:pt x="277877" y="3464678"/>
                  </a:moveTo>
                  <a:lnTo>
                    <a:pt x="272975" y="3465966"/>
                  </a:lnTo>
                  <a:lnTo>
                    <a:pt x="269002" y="3450943"/>
                  </a:lnTo>
                  <a:lnTo>
                    <a:pt x="273904" y="3449654"/>
                  </a:lnTo>
                  <a:lnTo>
                    <a:pt x="277877" y="3464678"/>
                  </a:lnTo>
                  <a:close/>
                  <a:moveTo>
                    <a:pt x="260658" y="3399612"/>
                  </a:moveTo>
                  <a:lnTo>
                    <a:pt x="255756" y="3400900"/>
                  </a:lnTo>
                  <a:lnTo>
                    <a:pt x="245160" y="3360881"/>
                  </a:lnTo>
                  <a:lnTo>
                    <a:pt x="250062" y="3359567"/>
                  </a:lnTo>
                  <a:lnTo>
                    <a:pt x="260658" y="3399612"/>
                  </a:lnTo>
                  <a:close/>
                  <a:moveTo>
                    <a:pt x="236816" y="3309524"/>
                  </a:moveTo>
                  <a:lnTo>
                    <a:pt x="231914" y="3310838"/>
                  </a:lnTo>
                  <a:lnTo>
                    <a:pt x="223967" y="3280791"/>
                  </a:lnTo>
                  <a:lnTo>
                    <a:pt x="228869" y="3279502"/>
                  </a:lnTo>
                  <a:lnTo>
                    <a:pt x="236816" y="3309524"/>
                  </a:lnTo>
                  <a:close/>
                  <a:moveTo>
                    <a:pt x="215624" y="3229460"/>
                  </a:moveTo>
                  <a:lnTo>
                    <a:pt x="210722" y="3230748"/>
                  </a:lnTo>
                  <a:lnTo>
                    <a:pt x="202775" y="3200727"/>
                  </a:lnTo>
                  <a:lnTo>
                    <a:pt x="207677" y="3199439"/>
                  </a:lnTo>
                  <a:lnTo>
                    <a:pt x="215624" y="3229460"/>
                  </a:lnTo>
                  <a:close/>
                  <a:moveTo>
                    <a:pt x="194431" y="3149395"/>
                  </a:moveTo>
                  <a:lnTo>
                    <a:pt x="189529" y="3150684"/>
                  </a:lnTo>
                  <a:lnTo>
                    <a:pt x="178933" y="3110665"/>
                  </a:lnTo>
                  <a:lnTo>
                    <a:pt x="183835" y="3109350"/>
                  </a:lnTo>
                  <a:lnTo>
                    <a:pt x="194431" y="3149395"/>
                  </a:lnTo>
                  <a:close/>
                  <a:moveTo>
                    <a:pt x="170589" y="3059308"/>
                  </a:moveTo>
                  <a:lnTo>
                    <a:pt x="165687" y="3060622"/>
                  </a:lnTo>
                  <a:lnTo>
                    <a:pt x="157740" y="3030601"/>
                  </a:lnTo>
                  <a:lnTo>
                    <a:pt x="162642" y="3029287"/>
                  </a:lnTo>
                  <a:lnTo>
                    <a:pt x="170589" y="3059308"/>
                  </a:lnTo>
                  <a:close/>
                  <a:moveTo>
                    <a:pt x="149396" y="2979243"/>
                  </a:moveTo>
                  <a:lnTo>
                    <a:pt x="144495" y="2980532"/>
                  </a:lnTo>
                  <a:lnTo>
                    <a:pt x="136547" y="2950511"/>
                  </a:lnTo>
                  <a:lnTo>
                    <a:pt x="141449" y="2949223"/>
                  </a:lnTo>
                  <a:lnTo>
                    <a:pt x="149396" y="2979243"/>
                  </a:lnTo>
                  <a:close/>
                  <a:moveTo>
                    <a:pt x="128203" y="2899180"/>
                  </a:moveTo>
                  <a:lnTo>
                    <a:pt x="123302" y="2900468"/>
                  </a:lnTo>
                  <a:lnTo>
                    <a:pt x="112705" y="2860449"/>
                  </a:lnTo>
                  <a:lnTo>
                    <a:pt x="117607" y="2859135"/>
                  </a:lnTo>
                  <a:lnTo>
                    <a:pt x="128203" y="2899180"/>
                  </a:lnTo>
                  <a:close/>
                  <a:moveTo>
                    <a:pt x="104362" y="2809091"/>
                  </a:moveTo>
                  <a:lnTo>
                    <a:pt x="99460" y="2810406"/>
                  </a:lnTo>
                  <a:lnTo>
                    <a:pt x="91513" y="2780385"/>
                  </a:lnTo>
                  <a:lnTo>
                    <a:pt x="96414" y="2779071"/>
                  </a:lnTo>
                  <a:lnTo>
                    <a:pt x="104362" y="2809091"/>
                  </a:lnTo>
                  <a:close/>
                  <a:moveTo>
                    <a:pt x="83168" y="2729028"/>
                  </a:moveTo>
                  <a:lnTo>
                    <a:pt x="78266" y="2730316"/>
                  </a:lnTo>
                  <a:lnTo>
                    <a:pt x="70319" y="2700295"/>
                  </a:lnTo>
                  <a:lnTo>
                    <a:pt x="75221" y="2699007"/>
                  </a:lnTo>
                  <a:lnTo>
                    <a:pt x="83168" y="2729028"/>
                  </a:lnTo>
                  <a:close/>
                  <a:moveTo>
                    <a:pt x="61976" y="2648964"/>
                  </a:moveTo>
                  <a:lnTo>
                    <a:pt x="57074" y="2650252"/>
                  </a:lnTo>
                  <a:lnTo>
                    <a:pt x="46478" y="2610233"/>
                  </a:lnTo>
                  <a:lnTo>
                    <a:pt x="51380" y="2608919"/>
                  </a:lnTo>
                  <a:lnTo>
                    <a:pt x="61976" y="2648964"/>
                  </a:lnTo>
                  <a:close/>
                  <a:moveTo>
                    <a:pt x="38134" y="2558876"/>
                  </a:moveTo>
                  <a:lnTo>
                    <a:pt x="33232" y="2560190"/>
                  </a:lnTo>
                  <a:lnTo>
                    <a:pt x="25284" y="2530143"/>
                  </a:lnTo>
                  <a:lnTo>
                    <a:pt x="30186" y="2528855"/>
                  </a:lnTo>
                  <a:lnTo>
                    <a:pt x="38134" y="2558876"/>
                  </a:lnTo>
                  <a:close/>
                  <a:moveTo>
                    <a:pt x="16960" y="2478838"/>
                  </a:moveTo>
                  <a:lnTo>
                    <a:pt x="12046" y="2480075"/>
                  </a:lnTo>
                  <a:cubicBezTo>
                    <a:pt x="9447" y="2469896"/>
                    <a:pt x="7367" y="2459666"/>
                    <a:pt x="5792" y="2449436"/>
                  </a:cubicBezTo>
                  <a:lnTo>
                    <a:pt x="10804" y="2448662"/>
                  </a:lnTo>
                  <a:cubicBezTo>
                    <a:pt x="12354" y="2458738"/>
                    <a:pt x="14402" y="2468814"/>
                    <a:pt x="16960" y="2478838"/>
                  </a:cubicBezTo>
                  <a:close/>
                  <a:moveTo>
                    <a:pt x="7163" y="2397485"/>
                  </a:moveTo>
                  <a:lnTo>
                    <a:pt x="2092" y="2397434"/>
                  </a:lnTo>
                  <a:cubicBezTo>
                    <a:pt x="2239" y="2383467"/>
                    <a:pt x="3299" y="2369578"/>
                    <a:pt x="5243" y="2355843"/>
                  </a:cubicBezTo>
                  <a:lnTo>
                    <a:pt x="10264" y="2356539"/>
                  </a:lnTo>
                  <a:cubicBezTo>
                    <a:pt x="8350" y="2370067"/>
                    <a:pt x="7306" y="2383725"/>
                    <a:pt x="7163" y="2397485"/>
                  </a:cubicBezTo>
                  <a:close/>
                  <a:moveTo>
                    <a:pt x="21556" y="2306521"/>
                  </a:moveTo>
                  <a:lnTo>
                    <a:pt x="16717" y="2305001"/>
                  </a:lnTo>
                  <a:cubicBezTo>
                    <a:pt x="19832" y="2295028"/>
                    <a:pt x="23431" y="2285236"/>
                    <a:pt x="27501" y="2275625"/>
                  </a:cubicBezTo>
                  <a:lnTo>
                    <a:pt x="32171" y="2277583"/>
                  </a:lnTo>
                  <a:cubicBezTo>
                    <a:pt x="28164" y="2287066"/>
                    <a:pt x="24622" y="2296703"/>
                    <a:pt x="21556" y="2306521"/>
                  </a:cubicBezTo>
                  <a:close/>
                  <a:moveTo>
                    <a:pt x="55939" y="2232126"/>
                  </a:moveTo>
                  <a:lnTo>
                    <a:pt x="51650" y="2229421"/>
                  </a:lnTo>
                  <a:cubicBezTo>
                    <a:pt x="57205" y="2220634"/>
                    <a:pt x="63201" y="2212078"/>
                    <a:pt x="69628" y="2203806"/>
                  </a:cubicBezTo>
                  <a:lnTo>
                    <a:pt x="73631" y="2206924"/>
                  </a:lnTo>
                  <a:cubicBezTo>
                    <a:pt x="67306" y="2215068"/>
                    <a:pt x="61405" y="2223468"/>
                    <a:pt x="55939" y="2232126"/>
                  </a:cubicBezTo>
                  <a:close/>
                  <a:moveTo>
                    <a:pt x="108306" y="2169122"/>
                  </a:moveTo>
                  <a:lnTo>
                    <a:pt x="104861" y="2165411"/>
                  </a:lnTo>
                  <a:cubicBezTo>
                    <a:pt x="112239" y="2158556"/>
                    <a:pt x="119982" y="2152037"/>
                    <a:pt x="128082" y="2145852"/>
                  </a:cubicBezTo>
                  <a:cubicBezTo>
                    <a:pt x="131102" y="2143533"/>
                    <a:pt x="134154" y="2141291"/>
                    <a:pt x="137237" y="2139100"/>
                  </a:cubicBezTo>
                  <a:lnTo>
                    <a:pt x="140173" y="2143250"/>
                  </a:lnTo>
                  <a:cubicBezTo>
                    <a:pt x="137138" y="2145389"/>
                    <a:pt x="134135" y="2147604"/>
                    <a:pt x="131162" y="2149872"/>
                  </a:cubicBezTo>
                  <a:cubicBezTo>
                    <a:pt x="123190" y="2155979"/>
                    <a:pt x="115568" y="2162396"/>
                    <a:pt x="108306" y="2169122"/>
                  </a:cubicBezTo>
                  <a:close/>
                  <a:moveTo>
                    <a:pt x="184269" y="2117017"/>
                  </a:moveTo>
                  <a:lnTo>
                    <a:pt x="182041" y="2112482"/>
                  </a:lnTo>
                  <a:cubicBezTo>
                    <a:pt x="191455" y="2107869"/>
                    <a:pt x="201052" y="2103746"/>
                    <a:pt x="210793" y="2100112"/>
                  </a:cubicBezTo>
                  <a:lnTo>
                    <a:pt x="212566" y="2104854"/>
                  </a:lnTo>
                  <a:cubicBezTo>
                    <a:pt x="202978" y="2108436"/>
                    <a:pt x="193534" y="2112507"/>
                    <a:pt x="184269" y="2117017"/>
                  </a:cubicBezTo>
                  <a:close/>
                  <a:moveTo>
                    <a:pt x="261926" y="2090913"/>
                  </a:moveTo>
                  <a:lnTo>
                    <a:pt x="260947" y="2085914"/>
                  </a:lnTo>
                  <a:cubicBezTo>
                    <a:pt x="271197" y="2083904"/>
                    <a:pt x="281531" y="2082409"/>
                    <a:pt x="291910" y="2081378"/>
                  </a:cubicBezTo>
                  <a:lnTo>
                    <a:pt x="292401" y="2086429"/>
                  </a:lnTo>
                  <a:cubicBezTo>
                    <a:pt x="282185" y="2087434"/>
                    <a:pt x="272014" y="2088928"/>
                    <a:pt x="261926" y="2090913"/>
                  </a:cubicBezTo>
                  <a:close/>
                  <a:moveTo>
                    <a:pt x="343692" y="2085630"/>
                  </a:moveTo>
                  <a:lnTo>
                    <a:pt x="344024" y="2080554"/>
                  </a:lnTo>
                  <a:cubicBezTo>
                    <a:pt x="357873" y="2081482"/>
                    <a:pt x="371690" y="2083285"/>
                    <a:pt x="385382" y="2085991"/>
                  </a:cubicBezTo>
                  <a:lnTo>
                    <a:pt x="384398" y="2090964"/>
                  </a:lnTo>
                  <a:cubicBezTo>
                    <a:pt x="370921" y="2088284"/>
                    <a:pt x="357323" y="2086506"/>
                    <a:pt x="343692" y="2085630"/>
                  </a:cubicBezTo>
                  <a:close/>
                  <a:moveTo>
                    <a:pt x="433738" y="2104983"/>
                  </a:moveTo>
                  <a:lnTo>
                    <a:pt x="435518" y="2100241"/>
                  </a:lnTo>
                  <a:cubicBezTo>
                    <a:pt x="445235" y="2103875"/>
                    <a:pt x="454825" y="2108024"/>
                    <a:pt x="464252" y="2112636"/>
                  </a:cubicBezTo>
                  <a:lnTo>
                    <a:pt x="462018" y="2117197"/>
                  </a:lnTo>
                  <a:cubicBezTo>
                    <a:pt x="452740" y="2112636"/>
                    <a:pt x="443302" y="2108565"/>
                    <a:pt x="433738" y="2104983"/>
                  </a:cubicBezTo>
                  <a:close/>
                  <a:moveTo>
                    <a:pt x="504841" y="2144667"/>
                  </a:moveTo>
                  <a:lnTo>
                    <a:pt x="508240" y="2140905"/>
                  </a:lnTo>
                  <a:cubicBezTo>
                    <a:pt x="516083" y="2147991"/>
                    <a:pt x="523115" y="2155902"/>
                    <a:pt x="529220" y="2164483"/>
                  </a:cubicBezTo>
                  <a:lnTo>
                    <a:pt x="525090" y="2167421"/>
                  </a:lnTo>
                  <a:cubicBezTo>
                    <a:pt x="519196" y="2159149"/>
                    <a:pt x="512410" y="2151521"/>
                    <a:pt x="504841" y="2144667"/>
                  </a:cubicBezTo>
                  <a:close/>
                  <a:moveTo>
                    <a:pt x="546507" y="2213212"/>
                  </a:moveTo>
                  <a:lnTo>
                    <a:pt x="551410" y="2211949"/>
                  </a:lnTo>
                  <a:cubicBezTo>
                    <a:pt x="551475" y="2212181"/>
                    <a:pt x="551541" y="2212439"/>
                    <a:pt x="551600" y="2212671"/>
                  </a:cubicBezTo>
                  <a:cubicBezTo>
                    <a:pt x="555061" y="2226199"/>
                    <a:pt x="556530" y="2239986"/>
                    <a:pt x="556064" y="2253695"/>
                  </a:cubicBezTo>
                  <a:lnTo>
                    <a:pt x="550997" y="2253515"/>
                  </a:lnTo>
                  <a:cubicBezTo>
                    <a:pt x="551443" y="2240295"/>
                    <a:pt x="550033" y="2226973"/>
                    <a:pt x="546690" y="2213933"/>
                  </a:cubicBezTo>
                  <a:cubicBezTo>
                    <a:pt x="546631" y="2213702"/>
                    <a:pt x="546566" y="2213470"/>
                    <a:pt x="546507" y="2213212"/>
                  </a:cubicBezTo>
                  <a:close/>
                  <a:moveTo>
                    <a:pt x="540187" y="2302913"/>
                  </a:moveTo>
                  <a:lnTo>
                    <a:pt x="544861" y="2304872"/>
                  </a:lnTo>
                  <a:cubicBezTo>
                    <a:pt x="542101" y="2311469"/>
                    <a:pt x="538837" y="2317885"/>
                    <a:pt x="535081" y="2324095"/>
                  </a:cubicBezTo>
                  <a:lnTo>
                    <a:pt x="529968" y="2332496"/>
                  </a:lnTo>
                  <a:lnTo>
                    <a:pt x="525634" y="2329868"/>
                  </a:lnTo>
                  <a:lnTo>
                    <a:pt x="530741" y="2321441"/>
                  </a:lnTo>
                  <a:cubicBezTo>
                    <a:pt x="534366" y="2315489"/>
                    <a:pt x="537519" y="2309278"/>
                    <a:pt x="540187" y="2302913"/>
                  </a:cubicBezTo>
                  <a:close/>
                  <a:moveTo>
                    <a:pt x="498783" y="2374139"/>
                  </a:moveTo>
                  <a:lnTo>
                    <a:pt x="503118" y="2376767"/>
                  </a:lnTo>
                  <a:lnTo>
                    <a:pt x="487009" y="2403335"/>
                  </a:lnTo>
                  <a:lnTo>
                    <a:pt x="482674" y="2400706"/>
                  </a:lnTo>
                  <a:lnTo>
                    <a:pt x="498783" y="2374139"/>
                  </a:lnTo>
                  <a:close/>
                  <a:moveTo>
                    <a:pt x="459780" y="2447580"/>
                  </a:moveTo>
                  <a:lnTo>
                    <a:pt x="464560" y="2449281"/>
                  </a:lnTo>
                  <a:cubicBezTo>
                    <a:pt x="459979" y="2462217"/>
                    <a:pt x="456637" y="2475488"/>
                    <a:pt x="454537" y="2488913"/>
                  </a:cubicBezTo>
                  <a:lnTo>
                    <a:pt x="449527" y="2488140"/>
                  </a:lnTo>
                  <a:cubicBezTo>
                    <a:pt x="451676" y="2474405"/>
                    <a:pt x="455094" y="2460825"/>
                    <a:pt x="459780" y="2447580"/>
                  </a:cubicBezTo>
                  <a:close/>
                  <a:moveTo>
                    <a:pt x="447449" y="2540322"/>
                  </a:moveTo>
                  <a:lnTo>
                    <a:pt x="452505" y="2539936"/>
                  </a:lnTo>
                  <a:cubicBezTo>
                    <a:pt x="453278" y="2550114"/>
                    <a:pt x="454754" y="2560268"/>
                    <a:pt x="456937" y="2570291"/>
                  </a:cubicBezTo>
                  <a:lnTo>
                    <a:pt x="451982" y="2571373"/>
                  </a:lnTo>
                  <a:cubicBezTo>
                    <a:pt x="449749" y="2561118"/>
                    <a:pt x="448239" y="2550733"/>
                    <a:pt x="447449" y="2540322"/>
                  </a:cubicBezTo>
                  <a:close/>
                  <a:moveTo>
                    <a:pt x="468905" y="2620799"/>
                  </a:moveTo>
                  <a:lnTo>
                    <a:pt x="473481" y="2618608"/>
                  </a:lnTo>
                  <a:cubicBezTo>
                    <a:pt x="475616" y="2623092"/>
                    <a:pt x="477909" y="2627498"/>
                    <a:pt x="480360" y="2631854"/>
                  </a:cubicBezTo>
                  <a:cubicBezTo>
                    <a:pt x="482954" y="2636466"/>
                    <a:pt x="485699" y="2640949"/>
                    <a:pt x="488587" y="2645331"/>
                  </a:cubicBezTo>
                  <a:lnTo>
                    <a:pt x="484356" y="2648113"/>
                  </a:lnTo>
                  <a:cubicBezTo>
                    <a:pt x="481403" y="2643655"/>
                    <a:pt x="478595" y="2639043"/>
                    <a:pt x="475941" y="2634353"/>
                  </a:cubicBezTo>
                  <a:cubicBezTo>
                    <a:pt x="473434" y="2629895"/>
                    <a:pt x="471089" y="2625360"/>
                    <a:pt x="468905" y="2620799"/>
                  </a:cubicBezTo>
                  <a:close/>
                  <a:moveTo>
                    <a:pt x="517988" y="2688081"/>
                  </a:moveTo>
                  <a:lnTo>
                    <a:pt x="521465" y="2684396"/>
                  </a:lnTo>
                  <a:cubicBezTo>
                    <a:pt x="531436" y="2693801"/>
                    <a:pt x="542226" y="2702202"/>
                    <a:pt x="553685" y="2709572"/>
                  </a:cubicBezTo>
                  <a:lnTo>
                    <a:pt x="550945" y="2713824"/>
                  </a:lnTo>
                  <a:cubicBezTo>
                    <a:pt x="539224" y="2706300"/>
                    <a:pt x="528184" y="2697693"/>
                    <a:pt x="517988" y="2688081"/>
                  </a:cubicBezTo>
                  <a:close/>
                  <a:moveTo>
                    <a:pt x="597854" y="2736810"/>
                  </a:moveTo>
                  <a:lnTo>
                    <a:pt x="599546" y="2732017"/>
                  </a:lnTo>
                  <a:cubicBezTo>
                    <a:pt x="609162" y="2735419"/>
                    <a:pt x="619041" y="2738176"/>
                    <a:pt x="629117" y="2740237"/>
                  </a:cubicBezTo>
                  <a:lnTo>
                    <a:pt x="628100" y="2745211"/>
                  </a:lnTo>
                  <a:cubicBezTo>
                    <a:pt x="617796" y="2743098"/>
                    <a:pt x="607694" y="2740289"/>
                    <a:pt x="597854" y="2736810"/>
                  </a:cubicBezTo>
                  <a:close/>
                  <a:moveTo>
                    <a:pt x="680169" y="2749643"/>
                  </a:moveTo>
                  <a:lnTo>
                    <a:pt x="679973" y="2744567"/>
                  </a:lnTo>
                  <a:cubicBezTo>
                    <a:pt x="690245" y="2744180"/>
                    <a:pt x="700386" y="2742866"/>
                    <a:pt x="710291" y="2740676"/>
                  </a:cubicBezTo>
                  <a:lnTo>
                    <a:pt x="711379" y="2745649"/>
                  </a:lnTo>
                  <a:cubicBezTo>
                    <a:pt x="701186" y="2747890"/>
                    <a:pt x="690743" y="2749230"/>
                    <a:pt x="680169" y="2749643"/>
                  </a:cubicBezTo>
                  <a:close/>
                  <a:moveTo>
                    <a:pt x="760268" y="2726966"/>
                  </a:moveTo>
                  <a:lnTo>
                    <a:pt x="757778" y="2722560"/>
                  </a:lnTo>
                  <a:cubicBezTo>
                    <a:pt x="769577" y="2715911"/>
                    <a:pt x="780623" y="2707872"/>
                    <a:pt x="790639" y="2698517"/>
                  </a:cubicBezTo>
                  <a:lnTo>
                    <a:pt x="794100" y="2702228"/>
                  </a:lnTo>
                  <a:cubicBezTo>
                    <a:pt x="783782" y="2711840"/>
                    <a:pt x="772415" y="2720138"/>
                    <a:pt x="760268" y="2726966"/>
                  </a:cubicBezTo>
                  <a:close/>
                  <a:moveTo>
                    <a:pt x="826687" y="2661281"/>
                  </a:moveTo>
                  <a:lnTo>
                    <a:pt x="822295" y="2658756"/>
                  </a:lnTo>
                  <a:cubicBezTo>
                    <a:pt x="827421" y="2649892"/>
                    <a:pt x="831728" y="2640615"/>
                    <a:pt x="835176" y="2631029"/>
                  </a:cubicBezTo>
                  <a:lnTo>
                    <a:pt x="839948" y="2632755"/>
                  </a:lnTo>
                  <a:cubicBezTo>
                    <a:pt x="836395" y="2642599"/>
                    <a:pt x="831964" y="2652159"/>
                    <a:pt x="826687" y="2661281"/>
                  </a:cubicBezTo>
                  <a:close/>
                  <a:moveTo>
                    <a:pt x="850227" y="2581450"/>
                  </a:moveTo>
                  <a:lnTo>
                    <a:pt x="845160" y="2581192"/>
                  </a:lnTo>
                  <a:cubicBezTo>
                    <a:pt x="845664" y="2571065"/>
                    <a:pt x="845271" y="2560860"/>
                    <a:pt x="843947" y="2550656"/>
                  </a:cubicBezTo>
                  <a:lnTo>
                    <a:pt x="848981" y="2550012"/>
                  </a:lnTo>
                  <a:cubicBezTo>
                    <a:pt x="850338" y="2560499"/>
                    <a:pt x="850738" y="2571013"/>
                    <a:pt x="850227" y="2581450"/>
                  </a:cubicBezTo>
                  <a:close/>
                  <a:moveTo>
                    <a:pt x="841915" y="2498705"/>
                  </a:moveTo>
                  <a:lnTo>
                    <a:pt x="836893" y="2499375"/>
                  </a:lnTo>
                  <a:lnTo>
                    <a:pt x="831243" y="2458352"/>
                  </a:lnTo>
                  <a:lnTo>
                    <a:pt x="836264" y="2457681"/>
                  </a:lnTo>
                  <a:lnTo>
                    <a:pt x="841915" y="2498705"/>
                  </a:lnTo>
                  <a:close/>
                  <a:moveTo>
                    <a:pt x="829204" y="2406402"/>
                  </a:moveTo>
                  <a:lnTo>
                    <a:pt x="824183" y="2407072"/>
                  </a:lnTo>
                  <a:lnTo>
                    <a:pt x="819941" y="2376303"/>
                  </a:lnTo>
                  <a:lnTo>
                    <a:pt x="824963" y="2375633"/>
                  </a:lnTo>
                  <a:lnTo>
                    <a:pt x="829204" y="2406402"/>
                  </a:lnTo>
                  <a:close/>
                  <a:moveTo>
                    <a:pt x="817903" y="2324328"/>
                  </a:moveTo>
                  <a:lnTo>
                    <a:pt x="812875" y="2325023"/>
                  </a:lnTo>
                  <a:lnTo>
                    <a:pt x="808640" y="2294255"/>
                  </a:lnTo>
                  <a:lnTo>
                    <a:pt x="813661" y="2293560"/>
                  </a:lnTo>
                  <a:lnTo>
                    <a:pt x="817903" y="2324328"/>
                  </a:lnTo>
                  <a:close/>
                  <a:moveTo>
                    <a:pt x="806595" y="2242279"/>
                  </a:moveTo>
                  <a:lnTo>
                    <a:pt x="801573" y="2242975"/>
                  </a:lnTo>
                  <a:lnTo>
                    <a:pt x="795923" y="2201951"/>
                  </a:lnTo>
                  <a:lnTo>
                    <a:pt x="800951" y="2201255"/>
                  </a:lnTo>
                  <a:lnTo>
                    <a:pt x="806595" y="2242279"/>
                  </a:lnTo>
                  <a:close/>
                  <a:moveTo>
                    <a:pt x="793884" y="2149976"/>
                  </a:moveTo>
                  <a:lnTo>
                    <a:pt x="788863" y="2150671"/>
                  </a:lnTo>
                  <a:lnTo>
                    <a:pt x="784621" y="2119903"/>
                  </a:lnTo>
                  <a:lnTo>
                    <a:pt x="789643" y="2119207"/>
                  </a:lnTo>
                  <a:lnTo>
                    <a:pt x="793884" y="2149976"/>
                  </a:lnTo>
                  <a:close/>
                  <a:moveTo>
                    <a:pt x="782583" y="2067927"/>
                  </a:moveTo>
                  <a:lnTo>
                    <a:pt x="777561" y="2068623"/>
                  </a:lnTo>
                  <a:lnTo>
                    <a:pt x="773320" y="2037855"/>
                  </a:lnTo>
                  <a:lnTo>
                    <a:pt x="778342" y="2037159"/>
                  </a:lnTo>
                  <a:lnTo>
                    <a:pt x="782583" y="2067927"/>
                  </a:lnTo>
                  <a:close/>
                  <a:moveTo>
                    <a:pt x="771281" y="1985879"/>
                  </a:moveTo>
                  <a:lnTo>
                    <a:pt x="766253" y="1986575"/>
                  </a:lnTo>
                  <a:lnTo>
                    <a:pt x="760603" y="1945551"/>
                  </a:lnTo>
                  <a:lnTo>
                    <a:pt x="765631" y="1944855"/>
                  </a:lnTo>
                  <a:lnTo>
                    <a:pt x="771281" y="1985879"/>
                  </a:lnTo>
                  <a:close/>
                  <a:moveTo>
                    <a:pt x="758564" y="1893575"/>
                  </a:moveTo>
                  <a:lnTo>
                    <a:pt x="753543" y="1894271"/>
                  </a:lnTo>
                  <a:lnTo>
                    <a:pt x="749301" y="1863502"/>
                  </a:lnTo>
                  <a:lnTo>
                    <a:pt x="754323" y="1862807"/>
                  </a:lnTo>
                  <a:lnTo>
                    <a:pt x="758564" y="1893575"/>
                  </a:lnTo>
                  <a:close/>
                  <a:moveTo>
                    <a:pt x="747263" y="1811501"/>
                  </a:moveTo>
                  <a:lnTo>
                    <a:pt x="742241" y="1812197"/>
                  </a:lnTo>
                  <a:lnTo>
                    <a:pt x="738000" y="1781429"/>
                  </a:lnTo>
                  <a:lnTo>
                    <a:pt x="743022" y="1780733"/>
                  </a:lnTo>
                  <a:lnTo>
                    <a:pt x="747263" y="1811501"/>
                  </a:lnTo>
                  <a:close/>
                  <a:moveTo>
                    <a:pt x="735961" y="1729453"/>
                  </a:moveTo>
                  <a:lnTo>
                    <a:pt x="730940" y="1730148"/>
                  </a:lnTo>
                  <a:lnTo>
                    <a:pt x="725283" y="1689125"/>
                  </a:lnTo>
                  <a:lnTo>
                    <a:pt x="730311" y="1688429"/>
                  </a:lnTo>
                  <a:lnTo>
                    <a:pt x="735961" y="1729453"/>
                  </a:lnTo>
                  <a:close/>
                  <a:moveTo>
                    <a:pt x="723244" y="1637149"/>
                  </a:moveTo>
                  <a:lnTo>
                    <a:pt x="718223" y="1637845"/>
                  </a:lnTo>
                  <a:lnTo>
                    <a:pt x="713981" y="1607076"/>
                  </a:lnTo>
                  <a:lnTo>
                    <a:pt x="719009" y="1606380"/>
                  </a:lnTo>
                  <a:lnTo>
                    <a:pt x="723244" y="1637149"/>
                  </a:lnTo>
                  <a:close/>
                  <a:moveTo>
                    <a:pt x="711943" y="1555101"/>
                  </a:moveTo>
                  <a:lnTo>
                    <a:pt x="706921" y="1555796"/>
                  </a:lnTo>
                  <a:lnTo>
                    <a:pt x="702680" y="1525028"/>
                  </a:lnTo>
                  <a:lnTo>
                    <a:pt x="707708" y="1524333"/>
                  </a:lnTo>
                  <a:lnTo>
                    <a:pt x="711943" y="1555101"/>
                  </a:lnTo>
                  <a:close/>
                  <a:moveTo>
                    <a:pt x="700641" y="1473052"/>
                  </a:moveTo>
                  <a:lnTo>
                    <a:pt x="695620" y="1473748"/>
                  </a:lnTo>
                  <a:lnTo>
                    <a:pt x="689969" y="1432724"/>
                  </a:lnTo>
                  <a:lnTo>
                    <a:pt x="694991" y="1432028"/>
                  </a:lnTo>
                  <a:lnTo>
                    <a:pt x="700641" y="1473052"/>
                  </a:lnTo>
                  <a:close/>
                  <a:moveTo>
                    <a:pt x="687924" y="1380749"/>
                  </a:moveTo>
                  <a:lnTo>
                    <a:pt x="682903" y="1381444"/>
                  </a:lnTo>
                  <a:lnTo>
                    <a:pt x="678662" y="1350676"/>
                  </a:lnTo>
                  <a:lnTo>
                    <a:pt x="683689" y="1349980"/>
                  </a:lnTo>
                  <a:lnTo>
                    <a:pt x="687924" y="1380749"/>
                  </a:lnTo>
                  <a:close/>
                  <a:moveTo>
                    <a:pt x="676623" y="1298700"/>
                  </a:moveTo>
                  <a:lnTo>
                    <a:pt x="671601" y="1299370"/>
                  </a:lnTo>
                  <a:lnTo>
                    <a:pt x="667360" y="1268602"/>
                  </a:lnTo>
                  <a:lnTo>
                    <a:pt x="672388" y="1267932"/>
                  </a:lnTo>
                  <a:lnTo>
                    <a:pt x="676623" y="1298700"/>
                  </a:lnTo>
                  <a:close/>
                  <a:moveTo>
                    <a:pt x="665321" y="1216652"/>
                  </a:moveTo>
                  <a:lnTo>
                    <a:pt x="660300" y="1217322"/>
                  </a:lnTo>
                  <a:lnTo>
                    <a:pt x="654649" y="1176298"/>
                  </a:lnTo>
                  <a:lnTo>
                    <a:pt x="659671" y="1175628"/>
                  </a:lnTo>
                  <a:lnTo>
                    <a:pt x="665321" y="1216652"/>
                  </a:lnTo>
                  <a:close/>
                  <a:moveTo>
                    <a:pt x="652604" y="1124322"/>
                  </a:moveTo>
                  <a:lnTo>
                    <a:pt x="647583" y="1125018"/>
                  </a:lnTo>
                  <a:lnTo>
                    <a:pt x="643348" y="1094250"/>
                  </a:lnTo>
                  <a:lnTo>
                    <a:pt x="648369" y="1093554"/>
                  </a:lnTo>
                  <a:lnTo>
                    <a:pt x="652604" y="1124322"/>
                  </a:lnTo>
                  <a:close/>
                  <a:moveTo>
                    <a:pt x="641303" y="1042274"/>
                  </a:moveTo>
                  <a:lnTo>
                    <a:pt x="636281" y="1042970"/>
                  </a:lnTo>
                  <a:lnTo>
                    <a:pt x="632040" y="1012202"/>
                  </a:lnTo>
                  <a:lnTo>
                    <a:pt x="637068" y="1011506"/>
                  </a:lnTo>
                  <a:lnTo>
                    <a:pt x="641303" y="1042274"/>
                  </a:lnTo>
                  <a:close/>
                  <a:moveTo>
                    <a:pt x="630001" y="960226"/>
                  </a:moveTo>
                  <a:lnTo>
                    <a:pt x="624980" y="960922"/>
                  </a:lnTo>
                  <a:lnTo>
                    <a:pt x="619329" y="919898"/>
                  </a:lnTo>
                  <a:lnTo>
                    <a:pt x="624351" y="919202"/>
                  </a:lnTo>
                  <a:lnTo>
                    <a:pt x="630001" y="960226"/>
                  </a:lnTo>
                  <a:close/>
                  <a:moveTo>
                    <a:pt x="617291" y="867922"/>
                  </a:moveTo>
                  <a:lnTo>
                    <a:pt x="612263" y="868617"/>
                  </a:lnTo>
                  <a:lnTo>
                    <a:pt x="608028" y="837850"/>
                  </a:lnTo>
                  <a:lnTo>
                    <a:pt x="613049" y="837154"/>
                  </a:lnTo>
                  <a:lnTo>
                    <a:pt x="617291" y="867922"/>
                  </a:lnTo>
                  <a:close/>
                  <a:moveTo>
                    <a:pt x="605983" y="785874"/>
                  </a:moveTo>
                  <a:lnTo>
                    <a:pt x="600961" y="786569"/>
                  </a:lnTo>
                  <a:lnTo>
                    <a:pt x="596727" y="755801"/>
                  </a:lnTo>
                  <a:lnTo>
                    <a:pt x="601748" y="755106"/>
                  </a:lnTo>
                  <a:lnTo>
                    <a:pt x="605983" y="785874"/>
                  </a:lnTo>
                  <a:close/>
                  <a:moveTo>
                    <a:pt x="594681" y="703826"/>
                  </a:moveTo>
                  <a:lnTo>
                    <a:pt x="589660" y="704521"/>
                  </a:lnTo>
                  <a:lnTo>
                    <a:pt x="584009" y="663497"/>
                  </a:lnTo>
                  <a:lnTo>
                    <a:pt x="589031" y="662801"/>
                  </a:lnTo>
                  <a:lnTo>
                    <a:pt x="594681" y="703826"/>
                  </a:lnTo>
                  <a:close/>
                  <a:moveTo>
                    <a:pt x="581971" y="611495"/>
                  </a:moveTo>
                  <a:lnTo>
                    <a:pt x="576943" y="612191"/>
                  </a:lnTo>
                  <a:lnTo>
                    <a:pt x="572708" y="581423"/>
                  </a:lnTo>
                  <a:lnTo>
                    <a:pt x="577729" y="580728"/>
                  </a:lnTo>
                  <a:lnTo>
                    <a:pt x="581971" y="611495"/>
                  </a:lnTo>
                  <a:close/>
                  <a:moveTo>
                    <a:pt x="570669" y="529447"/>
                  </a:moveTo>
                  <a:lnTo>
                    <a:pt x="565641" y="530143"/>
                  </a:lnTo>
                  <a:lnTo>
                    <a:pt x="561407" y="499375"/>
                  </a:lnTo>
                  <a:lnTo>
                    <a:pt x="566428" y="498680"/>
                  </a:lnTo>
                  <a:lnTo>
                    <a:pt x="570669" y="529447"/>
                  </a:lnTo>
                  <a:close/>
                  <a:moveTo>
                    <a:pt x="559362" y="447399"/>
                  </a:moveTo>
                  <a:lnTo>
                    <a:pt x="554340" y="448095"/>
                  </a:lnTo>
                  <a:lnTo>
                    <a:pt x="548689" y="407071"/>
                  </a:lnTo>
                  <a:lnTo>
                    <a:pt x="553711" y="406375"/>
                  </a:lnTo>
                  <a:lnTo>
                    <a:pt x="559362" y="447399"/>
                  </a:lnTo>
                  <a:close/>
                  <a:moveTo>
                    <a:pt x="546651" y="355095"/>
                  </a:moveTo>
                  <a:lnTo>
                    <a:pt x="541623" y="355791"/>
                  </a:lnTo>
                  <a:lnTo>
                    <a:pt x="537388" y="325023"/>
                  </a:lnTo>
                  <a:lnTo>
                    <a:pt x="542410" y="324327"/>
                  </a:lnTo>
                  <a:lnTo>
                    <a:pt x="546651" y="355095"/>
                  </a:lnTo>
                  <a:close/>
                  <a:moveTo>
                    <a:pt x="535349" y="273047"/>
                  </a:moveTo>
                  <a:lnTo>
                    <a:pt x="530322" y="273743"/>
                  </a:lnTo>
                  <a:lnTo>
                    <a:pt x="526087" y="242975"/>
                  </a:lnTo>
                  <a:lnTo>
                    <a:pt x="531108" y="242279"/>
                  </a:lnTo>
                  <a:lnTo>
                    <a:pt x="535349" y="273047"/>
                  </a:lnTo>
                  <a:close/>
                  <a:moveTo>
                    <a:pt x="524042" y="190999"/>
                  </a:moveTo>
                  <a:lnTo>
                    <a:pt x="519021" y="191695"/>
                  </a:lnTo>
                  <a:lnTo>
                    <a:pt x="513370" y="150671"/>
                  </a:lnTo>
                  <a:lnTo>
                    <a:pt x="518393" y="149975"/>
                  </a:lnTo>
                  <a:lnTo>
                    <a:pt x="524042" y="190999"/>
                  </a:lnTo>
                  <a:close/>
                  <a:moveTo>
                    <a:pt x="511330" y="98695"/>
                  </a:moveTo>
                  <a:lnTo>
                    <a:pt x="506307" y="99390"/>
                  </a:lnTo>
                  <a:lnTo>
                    <a:pt x="502068" y="68597"/>
                  </a:lnTo>
                  <a:lnTo>
                    <a:pt x="507091" y="67927"/>
                  </a:lnTo>
                  <a:lnTo>
                    <a:pt x="511330" y="98695"/>
                  </a:lnTo>
                  <a:close/>
                  <a:moveTo>
                    <a:pt x="500027" y="16647"/>
                  </a:moveTo>
                  <a:lnTo>
                    <a:pt x="495005" y="17317"/>
                  </a:lnTo>
                  <a:lnTo>
                    <a:pt x="492885" y="1933"/>
                  </a:lnTo>
                  <a:lnTo>
                    <a:pt x="497909" y="1263"/>
                  </a:lnTo>
                  <a:lnTo>
                    <a:pt x="500027" y="16647"/>
                  </a:lnTo>
                  <a:close/>
                </a:path>
              </a:pathLst>
            </a:custGeom>
            <a:solidFill>
              <a:srgbClr val="FFFFFF"/>
            </a:solidFill>
            <a:ln w="161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A0AF63-48BF-449C-9451-5FFE27C8465F}"/>
              </a:ext>
            </a:extLst>
          </p:cNvPr>
          <p:cNvGrpSpPr/>
          <p:nvPr/>
        </p:nvGrpSpPr>
        <p:grpSpPr>
          <a:xfrm>
            <a:off x="8832083" y="1633190"/>
            <a:ext cx="2664592" cy="2634787"/>
            <a:chOff x="1054594" y="3673938"/>
            <a:chExt cx="2664592" cy="2634787"/>
          </a:xfrm>
        </p:grpSpPr>
        <p:sp>
          <p:nvSpPr>
            <p:cNvPr id="5" name="Google Shape;294;p16">
              <a:extLst>
                <a:ext uri="{FF2B5EF4-FFF2-40B4-BE49-F238E27FC236}">
                  <a16:creationId xmlns:a16="http://schemas.microsoft.com/office/drawing/2014/main" id="{39118DA7-AD81-4A1D-B64C-623A0BD95CC5}"/>
                </a:ext>
              </a:extLst>
            </p:cNvPr>
            <p:cNvSpPr/>
            <p:nvPr/>
          </p:nvSpPr>
          <p:spPr>
            <a:xfrm>
              <a:off x="1054594" y="3673938"/>
              <a:ext cx="2664592" cy="2634787"/>
            </a:xfrm>
            <a:prstGeom prst="roundRect">
              <a:avLst>
                <a:gd name="adj" fmla="val 6777"/>
              </a:avLst>
            </a:prstGeom>
            <a:solidFill>
              <a:schemeClr val="accent2"/>
            </a:solidFill>
            <a:ln w="952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12FA384-3366-44CD-BB3B-734B0BC6C59E}"/>
                </a:ext>
              </a:extLst>
            </p:cNvPr>
            <p:cNvGrpSpPr/>
            <p:nvPr/>
          </p:nvGrpSpPr>
          <p:grpSpPr>
            <a:xfrm>
              <a:off x="1184567" y="3814458"/>
              <a:ext cx="1453462" cy="595389"/>
              <a:chOff x="4661588" y="689795"/>
              <a:chExt cx="1453462" cy="595389"/>
            </a:xfrm>
          </p:grpSpPr>
          <p:sp>
            <p:nvSpPr>
              <p:cNvPr id="7" name="Google Shape;295;p16">
                <a:extLst>
                  <a:ext uri="{FF2B5EF4-FFF2-40B4-BE49-F238E27FC236}">
                    <a16:creationId xmlns:a16="http://schemas.microsoft.com/office/drawing/2014/main" id="{6D6428EF-AE05-4A7E-B254-9188D7D20EF4}"/>
                  </a:ext>
                </a:extLst>
              </p:cNvPr>
              <p:cNvSpPr txBox="1"/>
              <p:nvPr/>
            </p:nvSpPr>
            <p:spPr>
              <a:xfrm>
                <a:off x="4661588" y="689795"/>
                <a:ext cx="1453462" cy="3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b" anchorCtr="0">
                <a:spAutoFit/>
              </a:bodyPr>
              <a:lstStyle/>
              <a:p>
                <a:r>
                  <a:rPr lang="en-GB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>Data Project B</a:t>
                </a:r>
                <a:endParaRPr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8" name="Google Shape;296;p16">
                <a:extLst>
                  <a:ext uri="{FF2B5EF4-FFF2-40B4-BE49-F238E27FC236}">
                    <a16:creationId xmlns:a16="http://schemas.microsoft.com/office/drawing/2014/main" id="{071AB7B6-5127-410F-8343-22F8B86FE997}"/>
                  </a:ext>
                </a:extLst>
              </p:cNvPr>
              <p:cNvSpPr txBox="1"/>
              <p:nvPr/>
            </p:nvSpPr>
            <p:spPr>
              <a:xfrm>
                <a:off x="4661588" y="1008240"/>
                <a:ext cx="1266533" cy="276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r>
                  <a:rPr lang="en-GB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cs typeface="Arial" panose="020B0604020202020204" pitchFamily="34" charset="0"/>
                  </a:rPr>
                  <a:t>28 February 2026</a:t>
                </a:r>
                <a:endParaRPr sz="10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" name="Google Shape;297;p16">
              <a:extLst>
                <a:ext uri="{FF2B5EF4-FFF2-40B4-BE49-F238E27FC236}">
                  <a16:creationId xmlns:a16="http://schemas.microsoft.com/office/drawing/2014/main" id="{66CB4A1B-C421-42BC-83D1-1F9ACBEA557F}"/>
                </a:ext>
              </a:extLst>
            </p:cNvPr>
            <p:cNvSpPr txBox="1"/>
            <p:nvPr/>
          </p:nvSpPr>
          <p:spPr>
            <a:xfrm>
              <a:off x="2829216" y="3948064"/>
              <a:ext cx="789074" cy="3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rPr>
                <a:t>(88%)</a:t>
              </a:r>
              <a:endPara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" name="Google Shape;298;p16">
              <a:extLst>
                <a:ext uri="{FF2B5EF4-FFF2-40B4-BE49-F238E27FC236}">
                  <a16:creationId xmlns:a16="http://schemas.microsoft.com/office/drawing/2014/main" id="{C9DAAFB1-8899-4D90-9A8F-26D3C96A5DCF}"/>
                </a:ext>
              </a:extLst>
            </p:cNvPr>
            <p:cNvSpPr/>
            <p:nvPr/>
          </p:nvSpPr>
          <p:spPr>
            <a:xfrm>
              <a:off x="1722448" y="4675648"/>
              <a:ext cx="1372332" cy="1351869"/>
            </a:xfrm>
            <a:prstGeom prst="arc">
              <a:avLst>
                <a:gd name="adj1" fmla="val 7657406"/>
                <a:gd name="adj2" fmla="val 3598278"/>
              </a:avLst>
            </a:prstGeom>
            <a:noFill/>
            <a:ln w="127000" cap="rnd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sp>
          <p:nvSpPr>
            <p:cNvPr id="11" name="Google Shape;299;p16">
              <a:extLst>
                <a:ext uri="{FF2B5EF4-FFF2-40B4-BE49-F238E27FC236}">
                  <a16:creationId xmlns:a16="http://schemas.microsoft.com/office/drawing/2014/main" id="{897FBE22-1314-48B0-A5F1-00AE8A93AD6D}"/>
                </a:ext>
              </a:extLst>
            </p:cNvPr>
            <p:cNvSpPr/>
            <p:nvPr/>
          </p:nvSpPr>
          <p:spPr>
            <a:xfrm>
              <a:off x="1911298" y="4854264"/>
              <a:ext cx="999556" cy="98532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outerShdw blurRad="314325" dist="76200" dir="5400000" algn="t" rotWithShape="0">
                <a:srgbClr val="000000">
                  <a:alpha val="15000"/>
                </a:srgbClr>
              </a:outerShdw>
            </a:effectLst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sp>
          <p:nvSpPr>
            <p:cNvPr id="12" name="Google Shape;300;p16">
              <a:extLst>
                <a:ext uri="{FF2B5EF4-FFF2-40B4-BE49-F238E27FC236}">
                  <a16:creationId xmlns:a16="http://schemas.microsoft.com/office/drawing/2014/main" id="{7F200381-D42A-4B11-A0D5-5DF583115545}"/>
                </a:ext>
              </a:extLst>
            </p:cNvPr>
            <p:cNvSpPr txBox="1"/>
            <p:nvPr/>
          </p:nvSpPr>
          <p:spPr>
            <a:xfrm>
              <a:off x="1847464" y="5177675"/>
              <a:ext cx="1127224" cy="3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accent2"/>
                  </a:solidFill>
                  <a:latin typeface="+mj-lt"/>
                  <a:cs typeface="Arial" panose="020B0604020202020204" pitchFamily="34" charset="0"/>
                </a:rPr>
                <a:t>8743+</a:t>
              </a:r>
              <a:endParaRPr sz="1400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3" name="Google Shape;301;p16">
              <a:extLst>
                <a:ext uri="{FF2B5EF4-FFF2-40B4-BE49-F238E27FC236}">
                  <a16:creationId xmlns:a16="http://schemas.microsoft.com/office/drawing/2014/main" id="{2946046E-EB26-494E-B5C6-263F9EE3F1F4}"/>
                </a:ext>
              </a:extLst>
            </p:cNvPr>
            <p:cNvSpPr/>
            <p:nvPr/>
          </p:nvSpPr>
          <p:spPr>
            <a:xfrm>
              <a:off x="1722448" y="4675648"/>
              <a:ext cx="1372332" cy="1351869"/>
            </a:xfrm>
            <a:prstGeom prst="arc">
              <a:avLst>
                <a:gd name="adj1" fmla="val 7634344"/>
                <a:gd name="adj2" fmla="val 261842"/>
              </a:avLst>
            </a:prstGeom>
            <a:noFill/>
            <a:ln w="127000" cap="rnd" cmpd="sng">
              <a:solidFill>
                <a:schemeClr val="tx1">
                  <a:lumMod val="95000"/>
                  <a:lumOff val="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411595-58D0-45BC-A04C-CE6C93763F15}"/>
              </a:ext>
            </a:extLst>
          </p:cNvPr>
          <p:cNvGrpSpPr/>
          <p:nvPr/>
        </p:nvGrpSpPr>
        <p:grpSpPr>
          <a:xfrm>
            <a:off x="5471132" y="2140538"/>
            <a:ext cx="2664592" cy="2634787"/>
            <a:chOff x="1054594" y="3673938"/>
            <a:chExt cx="2664592" cy="2634787"/>
          </a:xfrm>
        </p:grpSpPr>
        <p:sp>
          <p:nvSpPr>
            <p:cNvPr id="16" name="Google Shape;294;p16">
              <a:extLst>
                <a:ext uri="{FF2B5EF4-FFF2-40B4-BE49-F238E27FC236}">
                  <a16:creationId xmlns:a16="http://schemas.microsoft.com/office/drawing/2014/main" id="{23C223E4-92A8-42D3-8837-9F4303564997}"/>
                </a:ext>
              </a:extLst>
            </p:cNvPr>
            <p:cNvSpPr/>
            <p:nvPr/>
          </p:nvSpPr>
          <p:spPr>
            <a:xfrm>
              <a:off x="1054594" y="3673938"/>
              <a:ext cx="2664592" cy="2634787"/>
            </a:xfrm>
            <a:prstGeom prst="roundRect">
              <a:avLst>
                <a:gd name="adj" fmla="val 6777"/>
              </a:avLst>
            </a:prstGeom>
            <a:solidFill>
              <a:schemeClr val="accent1"/>
            </a:solidFill>
            <a:ln w="952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CD523BA-59A2-46DA-B62B-04864EC19F7E}"/>
                </a:ext>
              </a:extLst>
            </p:cNvPr>
            <p:cNvGrpSpPr/>
            <p:nvPr/>
          </p:nvGrpSpPr>
          <p:grpSpPr>
            <a:xfrm>
              <a:off x="1184567" y="3814458"/>
              <a:ext cx="1453462" cy="595389"/>
              <a:chOff x="4661588" y="689795"/>
              <a:chExt cx="1453462" cy="595389"/>
            </a:xfrm>
          </p:grpSpPr>
          <p:sp>
            <p:nvSpPr>
              <p:cNvPr id="23" name="Google Shape;295;p16">
                <a:extLst>
                  <a:ext uri="{FF2B5EF4-FFF2-40B4-BE49-F238E27FC236}">
                    <a16:creationId xmlns:a16="http://schemas.microsoft.com/office/drawing/2014/main" id="{4C85C15B-9120-4841-A549-0584C554B32D}"/>
                  </a:ext>
                </a:extLst>
              </p:cNvPr>
              <p:cNvSpPr txBox="1"/>
              <p:nvPr/>
            </p:nvSpPr>
            <p:spPr>
              <a:xfrm>
                <a:off x="4661588" y="689795"/>
                <a:ext cx="1453462" cy="3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b" anchorCtr="0">
                <a:spAutoFit/>
              </a:bodyPr>
              <a:lstStyle/>
              <a:p>
                <a:r>
                  <a:rPr lang="en-GB" sz="14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Data Project A</a:t>
                </a:r>
                <a:endParaRPr sz="1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4" name="Google Shape;296;p16">
                <a:extLst>
                  <a:ext uri="{FF2B5EF4-FFF2-40B4-BE49-F238E27FC236}">
                    <a16:creationId xmlns:a16="http://schemas.microsoft.com/office/drawing/2014/main" id="{E9695888-7E5C-46CA-8C36-4E1BF77963CE}"/>
                  </a:ext>
                </a:extLst>
              </p:cNvPr>
              <p:cNvSpPr txBox="1"/>
              <p:nvPr/>
            </p:nvSpPr>
            <p:spPr>
              <a:xfrm>
                <a:off x="4661588" y="1008240"/>
                <a:ext cx="1266533" cy="276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r>
                  <a:rPr lang="en-GB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15 February 2026</a:t>
                </a:r>
                <a:endParaRPr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" name="Google Shape;297;p16">
              <a:extLst>
                <a:ext uri="{FF2B5EF4-FFF2-40B4-BE49-F238E27FC236}">
                  <a16:creationId xmlns:a16="http://schemas.microsoft.com/office/drawing/2014/main" id="{98A947C5-60B8-4D4D-8A17-D397CE7296F4}"/>
                </a:ext>
              </a:extLst>
            </p:cNvPr>
            <p:cNvSpPr txBox="1"/>
            <p:nvPr/>
          </p:nvSpPr>
          <p:spPr>
            <a:xfrm>
              <a:off x="2829216" y="3948064"/>
              <a:ext cx="789074" cy="3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(68%)</a:t>
              </a:r>
              <a:endParaRPr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9" name="Google Shape;298;p16">
              <a:extLst>
                <a:ext uri="{FF2B5EF4-FFF2-40B4-BE49-F238E27FC236}">
                  <a16:creationId xmlns:a16="http://schemas.microsoft.com/office/drawing/2014/main" id="{DAA640EB-4576-42F3-9C64-8ABAFDD3DB16}"/>
                </a:ext>
              </a:extLst>
            </p:cNvPr>
            <p:cNvSpPr/>
            <p:nvPr/>
          </p:nvSpPr>
          <p:spPr>
            <a:xfrm>
              <a:off x="1722448" y="4675648"/>
              <a:ext cx="1372332" cy="1351869"/>
            </a:xfrm>
            <a:prstGeom prst="arc">
              <a:avLst>
                <a:gd name="adj1" fmla="val 7657406"/>
                <a:gd name="adj2" fmla="val 3598278"/>
              </a:avLst>
            </a:prstGeom>
            <a:noFill/>
            <a:ln w="127000" cap="rnd" cmpd="sng">
              <a:solidFill>
                <a:srgbClr val="2C2C2C">
                  <a:alpha val="98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sp>
          <p:nvSpPr>
            <p:cNvPr id="20" name="Google Shape;299;p16">
              <a:extLst>
                <a:ext uri="{FF2B5EF4-FFF2-40B4-BE49-F238E27FC236}">
                  <a16:creationId xmlns:a16="http://schemas.microsoft.com/office/drawing/2014/main" id="{E5843EC0-53A8-4173-909C-B470ED596E14}"/>
                </a:ext>
              </a:extLst>
            </p:cNvPr>
            <p:cNvSpPr/>
            <p:nvPr/>
          </p:nvSpPr>
          <p:spPr>
            <a:xfrm>
              <a:off x="1911298" y="4854264"/>
              <a:ext cx="999556" cy="9853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dist="76200" dir="5400000" algn="t" rotWithShape="0">
                <a:srgbClr val="000000">
                  <a:alpha val="15000"/>
                </a:srgbClr>
              </a:outerShdw>
            </a:effectLst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sp>
          <p:nvSpPr>
            <p:cNvPr id="21" name="Google Shape;300;p16">
              <a:extLst>
                <a:ext uri="{FF2B5EF4-FFF2-40B4-BE49-F238E27FC236}">
                  <a16:creationId xmlns:a16="http://schemas.microsoft.com/office/drawing/2014/main" id="{B6380081-DD09-4127-A1E4-3DC550986FA5}"/>
                </a:ext>
              </a:extLst>
            </p:cNvPr>
            <p:cNvSpPr txBox="1"/>
            <p:nvPr/>
          </p:nvSpPr>
          <p:spPr>
            <a:xfrm>
              <a:off x="1847464" y="5177675"/>
              <a:ext cx="1127224" cy="3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accent1"/>
                  </a:solidFill>
                  <a:latin typeface="+mj-lt"/>
                  <a:cs typeface="Arial" panose="020B0604020202020204" pitchFamily="34" charset="0"/>
                </a:rPr>
                <a:t>6792+</a:t>
              </a:r>
              <a:endParaRPr sz="140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2" name="Google Shape;301;p16">
              <a:extLst>
                <a:ext uri="{FF2B5EF4-FFF2-40B4-BE49-F238E27FC236}">
                  <a16:creationId xmlns:a16="http://schemas.microsoft.com/office/drawing/2014/main" id="{0298A49D-B0BF-4D1C-8490-8135896402B2}"/>
                </a:ext>
              </a:extLst>
            </p:cNvPr>
            <p:cNvSpPr/>
            <p:nvPr/>
          </p:nvSpPr>
          <p:spPr>
            <a:xfrm>
              <a:off x="1722448" y="4675648"/>
              <a:ext cx="1372332" cy="1351869"/>
            </a:xfrm>
            <a:prstGeom prst="arc">
              <a:avLst>
                <a:gd name="adj1" fmla="val 7634344"/>
                <a:gd name="adj2" fmla="val 18603605"/>
              </a:avLst>
            </a:prstGeom>
            <a:noFill/>
            <a:ln w="127000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194E949-2122-4859-A3CD-E893AC918A1B}"/>
              </a:ext>
            </a:extLst>
          </p:cNvPr>
          <p:cNvSpPr txBox="1"/>
          <p:nvPr/>
        </p:nvSpPr>
        <p:spPr>
          <a:xfrm>
            <a:off x="580457" y="985294"/>
            <a:ext cx="3910117" cy="1592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Roadmaps Infographic</a:t>
            </a:r>
          </a:p>
        </p:txBody>
      </p:sp>
      <p:grpSp>
        <p:nvGrpSpPr>
          <p:cNvPr id="26" name="Graphic 4">
            <a:extLst>
              <a:ext uri="{FF2B5EF4-FFF2-40B4-BE49-F238E27FC236}">
                <a16:creationId xmlns:a16="http://schemas.microsoft.com/office/drawing/2014/main" id="{E017D278-5713-42D3-9EED-D1BC3D30EFEF}"/>
              </a:ext>
            </a:extLst>
          </p:cNvPr>
          <p:cNvGrpSpPr/>
          <p:nvPr/>
        </p:nvGrpSpPr>
        <p:grpSpPr>
          <a:xfrm>
            <a:off x="6637184" y="5052022"/>
            <a:ext cx="375935" cy="564800"/>
            <a:chOff x="9268674" y="75498"/>
            <a:chExt cx="614121" cy="92264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5E472C8-3E2B-41B5-A44D-6EB5A6B8374B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024266F-EC47-4A59-9636-8D2CEFF2926B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75517A8-E34F-4467-A3CA-42B28213A975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aphic 4">
            <a:extLst>
              <a:ext uri="{FF2B5EF4-FFF2-40B4-BE49-F238E27FC236}">
                <a16:creationId xmlns:a16="http://schemas.microsoft.com/office/drawing/2014/main" id="{21FFBF18-E823-4FC8-8391-68DDD4DC11A9}"/>
              </a:ext>
            </a:extLst>
          </p:cNvPr>
          <p:cNvGrpSpPr/>
          <p:nvPr/>
        </p:nvGrpSpPr>
        <p:grpSpPr>
          <a:xfrm>
            <a:off x="10164379" y="4562217"/>
            <a:ext cx="375935" cy="564800"/>
            <a:chOff x="9268674" y="75498"/>
            <a:chExt cx="614121" cy="922647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3DB9F3D-E0CD-46A5-ADC4-22F947A9B47C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9512AC-F61A-42EC-8440-4F7C9BB58687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382401C-CCB4-4AFA-B52B-4C09B1DA8421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6682E36-A2D5-48F6-9A61-0A4649D7DA73}"/>
              </a:ext>
            </a:extLst>
          </p:cNvPr>
          <p:cNvSpPr txBox="1"/>
          <p:nvPr/>
        </p:nvSpPr>
        <p:spPr>
          <a:xfrm>
            <a:off x="618741" y="5931431"/>
            <a:ext cx="1143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2026</a:t>
            </a:r>
            <a:endParaRPr lang="en-ID" sz="2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84730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9DA616-E31E-4E24-A0FA-E89C3E62BD60}"/>
              </a:ext>
            </a:extLst>
          </p:cNvPr>
          <p:cNvGrpSpPr/>
          <p:nvPr/>
        </p:nvGrpSpPr>
        <p:grpSpPr>
          <a:xfrm>
            <a:off x="5645235" y="1"/>
            <a:ext cx="901530" cy="6858000"/>
            <a:chOff x="6633557" y="103634"/>
            <a:chExt cx="132961" cy="1011451"/>
          </a:xfrm>
        </p:grpSpPr>
        <p:sp>
          <p:nvSpPr>
            <p:cNvPr id="3" name="Freeform: Shape 41">
              <a:extLst>
                <a:ext uri="{FF2B5EF4-FFF2-40B4-BE49-F238E27FC236}">
                  <a16:creationId xmlns:a16="http://schemas.microsoft.com/office/drawing/2014/main" id="{93BDD0E2-9DB5-4712-87D8-7146AFD1B297}"/>
                </a:ext>
              </a:extLst>
            </p:cNvPr>
            <p:cNvSpPr/>
            <p:nvPr/>
          </p:nvSpPr>
          <p:spPr>
            <a:xfrm>
              <a:off x="6633557" y="103634"/>
              <a:ext cx="132961" cy="1011451"/>
            </a:xfrm>
            <a:custGeom>
              <a:avLst/>
              <a:gdLst>
                <a:gd name="connsiteX0" fmla="*/ 3184 w 132961"/>
                <a:gd name="connsiteY0" fmla="*/ -60 h 1011451"/>
                <a:gd name="connsiteX1" fmla="*/ 136145 w 132961"/>
                <a:gd name="connsiteY1" fmla="*/ -60 h 1011451"/>
                <a:gd name="connsiteX2" fmla="*/ 136145 w 132961"/>
                <a:gd name="connsiteY2" fmla="*/ 1011391 h 1011451"/>
                <a:gd name="connsiteX3" fmla="*/ 3184 w 132961"/>
                <a:gd name="connsiteY3" fmla="*/ 1011391 h 1011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961" h="1011451">
                  <a:moveTo>
                    <a:pt x="3184" y="-60"/>
                  </a:moveTo>
                  <a:lnTo>
                    <a:pt x="136145" y="-60"/>
                  </a:lnTo>
                  <a:lnTo>
                    <a:pt x="136145" y="1011391"/>
                  </a:lnTo>
                  <a:lnTo>
                    <a:pt x="3184" y="101139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76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" name="Freeform: Shape 44">
              <a:extLst>
                <a:ext uri="{FF2B5EF4-FFF2-40B4-BE49-F238E27FC236}">
                  <a16:creationId xmlns:a16="http://schemas.microsoft.com/office/drawing/2014/main" id="{7601CEA5-EF7F-4272-92B8-E1EEDF311217}"/>
                </a:ext>
              </a:extLst>
            </p:cNvPr>
            <p:cNvSpPr/>
            <p:nvPr/>
          </p:nvSpPr>
          <p:spPr>
            <a:xfrm>
              <a:off x="6697502" y="103634"/>
              <a:ext cx="5071" cy="1011451"/>
            </a:xfrm>
            <a:custGeom>
              <a:avLst/>
              <a:gdLst>
                <a:gd name="connsiteX0" fmla="*/ 3184 w 5071"/>
                <a:gd name="connsiteY0" fmla="*/ -60 h 1011451"/>
                <a:gd name="connsiteX1" fmla="*/ 8255 w 5071"/>
                <a:gd name="connsiteY1" fmla="*/ -60 h 1011451"/>
                <a:gd name="connsiteX2" fmla="*/ 8255 w 5071"/>
                <a:gd name="connsiteY2" fmla="*/ 20168 h 1011451"/>
                <a:gd name="connsiteX3" fmla="*/ 3184 w 5071"/>
                <a:gd name="connsiteY3" fmla="*/ 20168 h 1011451"/>
                <a:gd name="connsiteX4" fmla="*/ 3184 w 5071"/>
                <a:gd name="connsiteY4" fmla="*/ -60 h 1011451"/>
                <a:gd name="connsiteX5" fmla="*/ 3184 w 5071"/>
                <a:gd name="connsiteY5" fmla="*/ 87599 h 1011451"/>
                <a:gd name="connsiteX6" fmla="*/ 8255 w 5071"/>
                <a:gd name="connsiteY6" fmla="*/ 87599 h 1011451"/>
                <a:gd name="connsiteX7" fmla="*/ 8255 w 5071"/>
                <a:gd name="connsiteY7" fmla="*/ 141543 h 1011451"/>
                <a:gd name="connsiteX8" fmla="*/ 3184 w 5071"/>
                <a:gd name="connsiteY8" fmla="*/ 141543 h 1011451"/>
                <a:gd name="connsiteX9" fmla="*/ 3184 w 5071"/>
                <a:gd name="connsiteY9" fmla="*/ 87599 h 1011451"/>
                <a:gd name="connsiteX10" fmla="*/ 3184 w 5071"/>
                <a:gd name="connsiteY10" fmla="*/ 208973 h 1011451"/>
                <a:gd name="connsiteX11" fmla="*/ 8255 w 5071"/>
                <a:gd name="connsiteY11" fmla="*/ 208973 h 1011451"/>
                <a:gd name="connsiteX12" fmla="*/ 8255 w 5071"/>
                <a:gd name="connsiteY12" fmla="*/ 249430 h 1011451"/>
                <a:gd name="connsiteX13" fmla="*/ 3184 w 5071"/>
                <a:gd name="connsiteY13" fmla="*/ 249430 h 1011451"/>
                <a:gd name="connsiteX14" fmla="*/ 3184 w 5071"/>
                <a:gd name="connsiteY14" fmla="*/ 208973 h 1011451"/>
                <a:gd name="connsiteX15" fmla="*/ 3184 w 5071"/>
                <a:gd name="connsiteY15" fmla="*/ 316861 h 1011451"/>
                <a:gd name="connsiteX16" fmla="*/ 8255 w 5071"/>
                <a:gd name="connsiteY16" fmla="*/ 316861 h 1011451"/>
                <a:gd name="connsiteX17" fmla="*/ 8255 w 5071"/>
                <a:gd name="connsiteY17" fmla="*/ 357318 h 1011451"/>
                <a:gd name="connsiteX18" fmla="*/ 3184 w 5071"/>
                <a:gd name="connsiteY18" fmla="*/ 357318 h 1011451"/>
                <a:gd name="connsiteX19" fmla="*/ 3184 w 5071"/>
                <a:gd name="connsiteY19" fmla="*/ 316861 h 1011451"/>
                <a:gd name="connsiteX20" fmla="*/ 3184 w 5071"/>
                <a:gd name="connsiteY20" fmla="*/ 424749 h 1011451"/>
                <a:gd name="connsiteX21" fmla="*/ 8255 w 5071"/>
                <a:gd name="connsiteY21" fmla="*/ 424749 h 1011451"/>
                <a:gd name="connsiteX22" fmla="*/ 8255 w 5071"/>
                <a:gd name="connsiteY22" fmla="*/ 478693 h 1011451"/>
                <a:gd name="connsiteX23" fmla="*/ 3184 w 5071"/>
                <a:gd name="connsiteY23" fmla="*/ 478693 h 1011451"/>
                <a:gd name="connsiteX24" fmla="*/ 3184 w 5071"/>
                <a:gd name="connsiteY24" fmla="*/ 424749 h 1011451"/>
                <a:gd name="connsiteX25" fmla="*/ 3184 w 5071"/>
                <a:gd name="connsiteY25" fmla="*/ 546125 h 1011451"/>
                <a:gd name="connsiteX26" fmla="*/ 8255 w 5071"/>
                <a:gd name="connsiteY26" fmla="*/ 546125 h 1011451"/>
                <a:gd name="connsiteX27" fmla="*/ 8255 w 5071"/>
                <a:gd name="connsiteY27" fmla="*/ 586582 h 1011451"/>
                <a:gd name="connsiteX28" fmla="*/ 3184 w 5071"/>
                <a:gd name="connsiteY28" fmla="*/ 586582 h 1011451"/>
                <a:gd name="connsiteX29" fmla="*/ 3184 w 5071"/>
                <a:gd name="connsiteY29" fmla="*/ 546125 h 1011451"/>
                <a:gd name="connsiteX30" fmla="*/ 3184 w 5071"/>
                <a:gd name="connsiteY30" fmla="*/ 654013 h 1011451"/>
                <a:gd name="connsiteX31" fmla="*/ 8255 w 5071"/>
                <a:gd name="connsiteY31" fmla="*/ 654013 h 1011451"/>
                <a:gd name="connsiteX32" fmla="*/ 8255 w 5071"/>
                <a:gd name="connsiteY32" fmla="*/ 694470 h 1011451"/>
                <a:gd name="connsiteX33" fmla="*/ 3184 w 5071"/>
                <a:gd name="connsiteY33" fmla="*/ 694470 h 1011451"/>
                <a:gd name="connsiteX34" fmla="*/ 3184 w 5071"/>
                <a:gd name="connsiteY34" fmla="*/ 654013 h 1011451"/>
                <a:gd name="connsiteX35" fmla="*/ 3184 w 5071"/>
                <a:gd name="connsiteY35" fmla="*/ 761901 h 1011451"/>
                <a:gd name="connsiteX36" fmla="*/ 8255 w 5071"/>
                <a:gd name="connsiteY36" fmla="*/ 761901 h 1011451"/>
                <a:gd name="connsiteX37" fmla="*/ 8255 w 5071"/>
                <a:gd name="connsiteY37" fmla="*/ 815844 h 1011451"/>
                <a:gd name="connsiteX38" fmla="*/ 3184 w 5071"/>
                <a:gd name="connsiteY38" fmla="*/ 815844 h 1011451"/>
                <a:gd name="connsiteX39" fmla="*/ 3184 w 5071"/>
                <a:gd name="connsiteY39" fmla="*/ 761901 h 1011451"/>
                <a:gd name="connsiteX40" fmla="*/ 3184 w 5071"/>
                <a:gd name="connsiteY40" fmla="*/ 883275 h 1011451"/>
                <a:gd name="connsiteX41" fmla="*/ 8255 w 5071"/>
                <a:gd name="connsiteY41" fmla="*/ 883275 h 1011451"/>
                <a:gd name="connsiteX42" fmla="*/ 8255 w 5071"/>
                <a:gd name="connsiteY42" fmla="*/ 923732 h 1011451"/>
                <a:gd name="connsiteX43" fmla="*/ 3184 w 5071"/>
                <a:gd name="connsiteY43" fmla="*/ 923732 h 1011451"/>
                <a:gd name="connsiteX44" fmla="*/ 3184 w 5071"/>
                <a:gd name="connsiteY44" fmla="*/ 883275 h 1011451"/>
                <a:gd name="connsiteX45" fmla="*/ 3184 w 5071"/>
                <a:gd name="connsiteY45" fmla="*/ 991163 h 1011451"/>
                <a:gd name="connsiteX46" fmla="*/ 8255 w 5071"/>
                <a:gd name="connsiteY46" fmla="*/ 991163 h 1011451"/>
                <a:gd name="connsiteX47" fmla="*/ 8255 w 5071"/>
                <a:gd name="connsiteY47" fmla="*/ 1011391 h 1011451"/>
                <a:gd name="connsiteX48" fmla="*/ 3184 w 5071"/>
                <a:gd name="connsiteY48" fmla="*/ 1011391 h 1011451"/>
                <a:gd name="connsiteX49" fmla="*/ 3184 w 5071"/>
                <a:gd name="connsiteY49" fmla="*/ 991163 h 1011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5071" h="1011451">
                  <a:moveTo>
                    <a:pt x="3184" y="-60"/>
                  </a:moveTo>
                  <a:lnTo>
                    <a:pt x="8255" y="-60"/>
                  </a:lnTo>
                  <a:lnTo>
                    <a:pt x="8255" y="20168"/>
                  </a:lnTo>
                  <a:lnTo>
                    <a:pt x="3184" y="20168"/>
                  </a:lnTo>
                  <a:lnTo>
                    <a:pt x="3184" y="-60"/>
                  </a:lnTo>
                  <a:close/>
                  <a:moveTo>
                    <a:pt x="3184" y="87599"/>
                  </a:moveTo>
                  <a:lnTo>
                    <a:pt x="8255" y="87599"/>
                  </a:lnTo>
                  <a:lnTo>
                    <a:pt x="8255" y="141543"/>
                  </a:lnTo>
                  <a:lnTo>
                    <a:pt x="3184" y="141543"/>
                  </a:lnTo>
                  <a:lnTo>
                    <a:pt x="3184" y="87599"/>
                  </a:lnTo>
                  <a:close/>
                  <a:moveTo>
                    <a:pt x="3184" y="208973"/>
                  </a:moveTo>
                  <a:lnTo>
                    <a:pt x="8255" y="208973"/>
                  </a:lnTo>
                  <a:lnTo>
                    <a:pt x="8255" y="249430"/>
                  </a:lnTo>
                  <a:lnTo>
                    <a:pt x="3184" y="249430"/>
                  </a:lnTo>
                  <a:lnTo>
                    <a:pt x="3184" y="208973"/>
                  </a:lnTo>
                  <a:close/>
                  <a:moveTo>
                    <a:pt x="3184" y="316861"/>
                  </a:moveTo>
                  <a:lnTo>
                    <a:pt x="8255" y="316861"/>
                  </a:lnTo>
                  <a:lnTo>
                    <a:pt x="8255" y="357318"/>
                  </a:lnTo>
                  <a:lnTo>
                    <a:pt x="3184" y="357318"/>
                  </a:lnTo>
                  <a:lnTo>
                    <a:pt x="3184" y="316861"/>
                  </a:lnTo>
                  <a:close/>
                  <a:moveTo>
                    <a:pt x="3184" y="424749"/>
                  </a:moveTo>
                  <a:lnTo>
                    <a:pt x="8255" y="424749"/>
                  </a:lnTo>
                  <a:lnTo>
                    <a:pt x="8255" y="478693"/>
                  </a:lnTo>
                  <a:lnTo>
                    <a:pt x="3184" y="478693"/>
                  </a:lnTo>
                  <a:lnTo>
                    <a:pt x="3184" y="424749"/>
                  </a:lnTo>
                  <a:close/>
                  <a:moveTo>
                    <a:pt x="3184" y="546125"/>
                  </a:moveTo>
                  <a:lnTo>
                    <a:pt x="8255" y="546125"/>
                  </a:lnTo>
                  <a:lnTo>
                    <a:pt x="8255" y="586582"/>
                  </a:lnTo>
                  <a:lnTo>
                    <a:pt x="3184" y="586582"/>
                  </a:lnTo>
                  <a:lnTo>
                    <a:pt x="3184" y="546125"/>
                  </a:lnTo>
                  <a:close/>
                  <a:moveTo>
                    <a:pt x="3184" y="654013"/>
                  </a:moveTo>
                  <a:lnTo>
                    <a:pt x="8255" y="654013"/>
                  </a:lnTo>
                  <a:lnTo>
                    <a:pt x="8255" y="694470"/>
                  </a:lnTo>
                  <a:lnTo>
                    <a:pt x="3184" y="694470"/>
                  </a:lnTo>
                  <a:lnTo>
                    <a:pt x="3184" y="654013"/>
                  </a:lnTo>
                  <a:close/>
                  <a:moveTo>
                    <a:pt x="3184" y="761901"/>
                  </a:moveTo>
                  <a:lnTo>
                    <a:pt x="8255" y="761901"/>
                  </a:lnTo>
                  <a:lnTo>
                    <a:pt x="8255" y="815844"/>
                  </a:lnTo>
                  <a:lnTo>
                    <a:pt x="3184" y="815844"/>
                  </a:lnTo>
                  <a:lnTo>
                    <a:pt x="3184" y="761901"/>
                  </a:lnTo>
                  <a:close/>
                  <a:moveTo>
                    <a:pt x="3184" y="883275"/>
                  </a:moveTo>
                  <a:lnTo>
                    <a:pt x="8255" y="883275"/>
                  </a:lnTo>
                  <a:lnTo>
                    <a:pt x="8255" y="923732"/>
                  </a:lnTo>
                  <a:lnTo>
                    <a:pt x="3184" y="923732"/>
                  </a:lnTo>
                  <a:lnTo>
                    <a:pt x="3184" y="883275"/>
                  </a:lnTo>
                  <a:close/>
                  <a:moveTo>
                    <a:pt x="3184" y="991163"/>
                  </a:moveTo>
                  <a:lnTo>
                    <a:pt x="8255" y="991163"/>
                  </a:lnTo>
                  <a:lnTo>
                    <a:pt x="8255" y="1011391"/>
                  </a:lnTo>
                  <a:lnTo>
                    <a:pt x="3184" y="1011391"/>
                  </a:lnTo>
                  <a:lnTo>
                    <a:pt x="3184" y="991163"/>
                  </a:lnTo>
                  <a:close/>
                </a:path>
              </a:pathLst>
            </a:custGeom>
            <a:solidFill>
              <a:srgbClr val="FFFFFF"/>
            </a:solidFill>
            <a:ln w="176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F1FDA41-D353-4927-BA8F-D7E7D2DC6F21}"/>
              </a:ext>
            </a:extLst>
          </p:cNvPr>
          <p:cNvGrpSpPr/>
          <p:nvPr/>
        </p:nvGrpSpPr>
        <p:grpSpPr>
          <a:xfrm>
            <a:off x="6980338" y="1471049"/>
            <a:ext cx="4516337" cy="1011980"/>
            <a:chOff x="6980338" y="1089025"/>
            <a:chExt cx="4516337" cy="1011980"/>
          </a:xfrm>
        </p:grpSpPr>
        <p:sp>
          <p:nvSpPr>
            <p:cNvPr id="24" name="Google Shape;398;p18">
              <a:extLst>
                <a:ext uri="{FF2B5EF4-FFF2-40B4-BE49-F238E27FC236}">
                  <a16:creationId xmlns:a16="http://schemas.microsoft.com/office/drawing/2014/main" id="{90F08ED5-EAC8-4FDE-B0DD-83EA4EBB0705}"/>
                </a:ext>
              </a:extLst>
            </p:cNvPr>
            <p:cNvSpPr/>
            <p:nvPr/>
          </p:nvSpPr>
          <p:spPr>
            <a:xfrm>
              <a:off x="6980338" y="1089025"/>
              <a:ext cx="4516337" cy="1011980"/>
            </a:xfrm>
            <a:prstGeom prst="wedgeRoundRectCallout">
              <a:avLst>
                <a:gd name="adj1" fmla="val -55857"/>
                <a:gd name="adj2" fmla="val -22304"/>
                <a:gd name="adj3" fmla="val 16667"/>
              </a:avLst>
            </a:prstGeom>
            <a:solidFill>
              <a:schemeClr val="accent1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bg1"/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C623814-D03F-4A59-A336-5A94639D966B}"/>
                </a:ext>
              </a:extLst>
            </p:cNvPr>
            <p:cNvGrpSpPr/>
            <p:nvPr/>
          </p:nvGrpSpPr>
          <p:grpSpPr>
            <a:xfrm>
              <a:off x="7094233" y="1214938"/>
              <a:ext cx="2531534" cy="760154"/>
              <a:chOff x="1469203" y="3516813"/>
              <a:chExt cx="2531534" cy="760154"/>
            </a:xfrm>
          </p:grpSpPr>
          <p:sp>
            <p:nvSpPr>
              <p:cNvPr id="26" name="Google Shape;399;p18">
                <a:extLst>
                  <a:ext uri="{FF2B5EF4-FFF2-40B4-BE49-F238E27FC236}">
                    <a16:creationId xmlns:a16="http://schemas.microsoft.com/office/drawing/2014/main" id="{A63F875E-CB23-42D9-88B7-CB3D62E6CA9B}"/>
                  </a:ext>
                </a:extLst>
              </p:cNvPr>
              <p:cNvSpPr/>
              <p:nvPr/>
            </p:nvSpPr>
            <p:spPr>
              <a:xfrm>
                <a:off x="383873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7" name="Google Shape;400;p18">
                <a:extLst>
                  <a:ext uri="{FF2B5EF4-FFF2-40B4-BE49-F238E27FC236}">
                    <a16:creationId xmlns:a16="http://schemas.microsoft.com/office/drawing/2014/main" id="{B67722FA-D8C1-4F87-A24F-F937CB53DB68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Total</a:t>
                </a:r>
                <a:endParaRPr sz="12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Earning</a:t>
                </a:r>
                <a:endParaRPr sz="12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8" name="Google Shape;401;p18">
                <a:extLst>
                  <a:ext uri="{FF2B5EF4-FFF2-40B4-BE49-F238E27FC236}">
                    <a16:creationId xmlns:a16="http://schemas.microsoft.com/office/drawing/2014/main" id="{1E015D2C-7659-453C-9FC8-A6EAFB0F3CFB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$7.532</a:t>
                </a:r>
                <a:endParaRPr sz="36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29" name="Google Shape;402;p18">
                <a:extLst>
                  <a:ext uri="{FF2B5EF4-FFF2-40B4-BE49-F238E27FC236}">
                    <a16:creationId xmlns:a16="http://schemas.microsoft.com/office/drawing/2014/main" id="{D9D6E628-56A9-441F-AF0B-50728345D64C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7356050-DAF7-4293-8DE7-CFA5F3F2F8EA}"/>
                </a:ext>
              </a:extLst>
            </p:cNvPr>
            <p:cNvSpPr txBox="1"/>
            <p:nvPr/>
          </p:nvSpPr>
          <p:spPr>
            <a:xfrm>
              <a:off x="9764929" y="1357770"/>
              <a:ext cx="1592583" cy="474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ID" sz="1000" dirty="0">
                  <a:solidFill>
                    <a:schemeClr val="bg1"/>
                  </a:solidFill>
                </a:rPr>
                <a:t>Lorem ipsum </a:t>
              </a:r>
              <a:r>
                <a:rPr lang="en-ID" sz="1000" dirty="0" err="1">
                  <a:solidFill>
                    <a:schemeClr val="bg1"/>
                  </a:solidFill>
                </a:rPr>
                <a:t>dolor</a:t>
              </a:r>
              <a:r>
                <a:rPr lang="en-ID" sz="1000" dirty="0">
                  <a:solidFill>
                    <a:schemeClr val="bg1"/>
                  </a:solidFill>
                </a:rPr>
                <a:t> </a:t>
              </a:r>
              <a:r>
                <a:rPr lang="en-ID" sz="1000" dirty="0" err="1">
                  <a:solidFill>
                    <a:schemeClr val="bg1"/>
                  </a:solidFill>
                </a:rPr>
                <a:t>amet</a:t>
              </a:r>
              <a:r>
                <a:rPr lang="en-ID" sz="1000" dirty="0">
                  <a:solidFill>
                    <a:schemeClr val="bg1"/>
                  </a:solidFill>
                </a:rPr>
                <a:t>, </a:t>
              </a:r>
              <a:r>
                <a:rPr lang="en-ID" sz="1000" dirty="0" err="1">
                  <a:solidFill>
                    <a:schemeClr val="bg1"/>
                  </a:solidFill>
                </a:rPr>
                <a:t>consectur</a:t>
              </a:r>
              <a:r>
                <a:rPr lang="en-ID" sz="1000" dirty="0">
                  <a:solidFill>
                    <a:schemeClr val="bg1"/>
                  </a:solidFill>
                </a:rPr>
                <a:t> </a:t>
              </a:r>
              <a:r>
                <a:rPr lang="en-ID" sz="1000" dirty="0" err="1">
                  <a:solidFill>
                    <a:schemeClr val="bg1"/>
                  </a:solidFill>
                </a:rPr>
                <a:t>adipiscing</a:t>
              </a:r>
              <a:r>
                <a:rPr lang="en-ID" sz="1000" dirty="0">
                  <a:solidFill>
                    <a:schemeClr val="bg1"/>
                  </a:solidFill>
                </a:rPr>
                <a:t>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2F77F64-B124-4A4B-B79D-0D200C38CDC8}"/>
              </a:ext>
            </a:extLst>
          </p:cNvPr>
          <p:cNvGrpSpPr/>
          <p:nvPr/>
        </p:nvGrpSpPr>
        <p:grpSpPr>
          <a:xfrm>
            <a:off x="6980338" y="3170662"/>
            <a:ext cx="4516337" cy="1011980"/>
            <a:chOff x="6980338" y="1089025"/>
            <a:chExt cx="4516337" cy="1011980"/>
          </a:xfrm>
        </p:grpSpPr>
        <p:sp>
          <p:nvSpPr>
            <p:cNvPr id="33" name="Google Shape;398;p18">
              <a:extLst>
                <a:ext uri="{FF2B5EF4-FFF2-40B4-BE49-F238E27FC236}">
                  <a16:creationId xmlns:a16="http://schemas.microsoft.com/office/drawing/2014/main" id="{6F5C5AF9-288E-43A3-8B88-7173ED021CCB}"/>
                </a:ext>
              </a:extLst>
            </p:cNvPr>
            <p:cNvSpPr/>
            <p:nvPr/>
          </p:nvSpPr>
          <p:spPr>
            <a:xfrm>
              <a:off x="6980338" y="1089025"/>
              <a:ext cx="4516337" cy="1011980"/>
            </a:xfrm>
            <a:prstGeom prst="wedgeRoundRectCallout">
              <a:avLst>
                <a:gd name="adj1" fmla="val -55857"/>
                <a:gd name="adj2" fmla="val -22304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CE7A07E-460B-4B66-9864-663021C5A46A}"/>
                </a:ext>
              </a:extLst>
            </p:cNvPr>
            <p:cNvGrpSpPr/>
            <p:nvPr/>
          </p:nvGrpSpPr>
          <p:grpSpPr>
            <a:xfrm>
              <a:off x="7094233" y="1214938"/>
              <a:ext cx="2531534" cy="760154"/>
              <a:chOff x="1469203" y="3516813"/>
              <a:chExt cx="2531534" cy="760154"/>
            </a:xfrm>
          </p:grpSpPr>
          <p:sp>
            <p:nvSpPr>
              <p:cNvPr id="36" name="Google Shape;399;p18">
                <a:extLst>
                  <a:ext uri="{FF2B5EF4-FFF2-40B4-BE49-F238E27FC236}">
                    <a16:creationId xmlns:a16="http://schemas.microsoft.com/office/drawing/2014/main" id="{FE52A67D-0644-4E28-BC37-C1C2E201BCFD}"/>
                  </a:ext>
                </a:extLst>
              </p:cNvPr>
              <p:cNvSpPr/>
              <p:nvPr/>
            </p:nvSpPr>
            <p:spPr>
              <a:xfrm>
                <a:off x="383873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37" name="Google Shape;400;p18">
                <a:extLst>
                  <a:ext uri="{FF2B5EF4-FFF2-40B4-BE49-F238E27FC236}">
                    <a16:creationId xmlns:a16="http://schemas.microsoft.com/office/drawing/2014/main" id="{1F1DA5D6-AA8F-432C-B0B0-AAC0A1561291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>Total</a:t>
                </a:r>
                <a:endParaRPr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>Earning</a:t>
                </a:r>
                <a:endParaRPr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38" name="Google Shape;401;p18">
                <a:extLst>
                  <a:ext uri="{FF2B5EF4-FFF2-40B4-BE49-F238E27FC236}">
                    <a16:creationId xmlns:a16="http://schemas.microsoft.com/office/drawing/2014/main" id="{05779534-8EE7-4693-B94B-5F231670B9D2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1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>$6.982</a:t>
                </a:r>
                <a:endParaRPr sz="3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39" name="Google Shape;402;p18">
                <a:extLst>
                  <a:ext uri="{FF2B5EF4-FFF2-40B4-BE49-F238E27FC236}">
                    <a16:creationId xmlns:a16="http://schemas.microsoft.com/office/drawing/2014/main" id="{C1C4EBD1-5939-4508-A213-C23170FE871F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E469C5D-B13D-4C5B-B9E2-2AE7A13AE6C4}"/>
                </a:ext>
              </a:extLst>
            </p:cNvPr>
            <p:cNvSpPr txBox="1"/>
            <p:nvPr/>
          </p:nvSpPr>
          <p:spPr>
            <a:xfrm>
              <a:off x="9764929" y="1357770"/>
              <a:ext cx="1592583" cy="474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Lorem ipsum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dolor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amet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,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consectur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adipiscing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4264CDE-26F3-4880-8DDA-235A0607C73A}"/>
              </a:ext>
            </a:extLst>
          </p:cNvPr>
          <p:cNvGrpSpPr/>
          <p:nvPr/>
        </p:nvGrpSpPr>
        <p:grpSpPr>
          <a:xfrm>
            <a:off x="6980338" y="4870274"/>
            <a:ext cx="4516337" cy="1011980"/>
            <a:chOff x="6980338" y="1089025"/>
            <a:chExt cx="4516337" cy="1011980"/>
          </a:xfrm>
        </p:grpSpPr>
        <p:sp>
          <p:nvSpPr>
            <p:cNvPr id="41" name="Google Shape;398;p18">
              <a:extLst>
                <a:ext uri="{FF2B5EF4-FFF2-40B4-BE49-F238E27FC236}">
                  <a16:creationId xmlns:a16="http://schemas.microsoft.com/office/drawing/2014/main" id="{E62DB9DC-B20A-4D5D-991F-F169401E41E3}"/>
                </a:ext>
              </a:extLst>
            </p:cNvPr>
            <p:cNvSpPr/>
            <p:nvPr/>
          </p:nvSpPr>
          <p:spPr>
            <a:xfrm>
              <a:off x="6980338" y="1089025"/>
              <a:ext cx="4516337" cy="1011980"/>
            </a:xfrm>
            <a:prstGeom prst="wedgeRoundRectCallout">
              <a:avLst>
                <a:gd name="adj1" fmla="val -55857"/>
                <a:gd name="adj2" fmla="val -22304"/>
                <a:gd name="adj3" fmla="val 16667"/>
              </a:avLst>
            </a:prstGeom>
            <a:solidFill>
              <a:schemeClr val="accent1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bg1"/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7207C91-16A8-46E3-B1AA-2B9767C5B2D0}"/>
                </a:ext>
              </a:extLst>
            </p:cNvPr>
            <p:cNvGrpSpPr/>
            <p:nvPr/>
          </p:nvGrpSpPr>
          <p:grpSpPr>
            <a:xfrm>
              <a:off x="7094233" y="1214938"/>
              <a:ext cx="2531534" cy="760154"/>
              <a:chOff x="1469203" y="3516813"/>
              <a:chExt cx="2531534" cy="760154"/>
            </a:xfrm>
          </p:grpSpPr>
          <p:sp>
            <p:nvSpPr>
              <p:cNvPr id="44" name="Google Shape;399;p18">
                <a:extLst>
                  <a:ext uri="{FF2B5EF4-FFF2-40B4-BE49-F238E27FC236}">
                    <a16:creationId xmlns:a16="http://schemas.microsoft.com/office/drawing/2014/main" id="{8C9980A8-4338-4A85-8A70-FBEADABDCFF7}"/>
                  </a:ext>
                </a:extLst>
              </p:cNvPr>
              <p:cNvSpPr/>
              <p:nvPr/>
            </p:nvSpPr>
            <p:spPr>
              <a:xfrm>
                <a:off x="383873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45" name="Google Shape;400;p18">
                <a:extLst>
                  <a:ext uri="{FF2B5EF4-FFF2-40B4-BE49-F238E27FC236}">
                    <a16:creationId xmlns:a16="http://schemas.microsoft.com/office/drawing/2014/main" id="{EAAFD54A-3FDA-4C5B-AB46-5F6972836581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Total</a:t>
                </a:r>
                <a:endParaRPr sz="12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Earning</a:t>
                </a:r>
                <a:endParaRPr sz="12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46" name="Google Shape;401;p18">
                <a:extLst>
                  <a:ext uri="{FF2B5EF4-FFF2-40B4-BE49-F238E27FC236}">
                    <a16:creationId xmlns:a16="http://schemas.microsoft.com/office/drawing/2014/main" id="{47D5BFDE-9D0A-4CF1-8A52-73541B2872D8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$5.372</a:t>
                </a:r>
                <a:endParaRPr sz="36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47" name="Google Shape;402;p18">
                <a:extLst>
                  <a:ext uri="{FF2B5EF4-FFF2-40B4-BE49-F238E27FC236}">
                    <a16:creationId xmlns:a16="http://schemas.microsoft.com/office/drawing/2014/main" id="{7315F209-4020-4D76-9C91-E686755DE368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5464348-9E97-43F3-984C-7DDCDF4216E3}"/>
                </a:ext>
              </a:extLst>
            </p:cNvPr>
            <p:cNvSpPr txBox="1"/>
            <p:nvPr/>
          </p:nvSpPr>
          <p:spPr>
            <a:xfrm>
              <a:off x="9764929" y="1357770"/>
              <a:ext cx="1592583" cy="474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ID" sz="1000" dirty="0">
                  <a:solidFill>
                    <a:schemeClr val="bg1"/>
                  </a:solidFill>
                </a:rPr>
                <a:t>Lorem ipsum </a:t>
              </a:r>
              <a:r>
                <a:rPr lang="en-ID" sz="1000" dirty="0" err="1">
                  <a:solidFill>
                    <a:schemeClr val="bg1"/>
                  </a:solidFill>
                </a:rPr>
                <a:t>dolor</a:t>
              </a:r>
              <a:r>
                <a:rPr lang="en-ID" sz="1000" dirty="0">
                  <a:solidFill>
                    <a:schemeClr val="bg1"/>
                  </a:solidFill>
                </a:rPr>
                <a:t> </a:t>
              </a:r>
              <a:r>
                <a:rPr lang="en-ID" sz="1000" dirty="0" err="1">
                  <a:solidFill>
                    <a:schemeClr val="bg1"/>
                  </a:solidFill>
                </a:rPr>
                <a:t>amet</a:t>
              </a:r>
              <a:r>
                <a:rPr lang="en-ID" sz="1000" dirty="0">
                  <a:solidFill>
                    <a:schemeClr val="bg1"/>
                  </a:solidFill>
                </a:rPr>
                <a:t>, </a:t>
              </a:r>
              <a:r>
                <a:rPr lang="en-ID" sz="1000" dirty="0" err="1">
                  <a:solidFill>
                    <a:schemeClr val="bg1"/>
                  </a:solidFill>
                </a:rPr>
                <a:t>consectur</a:t>
              </a:r>
              <a:r>
                <a:rPr lang="en-ID" sz="1000" dirty="0">
                  <a:solidFill>
                    <a:schemeClr val="bg1"/>
                  </a:solidFill>
                </a:rPr>
                <a:t> </a:t>
              </a:r>
              <a:r>
                <a:rPr lang="en-ID" sz="1000" dirty="0" err="1">
                  <a:solidFill>
                    <a:schemeClr val="bg1"/>
                  </a:solidFill>
                </a:rPr>
                <a:t>adipiscing</a:t>
              </a:r>
              <a:r>
                <a:rPr lang="en-ID" sz="1000" dirty="0">
                  <a:solidFill>
                    <a:schemeClr val="bg1"/>
                  </a:solidFill>
                </a:rPr>
                <a:t>.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99DD2AE1-4295-4FE8-A5DC-7C413EB7DC1E}"/>
              </a:ext>
            </a:extLst>
          </p:cNvPr>
          <p:cNvSpPr txBox="1"/>
          <p:nvPr/>
        </p:nvSpPr>
        <p:spPr>
          <a:xfrm>
            <a:off x="580457" y="985294"/>
            <a:ext cx="4321743" cy="1759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Roadmaps Infographic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765726-DDE3-41F0-82C5-A36A14BC82E4}"/>
              </a:ext>
            </a:extLst>
          </p:cNvPr>
          <p:cNvSpPr txBox="1"/>
          <p:nvPr/>
        </p:nvSpPr>
        <p:spPr>
          <a:xfrm>
            <a:off x="2893576" y="4977731"/>
            <a:ext cx="22009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Turn Ideas Into Action By Mapping Every Important Stage</a:t>
            </a:r>
            <a:endParaRPr lang="en-ID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FE33AF-972E-4757-8B34-6E1853089B9B}"/>
              </a:ext>
            </a:extLst>
          </p:cNvPr>
          <p:cNvSpPr txBox="1"/>
          <p:nvPr/>
        </p:nvSpPr>
        <p:spPr>
          <a:xfrm>
            <a:off x="2893576" y="5904760"/>
            <a:ext cx="2425736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Lorem ipsum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dolor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amet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consectetuer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adipiscing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elit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Aenean </a:t>
            </a:r>
            <a:r>
              <a:rPr lang="en-ID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commodo</a:t>
            </a: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94705D-08DA-4C3F-B0C7-57737DE42A3C}"/>
              </a:ext>
            </a:extLst>
          </p:cNvPr>
          <p:cNvSpPr txBox="1"/>
          <p:nvPr/>
        </p:nvSpPr>
        <p:spPr>
          <a:xfrm>
            <a:off x="2893576" y="4378261"/>
            <a:ext cx="1143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2026</a:t>
            </a:r>
            <a:endParaRPr lang="en-ID" sz="2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grpSp>
        <p:nvGrpSpPr>
          <p:cNvPr id="62" name="Graphic 4">
            <a:extLst>
              <a:ext uri="{FF2B5EF4-FFF2-40B4-BE49-F238E27FC236}">
                <a16:creationId xmlns:a16="http://schemas.microsoft.com/office/drawing/2014/main" id="{CBD1C307-7729-42B5-A837-4CD2E8D2510F}"/>
              </a:ext>
            </a:extLst>
          </p:cNvPr>
          <p:cNvGrpSpPr/>
          <p:nvPr/>
        </p:nvGrpSpPr>
        <p:grpSpPr>
          <a:xfrm>
            <a:off x="6050062" y="1507439"/>
            <a:ext cx="375935" cy="564800"/>
            <a:chOff x="9268674" y="75498"/>
            <a:chExt cx="614121" cy="922647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2595022-1660-4F39-89F0-876F465DE954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242C652-8D86-4E2E-9FC8-458CAC786F36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4AF3239-AC70-4A39-862B-74680C91D16B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aphic 4">
            <a:extLst>
              <a:ext uri="{FF2B5EF4-FFF2-40B4-BE49-F238E27FC236}">
                <a16:creationId xmlns:a16="http://schemas.microsoft.com/office/drawing/2014/main" id="{EC65CCB8-0AD5-497B-A94F-4C268AEAAAEB}"/>
              </a:ext>
            </a:extLst>
          </p:cNvPr>
          <p:cNvGrpSpPr/>
          <p:nvPr/>
        </p:nvGrpSpPr>
        <p:grpSpPr>
          <a:xfrm>
            <a:off x="6050062" y="3214488"/>
            <a:ext cx="375935" cy="564800"/>
            <a:chOff x="9268674" y="75498"/>
            <a:chExt cx="614121" cy="922647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4CB5FA-5A37-4C37-9287-674D68265012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53EC259-9ACB-424D-BB90-687BC7B46881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F45B4CE-DF8E-495C-A8D6-2B42DA73AEC5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" name="Graphic 4">
            <a:extLst>
              <a:ext uri="{FF2B5EF4-FFF2-40B4-BE49-F238E27FC236}">
                <a16:creationId xmlns:a16="http://schemas.microsoft.com/office/drawing/2014/main" id="{A0B39B62-7E4E-4EE9-B815-1DC75CC055A5}"/>
              </a:ext>
            </a:extLst>
          </p:cNvPr>
          <p:cNvGrpSpPr/>
          <p:nvPr/>
        </p:nvGrpSpPr>
        <p:grpSpPr>
          <a:xfrm>
            <a:off x="6050062" y="4912907"/>
            <a:ext cx="375935" cy="564800"/>
            <a:chOff x="9268674" y="75498"/>
            <a:chExt cx="614121" cy="922647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9641046-D087-46A4-AAFA-601351489A78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4211A21-8D02-4551-A613-13B84B5559FC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F19AA4A-7B72-457C-81C6-B41B7A991BBD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653BE41-DF52-4A89-8D79-1783EB4337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057198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A9DADC-3F61-4F4D-B443-3A8AB0DBD851}"/>
              </a:ext>
            </a:extLst>
          </p:cNvPr>
          <p:cNvSpPr txBox="1"/>
          <p:nvPr/>
        </p:nvSpPr>
        <p:spPr>
          <a:xfrm>
            <a:off x="620177" y="974277"/>
            <a:ext cx="6455174" cy="2340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bg1"/>
                </a:solidFill>
                <a:latin typeface="+mj-lt"/>
              </a:rPr>
              <a:t xml:space="preserve">Limit dan Kontinuitas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CE88D-011A-4296-B738-A143043E6962}"/>
              </a:ext>
            </a:extLst>
          </p:cNvPr>
          <p:cNvSpPr txBox="1"/>
          <p:nvPr/>
        </p:nvSpPr>
        <p:spPr>
          <a:xfrm>
            <a:off x="2213006" y="328206"/>
            <a:ext cx="19136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 xml:space="preserve">Fondasi Kalkulus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51F0A8-3773-4BD5-B2A9-81AFE55FEF30}"/>
              </a:ext>
            </a:extLst>
          </p:cNvPr>
          <p:cNvSpPr txBox="1"/>
          <p:nvPr/>
        </p:nvSpPr>
        <p:spPr>
          <a:xfrm>
            <a:off x="592536" y="320511"/>
            <a:ext cx="17728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chemeClr val="bg1"/>
                </a:solidFill>
                <a:latin typeface="+mj-lt"/>
                <a:cs typeface="Elms Sans SemiBold" pitchFamily="2" charset="0"/>
              </a:rPr>
              <a:t xml:space="preserve">Konsep Dasar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7D87B7-9023-4AA4-ADAC-6FDF41D64B90}"/>
              </a:ext>
            </a:extLst>
          </p:cNvPr>
          <p:cNvCxnSpPr>
            <a:cxnSpLocks/>
          </p:cNvCxnSpPr>
          <p:nvPr/>
        </p:nvCxnSpPr>
        <p:spPr>
          <a:xfrm>
            <a:off x="2215389" y="354280"/>
            <a:ext cx="0" cy="1940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2FB3FEC-7CAF-47E5-9306-7329CDBE0A4C}"/>
              </a:ext>
            </a:extLst>
          </p:cNvPr>
          <p:cNvGrpSpPr/>
          <p:nvPr/>
        </p:nvGrpSpPr>
        <p:grpSpPr>
          <a:xfrm>
            <a:off x="11229974" y="430409"/>
            <a:ext cx="255985" cy="104563"/>
            <a:chOff x="10891441" y="232966"/>
            <a:chExt cx="539750" cy="17621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0ACB29B-99B4-4076-8063-B21B139F58D1}"/>
                </a:ext>
              </a:extLst>
            </p:cNvPr>
            <p:cNvCxnSpPr/>
            <p:nvPr/>
          </p:nvCxnSpPr>
          <p:spPr>
            <a:xfrm>
              <a:off x="10891441" y="232966"/>
              <a:ext cx="5397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18FA4B6-78CC-4E1A-8787-B32DA5502A46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321073"/>
              <a:ext cx="36949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C353D17-6129-4714-80FD-F100ABEE2587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409180"/>
              <a:ext cx="1968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8847E4-4043-42CF-8A92-A760F017C1B3}"/>
              </a:ext>
            </a:extLst>
          </p:cNvPr>
          <p:cNvSpPr txBox="1"/>
          <p:nvPr/>
        </p:nvSpPr>
        <p:spPr>
          <a:xfrm>
            <a:off x="8000233" y="3095733"/>
            <a:ext cx="359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+mj-lt"/>
              </a:rPr>
              <a:t xml:space="preserve">Memahami perilaku fungsi saat mendekati nilai tertentu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E665D6-9E51-41BD-BD7F-8B27F643A80F}"/>
              </a:ext>
            </a:extLst>
          </p:cNvPr>
          <p:cNvCxnSpPr/>
          <p:nvPr/>
        </p:nvCxnSpPr>
        <p:spPr>
          <a:xfrm flipH="1">
            <a:off x="7861385" y="5725899"/>
            <a:ext cx="36352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95E80EB-48E4-4BFC-ACC4-3BA374306C08}"/>
              </a:ext>
            </a:extLst>
          </p:cNvPr>
          <p:cNvSpPr txBox="1"/>
          <p:nvPr/>
        </p:nvSpPr>
        <p:spPr>
          <a:xfrm>
            <a:off x="7813111" y="5900820"/>
            <a:ext cx="3785382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ID" sz="1000" dirty="0">
                <a:solidFill>
                  <a:schemeClr val="bg1"/>
                </a:solidFill>
              </a:rPr>
              <a:t xml:space="preserve">Limit menjelaskan nilai yang didekati fungsi tanpa harus mencapainya, kontinuitas memastikan fungsi tidak terputus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E010F5-05FD-4ECD-BA2E-5BE4F4AFE77D}"/>
              </a:ext>
            </a:extLst>
          </p:cNvPr>
          <p:cNvSpPr txBox="1"/>
          <p:nvPr/>
        </p:nvSpPr>
        <p:spPr>
          <a:xfrm>
            <a:off x="620177" y="4329018"/>
            <a:ext cx="406612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3800">
                <a:gradFill flip="none" rotWithShape="1">
                  <a:gsLst>
                    <a:gs pos="0">
                      <a:schemeClr val="bg1"/>
                    </a:gs>
                    <a:gs pos="69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j-lt"/>
              </a:defRPr>
            </a:lvl1pPr>
          </a:lstStyle>
          <a:p>
            <a:pPr algn="l"/>
            <a:r>
              <a:rPr lang="en-US" sz="16600" dirty="0">
                <a:solidFill>
                  <a:schemeClr val="accent2"/>
                </a:solidFill>
              </a:rPr>
              <a:t xml:space="preserve">f(x)→L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C8754F-D612-43B6-9BEF-412B388B8A6D}"/>
              </a:ext>
            </a:extLst>
          </p:cNvPr>
          <p:cNvSpPr txBox="1"/>
          <p:nvPr/>
        </p:nvSpPr>
        <p:spPr>
          <a:xfrm>
            <a:off x="566245" y="3920112"/>
            <a:ext cx="3485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 xml:space="preserve">Fungsi kontinu jika limit kiri sama dengan limit kanan di x=a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AD5E82-055F-4067-8206-A5CBD4A97BAD}"/>
              </a:ext>
            </a:extLst>
          </p:cNvPr>
          <p:cNvSpPr txBox="1"/>
          <p:nvPr/>
        </p:nvSpPr>
        <p:spPr>
          <a:xfrm>
            <a:off x="4487198" y="5700765"/>
            <a:ext cx="1854072" cy="67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D" sz="1000" dirty="0">
                <a:solidFill>
                  <a:schemeClr val="bg1"/>
                </a:solidFill>
              </a:rPr>
              <a:t xml:space="preserve">Teorema limit memungkinkan analisis fungsi kompleks melalui pendekatan nilai yang semakin dekat ke titik tertentu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6A3053-6DB8-4E4D-AA67-3478C0543264}"/>
              </a:ext>
            </a:extLst>
          </p:cNvPr>
          <p:cNvSpPr txBox="1"/>
          <p:nvPr/>
        </p:nvSpPr>
        <p:spPr>
          <a:xfrm>
            <a:off x="9486665" y="969451"/>
            <a:ext cx="2111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accent2"/>
                </a:solidFill>
                <a:latin typeface="+mj-lt"/>
              </a:rPr>
              <a:t xml:space="preserve">lim x→a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91CE0D1-35A1-415D-A377-0BE1BD4026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069816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aphic 45">
            <a:extLst>
              <a:ext uri="{FF2B5EF4-FFF2-40B4-BE49-F238E27FC236}">
                <a16:creationId xmlns:a16="http://schemas.microsoft.com/office/drawing/2014/main" id="{58960871-D6B9-4F8B-BB3D-2F629B32E3D4}"/>
              </a:ext>
            </a:extLst>
          </p:cNvPr>
          <p:cNvGrpSpPr/>
          <p:nvPr/>
        </p:nvGrpSpPr>
        <p:grpSpPr>
          <a:xfrm>
            <a:off x="6669662" y="1536395"/>
            <a:ext cx="404883" cy="536723"/>
            <a:chOff x="1869848" y="-91796"/>
            <a:chExt cx="1515808" cy="2009394"/>
          </a:xfrm>
        </p:grpSpPr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7E8ACC0-A99B-4B64-9CB2-2E13A318DC41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91543EC-EB2D-44FE-8BA1-D949C5077960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F5799A0-33EB-47FC-842B-9D4CABE780FF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6F72B65F-8EB9-4ACE-88F5-95D395D1DFC8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E827E00-6EED-43E7-A8C9-274153DA9637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132" name="Graphic 45">
            <a:extLst>
              <a:ext uri="{FF2B5EF4-FFF2-40B4-BE49-F238E27FC236}">
                <a16:creationId xmlns:a16="http://schemas.microsoft.com/office/drawing/2014/main" id="{CC39049F-4681-491C-9432-DF6B830F2F9C}"/>
              </a:ext>
            </a:extLst>
          </p:cNvPr>
          <p:cNvGrpSpPr/>
          <p:nvPr/>
        </p:nvGrpSpPr>
        <p:grpSpPr>
          <a:xfrm>
            <a:off x="8236222" y="3100421"/>
            <a:ext cx="404883" cy="536723"/>
            <a:chOff x="1869848" y="-91796"/>
            <a:chExt cx="1515808" cy="2009394"/>
          </a:xfrm>
        </p:grpSpPr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67A2A62-BE21-4DA9-9679-7353F5659F37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A95E1B7-A71D-4C04-962D-BD1FC85D096D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8A98DC9-42DA-41EC-B495-23BEB831EAE7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D86BE0D-11F6-44B4-ACCB-D6659E67194E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2E5D0D1-F3DF-4DA4-ACC7-59DB8C281A3B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138" name="Graphic 69">
            <a:extLst>
              <a:ext uri="{FF2B5EF4-FFF2-40B4-BE49-F238E27FC236}">
                <a16:creationId xmlns:a16="http://schemas.microsoft.com/office/drawing/2014/main" id="{7574C445-688C-46EC-9AE7-F83F21960821}"/>
              </a:ext>
            </a:extLst>
          </p:cNvPr>
          <p:cNvGrpSpPr/>
          <p:nvPr/>
        </p:nvGrpSpPr>
        <p:grpSpPr>
          <a:xfrm>
            <a:off x="8681047" y="3134791"/>
            <a:ext cx="415966" cy="602757"/>
            <a:chOff x="5320703" y="3652300"/>
            <a:chExt cx="1355534" cy="1964239"/>
          </a:xfrm>
        </p:grpSpPr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6DE2157E-E7D0-46D2-A7F2-E5ED14DE9112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C0E9D5E-8517-4A39-BA5B-41C760D6D25E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1CF94F2-559F-4D46-BA23-4396DA5AF274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CE50C65-4151-4ACA-B08E-982C1A55837E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18F57AB0-447E-4489-9893-9E8D0D544F1F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120" name="Graphic 45">
            <a:extLst>
              <a:ext uri="{FF2B5EF4-FFF2-40B4-BE49-F238E27FC236}">
                <a16:creationId xmlns:a16="http://schemas.microsoft.com/office/drawing/2014/main" id="{75DB25C6-2383-4891-9EDF-1B018DE63A19}"/>
              </a:ext>
            </a:extLst>
          </p:cNvPr>
          <p:cNvGrpSpPr/>
          <p:nvPr/>
        </p:nvGrpSpPr>
        <p:grpSpPr>
          <a:xfrm>
            <a:off x="5013638" y="1543613"/>
            <a:ext cx="404883" cy="536723"/>
            <a:chOff x="1869848" y="-91796"/>
            <a:chExt cx="1515808" cy="2009394"/>
          </a:xfrm>
        </p:grpSpPr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9C21932F-0EE3-4384-B3B4-3609E549BF90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B021A7E-7050-4099-B0C3-0EE6C959CAFC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369B9D84-C5D2-4FAA-9F9F-BFBBB8DC5892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4BED5D0-B0D3-49B2-846F-C2C84B0921FE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7FD3159-0256-4598-9DCD-50706F6FC9A6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126" name="Graphic 69">
            <a:extLst>
              <a:ext uri="{FF2B5EF4-FFF2-40B4-BE49-F238E27FC236}">
                <a16:creationId xmlns:a16="http://schemas.microsoft.com/office/drawing/2014/main" id="{C931BAD7-402D-4125-8A88-B5DEABA0A588}"/>
              </a:ext>
            </a:extLst>
          </p:cNvPr>
          <p:cNvGrpSpPr/>
          <p:nvPr/>
        </p:nvGrpSpPr>
        <p:grpSpPr>
          <a:xfrm>
            <a:off x="4566792" y="1646557"/>
            <a:ext cx="415966" cy="602757"/>
            <a:chOff x="5320703" y="3652300"/>
            <a:chExt cx="1355534" cy="1964239"/>
          </a:xfrm>
        </p:grpSpPr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86757C4-95BA-4E3A-BBD5-07334A916C94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1DFC04F-B269-46CA-8B87-74D7DB1B5C97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FABE857-31F7-4C80-8A79-1A93567DA233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7BA5EF5-DD27-4E4D-9C55-427A0F2C5D15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B37E6783-B392-4E04-8381-65CC0C72E753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DAA7CBE-21F3-46C2-85D3-384F3E5C88F7}"/>
              </a:ext>
            </a:extLst>
          </p:cNvPr>
          <p:cNvGrpSpPr/>
          <p:nvPr/>
        </p:nvGrpSpPr>
        <p:grpSpPr>
          <a:xfrm>
            <a:off x="4266904" y="28"/>
            <a:ext cx="5282529" cy="6872285"/>
            <a:chOff x="4500099" y="-6055"/>
            <a:chExt cx="5282529" cy="6872285"/>
          </a:xfrm>
          <a:effectLst/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2C1F01C3-3ABE-474E-9CB2-FB65C4AAF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099" y="-6055"/>
              <a:ext cx="5282529" cy="6872285"/>
            </a:xfrm>
            <a:custGeom>
              <a:avLst/>
              <a:gdLst>
                <a:gd name="T0" fmla="*/ 2346 w 2459"/>
                <a:gd name="T1" fmla="*/ 1875 h 3200"/>
                <a:gd name="T2" fmla="*/ 2010 w 2459"/>
                <a:gd name="T3" fmla="*/ 1696 h 3200"/>
                <a:gd name="T4" fmla="*/ 1645 w 2459"/>
                <a:gd name="T5" fmla="*/ 1806 h 3200"/>
                <a:gd name="T6" fmla="*/ 1465 w 2459"/>
                <a:gd name="T7" fmla="*/ 2142 h 3200"/>
                <a:gd name="T8" fmla="*/ 1418 w 2459"/>
                <a:gd name="T9" fmla="*/ 2330 h 3200"/>
                <a:gd name="T10" fmla="*/ 1230 w 2459"/>
                <a:gd name="T11" fmla="*/ 2425 h 3200"/>
                <a:gd name="T12" fmla="*/ 1076 w 2459"/>
                <a:gd name="T13" fmla="*/ 2366 h 3200"/>
                <a:gd name="T14" fmla="*/ 998 w 2459"/>
                <a:gd name="T15" fmla="*/ 2194 h 3200"/>
                <a:gd name="T16" fmla="*/ 1055 w 2459"/>
                <a:gd name="T17" fmla="*/ 2039 h 3200"/>
                <a:gd name="T18" fmla="*/ 1228 w 2459"/>
                <a:gd name="T19" fmla="*/ 1960 h 3200"/>
                <a:gd name="T20" fmla="*/ 1519 w 2459"/>
                <a:gd name="T21" fmla="*/ 1868 h 3200"/>
                <a:gd name="T22" fmla="*/ 1716 w 2459"/>
                <a:gd name="T23" fmla="*/ 1575 h 3200"/>
                <a:gd name="T24" fmla="*/ 1638 w 2459"/>
                <a:gd name="T25" fmla="*/ 1175 h 3200"/>
                <a:gd name="T26" fmla="*/ 1345 w 2459"/>
                <a:gd name="T27" fmla="*/ 976 h 3200"/>
                <a:gd name="T28" fmla="*/ 945 w 2459"/>
                <a:gd name="T29" fmla="*/ 1053 h 3200"/>
                <a:gd name="T30" fmla="*/ 745 w 2459"/>
                <a:gd name="T31" fmla="*/ 1344 h 3200"/>
                <a:gd name="T32" fmla="*/ 684 w 2459"/>
                <a:gd name="T33" fmla="*/ 1603 h 3200"/>
                <a:gd name="T34" fmla="*/ 530 w 2459"/>
                <a:gd name="T35" fmla="*/ 1692 h 3200"/>
                <a:gd name="T36" fmla="*/ 359 w 2459"/>
                <a:gd name="T37" fmla="*/ 1647 h 3200"/>
                <a:gd name="T38" fmla="*/ 269 w 2459"/>
                <a:gd name="T39" fmla="*/ 1494 h 3200"/>
                <a:gd name="T40" fmla="*/ 321 w 2459"/>
                <a:gd name="T41" fmla="*/ 1313 h 3200"/>
                <a:gd name="T42" fmla="*/ 491 w 2459"/>
                <a:gd name="T43" fmla="*/ 1230 h 3200"/>
                <a:gd name="T44" fmla="*/ 797 w 2459"/>
                <a:gd name="T45" fmla="*/ 1131 h 3200"/>
                <a:gd name="T46" fmla="*/ 992 w 2459"/>
                <a:gd name="T47" fmla="*/ 804 h 3200"/>
                <a:gd name="T48" fmla="*/ 900 w 2459"/>
                <a:gd name="T49" fmla="*/ 435 h 3200"/>
                <a:gd name="T50" fmla="*/ 575 w 2459"/>
                <a:gd name="T51" fmla="*/ 238 h 3200"/>
                <a:gd name="T52" fmla="*/ 372 w 2459"/>
                <a:gd name="T53" fmla="*/ 194 h 3200"/>
                <a:gd name="T54" fmla="*/ 275 w 2459"/>
                <a:gd name="T55" fmla="*/ 61 h 3200"/>
                <a:gd name="T56" fmla="*/ 81 w 2459"/>
                <a:gd name="T57" fmla="*/ 272 h 3200"/>
                <a:gd name="T58" fmla="*/ 367 w 2459"/>
                <a:gd name="T59" fmla="*/ 481 h 3200"/>
                <a:gd name="T60" fmla="*/ 625 w 2459"/>
                <a:gd name="T61" fmla="*/ 536 h 3200"/>
                <a:gd name="T62" fmla="*/ 723 w 2459"/>
                <a:gd name="T63" fmla="*/ 668 h 3200"/>
                <a:gd name="T64" fmla="*/ 689 w 2459"/>
                <a:gd name="T65" fmla="*/ 865 h 3200"/>
                <a:gd name="T66" fmla="*/ 502 w 2459"/>
                <a:gd name="T67" fmla="*/ 963 h 3200"/>
                <a:gd name="T68" fmla="*/ 193 w 2459"/>
                <a:gd name="T69" fmla="*/ 1068 h 3200"/>
                <a:gd name="T70" fmla="*/ 2 w 2459"/>
                <a:gd name="T71" fmla="*/ 1428 h 3200"/>
                <a:gd name="T72" fmla="*/ 105 w 2459"/>
                <a:gd name="T73" fmla="*/ 1767 h 3200"/>
                <a:gd name="T74" fmla="*/ 464 w 2459"/>
                <a:gd name="T75" fmla="*/ 1959 h 3200"/>
                <a:gd name="T76" fmla="*/ 802 w 2459"/>
                <a:gd name="T77" fmla="*/ 1858 h 3200"/>
                <a:gd name="T78" fmla="*/ 996 w 2459"/>
                <a:gd name="T79" fmla="*/ 1499 h 3200"/>
                <a:gd name="T80" fmla="*/ 1038 w 2459"/>
                <a:gd name="T81" fmla="*/ 1331 h 3200"/>
                <a:gd name="T82" fmla="*/ 1186 w 2459"/>
                <a:gd name="T83" fmla="*/ 1234 h 3200"/>
                <a:gd name="T84" fmla="*/ 1360 w 2459"/>
                <a:gd name="T85" fmla="*/ 1269 h 3200"/>
                <a:gd name="T86" fmla="*/ 1458 w 2459"/>
                <a:gd name="T87" fmla="*/ 1417 h 3200"/>
                <a:gd name="T88" fmla="*/ 1416 w 2459"/>
                <a:gd name="T89" fmla="*/ 1600 h 3200"/>
                <a:gd name="T90" fmla="*/ 1239 w 2459"/>
                <a:gd name="T91" fmla="*/ 1694 h 3200"/>
                <a:gd name="T92" fmla="*/ 934 w 2459"/>
                <a:gd name="T93" fmla="*/ 1791 h 3200"/>
                <a:gd name="T94" fmla="*/ 734 w 2459"/>
                <a:gd name="T95" fmla="*/ 2146 h 3200"/>
                <a:gd name="T96" fmla="*/ 827 w 2459"/>
                <a:gd name="T97" fmla="*/ 2487 h 3200"/>
                <a:gd name="T98" fmla="*/ 1181 w 2459"/>
                <a:gd name="T99" fmla="*/ 2689 h 3200"/>
                <a:gd name="T100" fmla="*/ 1522 w 2459"/>
                <a:gd name="T101" fmla="*/ 2597 h 3200"/>
                <a:gd name="T102" fmla="*/ 1726 w 2459"/>
                <a:gd name="T103" fmla="*/ 2244 h 3200"/>
                <a:gd name="T104" fmla="*/ 1760 w 2459"/>
                <a:gd name="T105" fmla="*/ 2076 h 3200"/>
                <a:gd name="T106" fmla="*/ 1887 w 2459"/>
                <a:gd name="T107" fmla="*/ 1972 h 3200"/>
                <a:gd name="T108" fmla="*/ 2076 w 2459"/>
                <a:gd name="T109" fmla="*/ 1991 h 3200"/>
                <a:gd name="T110" fmla="*/ 2181 w 2459"/>
                <a:gd name="T111" fmla="*/ 2118 h 3200"/>
                <a:gd name="T112" fmla="*/ 2193 w 2459"/>
                <a:gd name="T113" fmla="*/ 2742 h 3200"/>
                <a:gd name="T114" fmla="*/ 2459 w 2459"/>
                <a:gd name="T115" fmla="*/ 2628 h 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459" h="3200">
                  <a:moveTo>
                    <a:pt x="2459" y="2186"/>
                  </a:moveTo>
                  <a:cubicBezTo>
                    <a:pt x="2459" y="2171"/>
                    <a:pt x="2459" y="2161"/>
                    <a:pt x="2459" y="2161"/>
                  </a:cubicBezTo>
                  <a:cubicBezTo>
                    <a:pt x="2459" y="2161"/>
                    <a:pt x="2458" y="2152"/>
                    <a:pt x="2456" y="2137"/>
                  </a:cubicBezTo>
                  <a:cubicBezTo>
                    <a:pt x="2455" y="2123"/>
                    <a:pt x="2452" y="2103"/>
                    <a:pt x="2448" y="2084"/>
                  </a:cubicBezTo>
                  <a:cubicBezTo>
                    <a:pt x="2443" y="2065"/>
                    <a:pt x="2438" y="2046"/>
                    <a:pt x="2433" y="2032"/>
                  </a:cubicBezTo>
                  <a:cubicBezTo>
                    <a:pt x="2428" y="2018"/>
                    <a:pt x="2425" y="2009"/>
                    <a:pt x="2425" y="2009"/>
                  </a:cubicBezTo>
                  <a:cubicBezTo>
                    <a:pt x="2425" y="2009"/>
                    <a:pt x="2421" y="2000"/>
                    <a:pt x="2415" y="1987"/>
                  </a:cubicBezTo>
                  <a:cubicBezTo>
                    <a:pt x="2409" y="1973"/>
                    <a:pt x="2400" y="1956"/>
                    <a:pt x="2390" y="1939"/>
                  </a:cubicBezTo>
                  <a:cubicBezTo>
                    <a:pt x="2380" y="1922"/>
                    <a:pt x="2369" y="1906"/>
                    <a:pt x="2361" y="1895"/>
                  </a:cubicBezTo>
                  <a:cubicBezTo>
                    <a:pt x="2352" y="1883"/>
                    <a:pt x="2346" y="1875"/>
                    <a:pt x="2346" y="1875"/>
                  </a:cubicBezTo>
                  <a:cubicBezTo>
                    <a:pt x="2346" y="1875"/>
                    <a:pt x="2339" y="1868"/>
                    <a:pt x="2330" y="1857"/>
                  </a:cubicBezTo>
                  <a:cubicBezTo>
                    <a:pt x="2320" y="1846"/>
                    <a:pt x="2306" y="1832"/>
                    <a:pt x="2291" y="1819"/>
                  </a:cubicBezTo>
                  <a:cubicBezTo>
                    <a:pt x="2277" y="1806"/>
                    <a:pt x="2261" y="1794"/>
                    <a:pt x="2250" y="1786"/>
                  </a:cubicBezTo>
                  <a:cubicBezTo>
                    <a:pt x="2238" y="1777"/>
                    <a:pt x="2229" y="1772"/>
                    <a:pt x="2229" y="1772"/>
                  </a:cubicBezTo>
                  <a:cubicBezTo>
                    <a:pt x="2229" y="1772"/>
                    <a:pt x="2221" y="1767"/>
                    <a:pt x="2208" y="1760"/>
                  </a:cubicBezTo>
                  <a:cubicBezTo>
                    <a:pt x="2196" y="1752"/>
                    <a:pt x="2178" y="1743"/>
                    <a:pt x="2160" y="1736"/>
                  </a:cubicBezTo>
                  <a:cubicBezTo>
                    <a:pt x="2143" y="1728"/>
                    <a:pt x="2124" y="1721"/>
                    <a:pt x="2110" y="1717"/>
                  </a:cubicBezTo>
                  <a:cubicBezTo>
                    <a:pt x="2096" y="1712"/>
                    <a:pt x="2087" y="1710"/>
                    <a:pt x="2087" y="1710"/>
                  </a:cubicBezTo>
                  <a:cubicBezTo>
                    <a:pt x="2087" y="1710"/>
                    <a:pt x="2077" y="1707"/>
                    <a:pt x="2063" y="1704"/>
                  </a:cubicBezTo>
                  <a:cubicBezTo>
                    <a:pt x="2048" y="1701"/>
                    <a:pt x="2029" y="1698"/>
                    <a:pt x="2010" y="1696"/>
                  </a:cubicBezTo>
                  <a:cubicBezTo>
                    <a:pt x="1990" y="1694"/>
                    <a:pt x="1971" y="1694"/>
                    <a:pt x="1956" y="1694"/>
                  </a:cubicBezTo>
                  <a:cubicBezTo>
                    <a:pt x="1942" y="1694"/>
                    <a:pt x="1932" y="1695"/>
                    <a:pt x="1932" y="1695"/>
                  </a:cubicBezTo>
                  <a:cubicBezTo>
                    <a:pt x="1932" y="1695"/>
                    <a:pt x="1922" y="1695"/>
                    <a:pt x="1908" y="1697"/>
                  </a:cubicBezTo>
                  <a:cubicBezTo>
                    <a:pt x="1893" y="1698"/>
                    <a:pt x="1874" y="1701"/>
                    <a:pt x="1855" y="1705"/>
                  </a:cubicBezTo>
                  <a:cubicBezTo>
                    <a:pt x="1836" y="1709"/>
                    <a:pt x="1817" y="1715"/>
                    <a:pt x="1803" y="1720"/>
                  </a:cubicBezTo>
                  <a:cubicBezTo>
                    <a:pt x="1789" y="1724"/>
                    <a:pt x="1780" y="1728"/>
                    <a:pt x="1780" y="1728"/>
                  </a:cubicBezTo>
                  <a:cubicBezTo>
                    <a:pt x="1780" y="1728"/>
                    <a:pt x="1771" y="1731"/>
                    <a:pt x="1757" y="1737"/>
                  </a:cubicBezTo>
                  <a:cubicBezTo>
                    <a:pt x="1744" y="1743"/>
                    <a:pt x="1726" y="1752"/>
                    <a:pt x="1709" y="1762"/>
                  </a:cubicBezTo>
                  <a:cubicBezTo>
                    <a:pt x="1693" y="1772"/>
                    <a:pt x="1676" y="1783"/>
                    <a:pt x="1665" y="1791"/>
                  </a:cubicBezTo>
                  <a:cubicBezTo>
                    <a:pt x="1653" y="1800"/>
                    <a:pt x="1645" y="1806"/>
                    <a:pt x="1645" y="1806"/>
                  </a:cubicBezTo>
                  <a:cubicBezTo>
                    <a:pt x="1645" y="1806"/>
                    <a:pt x="1638" y="1812"/>
                    <a:pt x="1627" y="1822"/>
                  </a:cubicBezTo>
                  <a:cubicBezTo>
                    <a:pt x="1616" y="1832"/>
                    <a:pt x="1602" y="1846"/>
                    <a:pt x="1589" y="1860"/>
                  </a:cubicBezTo>
                  <a:cubicBezTo>
                    <a:pt x="1576" y="1875"/>
                    <a:pt x="1564" y="1890"/>
                    <a:pt x="1556" y="1902"/>
                  </a:cubicBezTo>
                  <a:cubicBezTo>
                    <a:pt x="1547" y="1914"/>
                    <a:pt x="1542" y="1922"/>
                    <a:pt x="1542" y="1922"/>
                  </a:cubicBezTo>
                  <a:cubicBezTo>
                    <a:pt x="1542" y="1922"/>
                    <a:pt x="1536" y="1930"/>
                    <a:pt x="1529" y="1943"/>
                  </a:cubicBezTo>
                  <a:cubicBezTo>
                    <a:pt x="1522" y="1956"/>
                    <a:pt x="1513" y="1973"/>
                    <a:pt x="1505" y="1991"/>
                  </a:cubicBezTo>
                  <a:cubicBezTo>
                    <a:pt x="1497" y="2009"/>
                    <a:pt x="1490" y="2027"/>
                    <a:pt x="1486" y="2041"/>
                  </a:cubicBezTo>
                  <a:cubicBezTo>
                    <a:pt x="1481" y="2055"/>
                    <a:pt x="1479" y="2065"/>
                    <a:pt x="1479" y="2065"/>
                  </a:cubicBezTo>
                  <a:cubicBezTo>
                    <a:pt x="1479" y="2065"/>
                    <a:pt x="1476" y="2074"/>
                    <a:pt x="1473" y="2088"/>
                  </a:cubicBezTo>
                  <a:cubicBezTo>
                    <a:pt x="1470" y="2103"/>
                    <a:pt x="1467" y="2122"/>
                    <a:pt x="1465" y="2142"/>
                  </a:cubicBezTo>
                  <a:cubicBezTo>
                    <a:pt x="1464" y="2151"/>
                    <a:pt x="1463" y="2161"/>
                    <a:pt x="1463" y="2170"/>
                  </a:cubicBezTo>
                  <a:cubicBezTo>
                    <a:pt x="1463" y="2175"/>
                    <a:pt x="1462" y="2179"/>
                    <a:pt x="1462" y="2183"/>
                  </a:cubicBezTo>
                  <a:cubicBezTo>
                    <a:pt x="1462" y="2187"/>
                    <a:pt x="1462" y="2190"/>
                    <a:pt x="1462" y="2194"/>
                  </a:cubicBezTo>
                  <a:cubicBezTo>
                    <a:pt x="1462" y="2201"/>
                    <a:pt x="1462" y="2205"/>
                    <a:pt x="1462" y="2205"/>
                  </a:cubicBezTo>
                  <a:cubicBezTo>
                    <a:pt x="1462" y="2205"/>
                    <a:pt x="1461" y="2223"/>
                    <a:pt x="1457" y="2241"/>
                  </a:cubicBezTo>
                  <a:cubicBezTo>
                    <a:pt x="1455" y="2250"/>
                    <a:pt x="1453" y="2259"/>
                    <a:pt x="1451" y="2265"/>
                  </a:cubicBezTo>
                  <a:cubicBezTo>
                    <a:pt x="1449" y="2272"/>
                    <a:pt x="1447" y="2276"/>
                    <a:pt x="1447" y="2276"/>
                  </a:cubicBezTo>
                  <a:cubicBezTo>
                    <a:pt x="1447" y="2276"/>
                    <a:pt x="1445" y="2280"/>
                    <a:pt x="1443" y="2286"/>
                  </a:cubicBezTo>
                  <a:cubicBezTo>
                    <a:pt x="1440" y="2293"/>
                    <a:pt x="1436" y="2301"/>
                    <a:pt x="1431" y="2309"/>
                  </a:cubicBezTo>
                  <a:cubicBezTo>
                    <a:pt x="1427" y="2316"/>
                    <a:pt x="1422" y="2324"/>
                    <a:pt x="1418" y="2330"/>
                  </a:cubicBezTo>
                  <a:cubicBezTo>
                    <a:pt x="1413" y="2335"/>
                    <a:pt x="1411" y="2339"/>
                    <a:pt x="1411" y="2339"/>
                  </a:cubicBezTo>
                  <a:cubicBezTo>
                    <a:pt x="1411" y="2339"/>
                    <a:pt x="1408" y="2342"/>
                    <a:pt x="1403" y="2347"/>
                  </a:cubicBezTo>
                  <a:cubicBezTo>
                    <a:pt x="1399" y="2352"/>
                    <a:pt x="1392" y="2359"/>
                    <a:pt x="1385" y="2365"/>
                  </a:cubicBezTo>
                  <a:cubicBezTo>
                    <a:pt x="1379" y="2371"/>
                    <a:pt x="1372" y="2377"/>
                    <a:pt x="1366" y="2381"/>
                  </a:cubicBezTo>
                  <a:cubicBezTo>
                    <a:pt x="1360" y="2385"/>
                    <a:pt x="1357" y="2387"/>
                    <a:pt x="1357" y="2387"/>
                  </a:cubicBezTo>
                  <a:cubicBezTo>
                    <a:pt x="1357" y="2387"/>
                    <a:pt x="1353" y="2390"/>
                    <a:pt x="1347" y="2393"/>
                  </a:cubicBezTo>
                  <a:cubicBezTo>
                    <a:pt x="1341" y="2397"/>
                    <a:pt x="1333" y="2401"/>
                    <a:pt x="1325" y="2405"/>
                  </a:cubicBezTo>
                  <a:cubicBezTo>
                    <a:pt x="1308" y="2412"/>
                    <a:pt x="1291" y="2417"/>
                    <a:pt x="1291" y="2417"/>
                  </a:cubicBezTo>
                  <a:cubicBezTo>
                    <a:pt x="1291" y="2417"/>
                    <a:pt x="1273" y="2422"/>
                    <a:pt x="1255" y="2423"/>
                  </a:cubicBezTo>
                  <a:cubicBezTo>
                    <a:pt x="1246" y="2424"/>
                    <a:pt x="1237" y="2425"/>
                    <a:pt x="1230" y="2425"/>
                  </a:cubicBezTo>
                  <a:cubicBezTo>
                    <a:pt x="1223" y="2425"/>
                    <a:pt x="1218" y="2424"/>
                    <a:pt x="1218" y="2424"/>
                  </a:cubicBezTo>
                  <a:cubicBezTo>
                    <a:pt x="1218" y="2424"/>
                    <a:pt x="1214" y="2424"/>
                    <a:pt x="1207" y="2424"/>
                  </a:cubicBezTo>
                  <a:cubicBezTo>
                    <a:pt x="1200" y="2423"/>
                    <a:pt x="1191" y="2422"/>
                    <a:pt x="1182" y="2420"/>
                  </a:cubicBezTo>
                  <a:cubicBezTo>
                    <a:pt x="1173" y="2418"/>
                    <a:pt x="1165" y="2416"/>
                    <a:pt x="1158" y="2414"/>
                  </a:cubicBezTo>
                  <a:cubicBezTo>
                    <a:pt x="1152" y="2411"/>
                    <a:pt x="1148" y="2410"/>
                    <a:pt x="1148" y="2410"/>
                  </a:cubicBezTo>
                  <a:cubicBezTo>
                    <a:pt x="1148" y="2410"/>
                    <a:pt x="1143" y="2408"/>
                    <a:pt x="1137" y="2405"/>
                  </a:cubicBezTo>
                  <a:cubicBezTo>
                    <a:pt x="1131" y="2403"/>
                    <a:pt x="1123" y="2399"/>
                    <a:pt x="1115" y="2394"/>
                  </a:cubicBezTo>
                  <a:cubicBezTo>
                    <a:pt x="1107" y="2390"/>
                    <a:pt x="1099" y="2385"/>
                    <a:pt x="1094" y="2381"/>
                  </a:cubicBezTo>
                  <a:cubicBezTo>
                    <a:pt x="1088" y="2377"/>
                    <a:pt x="1085" y="2374"/>
                    <a:pt x="1085" y="2374"/>
                  </a:cubicBezTo>
                  <a:cubicBezTo>
                    <a:pt x="1085" y="2374"/>
                    <a:pt x="1081" y="2371"/>
                    <a:pt x="1076" y="2366"/>
                  </a:cubicBezTo>
                  <a:cubicBezTo>
                    <a:pt x="1071" y="2362"/>
                    <a:pt x="1064" y="2356"/>
                    <a:pt x="1058" y="2349"/>
                  </a:cubicBezTo>
                  <a:cubicBezTo>
                    <a:pt x="1052" y="2342"/>
                    <a:pt x="1046" y="2335"/>
                    <a:pt x="1042" y="2329"/>
                  </a:cubicBezTo>
                  <a:cubicBezTo>
                    <a:pt x="1038" y="2324"/>
                    <a:pt x="1036" y="2320"/>
                    <a:pt x="1036" y="2320"/>
                  </a:cubicBezTo>
                  <a:cubicBezTo>
                    <a:pt x="1036" y="2320"/>
                    <a:pt x="1033" y="2316"/>
                    <a:pt x="1030" y="2310"/>
                  </a:cubicBezTo>
                  <a:cubicBezTo>
                    <a:pt x="1026" y="2305"/>
                    <a:pt x="1022" y="2297"/>
                    <a:pt x="1018" y="2288"/>
                  </a:cubicBezTo>
                  <a:cubicBezTo>
                    <a:pt x="1015" y="2280"/>
                    <a:pt x="1011" y="2272"/>
                    <a:pt x="1009" y="2265"/>
                  </a:cubicBezTo>
                  <a:cubicBezTo>
                    <a:pt x="1007" y="2259"/>
                    <a:pt x="1006" y="2254"/>
                    <a:pt x="1006" y="2254"/>
                  </a:cubicBezTo>
                  <a:cubicBezTo>
                    <a:pt x="1006" y="2254"/>
                    <a:pt x="1005" y="2250"/>
                    <a:pt x="1003" y="2243"/>
                  </a:cubicBezTo>
                  <a:cubicBezTo>
                    <a:pt x="1002" y="2237"/>
                    <a:pt x="1000" y="2228"/>
                    <a:pt x="999" y="2219"/>
                  </a:cubicBezTo>
                  <a:cubicBezTo>
                    <a:pt x="998" y="2210"/>
                    <a:pt x="998" y="2200"/>
                    <a:pt x="998" y="2194"/>
                  </a:cubicBezTo>
                  <a:cubicBezTo>
                    <a:pt x="998" y="2187"/>
                    <a:pt x="998" y="2182"/>
                    <a:pt x="998" y="2182"/>
                  </a:cubicBezTo>
                  <a:cubicBezTo>
                    <a:pt x="998" y="2182"/>
                    <a:pt x="998" y="2177"/>
                    <a:pt x="999" y="2171"/>
                  </a:cubicBezTo>
                  <a:cubicBezTo>
                    <a:pt x="999" y="2164"/>
                    <a:pt x="1001" y="2155"/>
                    <a:pt x="1002" y="2146"/>
                  </a:cubicBezTo>
                  <a:cubicBezTo>
                    <a:pt x="1004" y="2137"/>
                    <a:pt x="1007" y="2128"/>
                    <a:pt x="1009" y="2122"/>
                  </a:cubicBezTo>
                  <a:cubicBezTo>
                    <a:pt x="1011" y="2115"/>
                    <a:pt x="1012" y="2111"/>
                    <a:pt x="1012" y="2111"/>
                  </a:cubicBezTo>
                  <a:cubicBezTo>
                    <a:pt x="1012" y="2111"/>
                    <a:pt x="1014" y="2107"/>
                    <a:pt x="1017" y="2101"/>
                  </a:cubicBezTo>
                  <a:cubicBezTo>
                    <a:pt x="1019" y="2094"/>
                    <a:pt x="1023" y="2086"/>
                    <a:pt x="1028" y="2078"/>
                  </a:cubicBezTo>
                  <a:cubicBezTo>
                    <a:pt x="1032" y="2070"/>
                    <a:pt x="1037" y="2063"/>
                    <a:pt x="1041" y="2057"/>
                  </a:cubicBezTo>
                  <a:cubicBezTo>
                    <a:pt x="1045" y="2052"/>
                    <a:pt x="1048" y="2048"/>
                    <a:pt x="1048" y="2048"/>
                  </a:cubicBezTo>
                  <a:cubicBezTo>
                    <a:pt x="1048" y="2048"/>
                    <a:pt x="1051" y="2045"/>
                    <a:pt x="1055" y="2039"/>
                  </a:cubicBezTo>
                  <a:cubicBezTo>
                    <a:pt x="1060" y="2034"/>
                    <a:pt x="1066" y="2028"/>
                    <a:pt x="1073" y="2021"/>
                  </a:cubicBezTo>
                  <a:cubicBezTo>
                    <a:pt x="1080" y="2015"/>
                    <a:pt x="1087" y="2010"/>
                    <a:pt x="1092" y="2006"/>
                  </a:cubicBezTo>
                  <a:cubicBezTo>
                    <a:pt x="1098" y="2001"/>
                    <a:pt x="1102" y="1999"/>
                    <a:pt x="1102" y="1999"/>
                  </a:cubicBezTo>
                  <a:cubicBezTo>
                    <a:pt x="1102" y="1999"/>
                    <a:pt x="1105" y="1996"/>
                    <a:pt x="1111" y="1993"/>
                  </a:cubicBezTo>
                  <a:cubicBezTo>
                    <a:pt x="1117" y="1989"/>
                    <a:pt x="1125" y="1985"/>
                    <a:pt x="1133" y="1981"/>
                  </a:cubicBezTo>
                  <a:cubicBezTo>
                    <a:pt x="1142" y="1977"/>
                    <a:pt x="1150" y="1974"/>
                    <a:pt x="1156" y="1972"/>
                  </a:cubicBezTo>
                  <a:cubicBezTo>
                    <a:pt x="1163" y="1970"/>
                    <a:pt x="1167" y="1969"/>
                    <a:pt x="1167" y="1969"/>
                  </a:cubicBezTo>
                  <a:cubicBezTo>
                    <a:pt x="1167" y="1969"/>
                    <a:pt x="1172" y="1968"/>
                    <a:pt x="1178" y="1966"/>
                  </a:cubicBezTo>
                  <a:cubicBezTo>
                    <a:pt x="1185" y="1965"/>
                    <a:pt x="1194" y="1963"/>
                    <a:pt x="1203" y="1962"/>
                  </a:cubicBezTo>
                  <a:cubicBezTo>
                    <a:pt x="1212" y="1961"/>
                    <a:pt x="1221" y="1960"/>
                    <a:pt x="1228" y="1960"/>
                  </a:cubicBezTo>
                  <a:cubicBezTo>
                    <a:pt x="1231" y="1960"/>
                    <a:pt x="1233" y="1960"/>
                    <a:pt x="1236" y="1960"/>
                  </a:cubicBezTo>
                  <a:cubicBezTo>
                    <a:pt x="1239" y="1960"/>
                    <a:pt x="1241" y="1960"/>
                    <a:pt x="1243" y="1960"/>
                  </a:cubicBezTo>
                  <a:cubicBezTo>
                    <a:pt x="1248" y="1960"/>
                    <a:pt x="1250" y="1960"/>
                    <a:pt x="1250" y="1960"/>
                  </a:cubicBezTo>
                  <a:cubicBezTo>
                    <a:pt x="1250" y="1960"/>
                    <a:pt x="1260" y="1960"/>
                    <a:pt x="1274" y="1958"/>
                  </a:cubicBezTo>
                  <a:cubicBezTo>
                    <a:pt x="1289" y="1957"/>
                    <a:pt x="1308" y="1955"/>
                    <a:pt x="1327" y="1951"/>
                  </a:cubicBezTo>
                  <a:cubicBezTo>
                    <a:pt x="1347" y="1947"/>
                    <a:pt x="1366" y="1942"/>
                    <a:pt x="1380" y="1937"/>
                  </a:cubicBezTo>
                  <a:cubicBezTo>
                    <a:pt x="1394" y="1933"/>
                    <a:pt x="1403" y="1930"/>
                    <a:pt x="1403" y="1930"/>
                  </a:cubicBezTo>
                  <a:cubicBezTo>
                    <a:pt x="1403" y="1930"/>
                    <a:pt x="1412" y="1926"/>
                    <a:pt x="1425" y="1921"/>
                  </a:cubicBezTo>
                  <a:cubicBezTo>
                    <a:pt x="1439" y="1915"/>
                    <a:pt x="1457" y="1906"/>
                    <a:pt x="1474" y="1897"/>
                  </a:cubicBezTo>
                  <a:cubicBezTo>
                    <a:pt x="1491" y="1887"/>
                    <a:pt x="1507" y="1877"/>
                    <a:pt x="1519" y="1868"/>
                  </a:cubicBezTo>
                  <a:cubicBezTo>
                    <a:pt x="1531" y="1860"/>
                    <a:pt x="1538" y="1853"/>
                    <a:pt x="1538" y="1853"/>
                  </a:cubicBezTo>
                  <a:cubicBezTo>
                    <a:pt x="1538" y="1853"/>
                    <a:pt x="1546" y="1847"/>
                    <a:pt x="1557" y="1838"/>
                  </a:cubicBezTo>
                  <a:cubicBezTo>
                    <a:pt x="1568" y="1828"/>
                    <a:pt x="1583" y="1815"/>
                    <a:pt x="1596" y="1801"/>
                  </a:cubicBezTo>
                  <a:cubicBezTo>
                    <a:pt x="1609" y="1786"/>
                    <a:pt x="1621" y="1771"/>
                    <a:pt x="1630" y="1759"/>
                  </a:cubicBezTo>
                  <a:cubicBezTo>
                    <a:pt x="1639" y="1748"/>
                    <a:pt x="1644" y="1739"/>
                    <a:pt x="1644" y="1739"/>
                  </a:cubicBezTo>
                  <a:cubicBezTo>
                    <a:pt x="1644" y="1739"/>
                    <a:pt x="1650" y="1731"/>
                    <a:pt x="1657" y="1719"/>
                  </a:cubicBezTo>
                  <a:cubicBezTo>
                    <a:pt x="1665" y="1706"/>
                    <a:pt x="1674" y="1689"/>
                    <a:pt x="1682" y="1671"/>
                  </a:cubicBezTo>
                  <a:cubicBezTo>
                    <a:pt x="1691" y="1654"/>
                    <a:pt x="1698" y="1635"/>
                    <a:pt x="1702" y="1622"/>
                  </a:cubicBezTo>
                  <a:cubicBezTo>
                    <a:pt x="1707" y="1608"/>
                    <a:pt x="1710" y="1598"/>
                    <a:pt x="1710" y="1598"/>
                  </a:cubicBezTo>
                  <a:cubicBezTo>
                    <a:pt x="1710" y="1598"/>
                    <a:pt x="1712" y="1589"/>
                    <a:pt x="1716" y="1575"/>
                  </a:cubicBezTo>
                  <a:cubicBezTo>
                    <a:pt x="1719" y="1560"/>
                    <a:pt x="1723" y="1541"/>
                    <a:pt x="1725" y="1522"/>
                  </a:cubicBezTo>
                  <a:cubicBezTo>
                    <a:pt x="1727" y="1502"/>
                    <a:pt x="1728" y="1483"/>
                    <a:pt x="1729" y="1468"/>
                  </a:cubicBezTo>
                  <a:cubicBezTo>
                    <a:pt x="1729" y="1454"/>
                    <a:pt x="1728" y="1444"/>
                    <a:pt x="1728" y="1444"/>
                  </a:cubicBezTo>
                  <a:cubicBezTo>
                    <a:pt x="1728" y="1444"/>
                    <a:pt x="1728" y="1434"/>
                    <a:pt x="1727" y="1420"/>
                  </a:cubicBezTo>
                  <a:cubicBezTo>
                    <a:pt x="1726" y="1405"/>
                    <a:pt x="1723" y="1386"/>
                    <a:pt x="1720" y="1366"/>
                  </a:cubicBezTo>
                  <a:cubicBezTo>
                    <a:pt x="1716" y="1347"/>
                    <a:pt x="1711" y="1328"/>
                    <a:pt x="1706" y="1314"/>
                  </a:cubicBezTo>
                  <a:cubicBezTo>
                    <a:pt x="1702" y="1300"/>
                    <a:pt x="1699" y="1291"/>
                    <a:pt x="1699" y="1291"/>
                  </a:cubicBezTo>
                  <a:cubicBezTo>
                    <a:pt x="1699" y="1291"/>
                    <a:pt x="1695" y="1282"/>
                    <a:pt x="1690" y="1268"/>
                  </a:cubicBezTo>
                  <a:cubicBezTo>
                    <a:pt x="1684" y="1255"/>
                    <a:pt x="1676" y="1237"/>
                    <a:pt x="1666" y="1220"/>
                  </a:cubicBezTo>
                  <a:cubicBezTo>
                    <a:pt x="1657" y="1203"/>
                    <a:pt x="1646" y="1186"/>
                    <a:pt x="1638" y="1175"/>
                  </a:cubicBezTo>
                  <a:cubicBezTo>
                    <a:pt x="1629" y="1163"/>
                    <a:pt x="1623" y="1155"/>
                    <a:pt x="1623" y="1155"/>
                  </a:cubicBezTo>
                  <a:cubicBezTo>
                    <a:pt x="1623" y="1155"/>
                    <a:pt x="1617" y="1147"/>
                    <a:pt x="1608" y="1136"/>
                  </a:cubicBezTo>
                  <a:cubicBezTo>
                    <a:pt x="1598" y="1125"/>
                    <a:pt x="1585" y="1111"/>
                    <a:pt x="1571" y="1097"/>
                  </a:cubicBezTo>
                  <a:cubicBezTo>
                    <a:pt x="1556" y="1084"/>
                    <a:pt x="1541" y="1072"/>
                    <a:pt x="1530" y="1063"/>
                  </a:cubicBezTo>
                  <a:cubicBezTo>
                    <a:pt x="1518" y="1054"/>
                    <a:pt x="1510" y="1049"/>
                    <a:pt x="1510" y="1049"/>
                  </a:cubicBezTo>
                  <a:cubicBezTo>
                    <a:pt x="1510" y="1049"/>
                    <a:pt x="1502" y="1043"/>
                    <a:pt x="1489" y="1036"/>
                  </a:cubicBezTo>
                  <a:cubicBezTo>
                    <a:pt x="1477" y="1028"/>
                    <a:pt x="1460" y="1018"/>
                    <a:pt x="1442" y="1010"/>
                  </a:cubicBezTo>
                  <a:cubicBezTo>
                    <a:pt x="1424" y="1002"/>
                    <a:pt x="1406" y="995"/>
                    <a:pt x="1392" y="990"/>
                  </a:cubicBezTo>
                  <a:cubicBezTo>
                    <a:pt x="1378" y="985"/>
                    <a:pt x="1369" y="983"/>
                    <a:pt x="1369" y="983"/>
                  </a:cubicBezTo>
                  <a:cubicBezTo>
                    <a:pt x="1369" y="983"/>
                    <a:pt x="1359" y="980"/>
                    <a:pt x="1345" y="976"/>
                  </a:cubicBezTo>
                  <a:cubicBezTo>
                    <a:pt x="1331" y="973"/>
                    <a:pt x="1312" y="969"/>
                    <a:pt x="1292" y="967"/>
                  </a:cubicBezTo>
                  <a:cubicBezTo>
                    <a:pt x="1273" y="964"/>
                    <a:pt x="1253" y="963"/>
                    <a:pt x="1239" y="963"/>
                  </a:cubicBezTo>
                  <a:cubicBezTo>
                    <a:pt x="1224" y="963"/>
                    <a:pt x="1214" y="963"/>
                    <a:pt x="1214" y="963"/>
                  </a:cubicBezTo>
                  <a:cubicBezTo>
                    <a:pt x="1214" y="963"/>
                    <a:pt x="1205" y="964"/>
                    <a:pt x="1190" y="965"/>
                  </a:cubicBezTo>
                  <a:cubicBezTo>
                    <a:pt x="1176" y="966"/>
                    <a:pt x="1156" y="968"/>
                    <a:pt x="1137" y="972"/>
                  </a:cubicBezTo>
                  <a:cubicBezTo>
                    <a:pt x="1118" y="975"/>
                    <a:pt x="1099" y="980"/>
                    <a:pt x="1085" y="985"/>
                  </a:cubicBezTo>
                  <a:cubicBezTo>
                    <a:pt x="1071" y="989"/>
                    <a:pt x="1062" y="992"/>
                    <a:pt x="1062" y="992"/>
                  </a:cubicBezTo>
                  <a:cubicBezTo>
                    <a:pt x="1062" y="992"/>
                    <a:pt x="1052" y="996"/>
                    <a:pt x="1039" y="1001"/>
                  </a:cubicBezTo>
                  <a:cubicBezTo>
                    <a:pt x="1025" y="1007"/>
                    <a:pt x="1007" y="1015"/>
                    <a:pt x="990" y="1024"/>
                  </a:cubicBezTo>
                  <a:cubicBezTo>
                    <a:pt x="973" y="1034"/>
                    <a:pt x="957" y="1044"/>
                    <a:pt x="945" y="1053"/>
                  </a:cubicBezTo>
                  <a:cubicBezTo>
                    <a:pt x="933" y="1061"/>
                    <a:pt x="925" y="1067"/>
                    <a:pt x="925" y="1067"/>
                  </a:cubicBezTo>
                  <a:cubicBezTo>
                    <a:pt x="925" y="1067"/>
                    <a:pt x="917" y="1073"/>
                    <a:pt x="906" y="1083"/>
                  </a:cubicBezTo>
                  <a:cubicBezTo>
                    <a:pt x="895" y="1092"/>
                    <a:pt x="881" y="1105"/>
                    <a:pt x="867" y="1120"/>
                  </a:cubicBezTo>
                  <a:cubicBezTo>
                    <a:pt x="854" y="1134"/>
                    <a:pt x="842" y="1149"/>
                    <a:pt x="833" y="1160"/>
                  </a:cubicBezTo>
                  <a:cubicBezTo>
                    <a:pt x="824" y="1172"/>
                    <a:pt x="818" y="1180"/>
                    <a:pt x="818" y="1180"/>
                  </a:cubicBezTo>
                  <a:cubicBezTo>
                    <a:pt x="818" y="1180"/>
                    <a:pt x="813" y="1188"/>
                    <a:pt x="805" y="1201"/>
                  </a:cubicBezTo>
                  <a:cubicBezTo>
                    <a:pt x="797" y="1213"/>
                    <a:pt x="788" y="1230"/>
                    <a:pt x="779" y="1248"/>
                  </a:cubicBezTo>
                  <a:cubicBezTo>
                    <a:pt x="771" y="1265"/>
                    <a:pt x="764" y="1284"/>
                    <a:pt x="759" y="1298"/>
                  </a:cubicBezTo>
                  <a:cubicBezTo>
                    <a:pt x="754" y="1311"/>
                    <a:pt x="752" y="1321"/>
                    <a:pt x="752" y="1321"/>
                  </a:cubicBezTo>
                  <a:cubicBezTo>
                    <a:pt x="752" y="1321"/>
                    <a:pt x="749" y="1330"/>
                    <a:pt x="745" y="1344"/>
                  </a:cubicBezTo>
                  <a:cubicBezTo>
                    <a:pt x="742" y="1359"/>
                    <a:pt x="738" y="1378"/>
                    <a:pt x="736" y="1397"/>
                  </a:cubicBezTo>
                  <a:cubicBezTo>
                    <a:pt x="733" y="1417"/>
                    <a:pt x="732" y="1436"/>
                    <a:pt x="732" y="1451"/>
                  </a:cubicBezTo>
                  <a:cubicBezTo>
                    <a:pt x="731" y="1461"/>
                    <a:pt x="731" y="1468"/>
                    <a:pt x="731" y="1468"/>
                  </a:cubicBezTo>
                  <a:cubicBezTo>
                    <a:pt x="731" y="1468"/>
                    <a:pt x="731" y="1486"/>
                    <a:pt x="728" y="1504"/>
                  </a:cubicBezTo>
                  <a:cubicBezTo>
                    <a:pt x="726" y="1513"/>
                    <a:pt x="724" y="1522"/>
                    <a:pt x="722" y="1528"/>
                  </a:cubicBezTo>
                  <a:cubicBezTo>
                    <a:pt x="720" y="1535"/>
                    <a:pt x="718" y="1539"/>
                    <a:pt x="718" y="1539"/>
                  </a:cubicBezTo>
                  <a:cubicBezTo>
                    <a:pt x="718" y="1539"/>
                    <a:pt x="717" y="1543"/>
                    <a:pt x="714" y="1550"/>
                  </a:cubicBezTo>
                  <a:cubicBezTo>
                    <a:pt x="712" y="1556"/>
                    <a:pt x="708" y="1564"/>
                    <a:pt x="703" y="1572"/>
                  </a:cubicBezTo>
                  <a:cubicBezTo>
                    <a:pt x="699" y="1580"/>
                    <a:pt x="694" y="1588"/>
                    <a:pt x="690" y="1594"/>
                  </a:cubicBezTo>
                  <a:cubicBezTo>
                    <a:pt x="686" y="1599"/>
                    <a:pt x="684" y="1603"/>
                    <a:pt x="684" y="1603"/>
                  </a:cubicBezTo>
                  <a:cubicBezTo>
                    <a:pt x="684" y="1603"/>
                    <a:pt x="681" y="1606"/>
                    <a:pt x="676" y="1612"/>
                  </a:cubicBezTo>
                  <a:cubicBezTo>
                    <a:pt x="672" y="1617"/>
                    <a:pt x="666" y="1624"/>
                    <a:pt x="659" y="1630"/>
                  </a:cubicBezTo>
                  <a:cubicBezTo>
                    <a:pt x="653" y="1636"/>
                    <a:pt x="646" y="1642"/>
                    <a:pt x="640" y="1646"/>
                  </a:cubicBezTo>
                  <a:cubicBezTo>
                    <a:pt x="635" y="1650"/>
                    <a:pt x="631" y="1653"/>
                    <a:pt x="631" y="1653"/>
                  </a:cubicBezTo>
                  <a:cubicBezTo>
                    <a:pt x="631" y="1653"/>
                    <a:pt x="627" y="1656"/>
                    <a:pt x="621" y="1659"/>
                  </a:cubicBezTo>
                  <a:cubicBezTo>
                    <a:pt x="616" y="1663"/>
                    <a:pt x="608" y="1667"/>
                    <a:pt x="600" y="1671"/>
                  </a:cubicBezTo>
                  <a:cubicBezTo>
                    <a:pt x="591" y="1675"/>
                    <a:pt x="583" y="1678"/>
                    <a:pt x="577" y="1681"/>
                  </a:cubicBezTo>
                  <a:cubicBezTo>
                    <a:pt x="570" y="1683"/>
                    <a:pt x="566" y="1684"/>
                    <a:pt x="566" y="1684"/>
                  </a:cubicBezTo>
                  <a:cubicBezTo>
                    <a:pt x="566" y="1684"/>
                    <a:pt x="562" y="1686"/>
                    <a:pt x="555" y="1687"/>
                  </a:cubicBezTo>
                  <a:cubicBezTo>
                    <a:pt x="548" y="1689"/>
                    <a:pt x="539" y="1691"/>
                    <a:pt x="530" y="1692"/>
                  </a:cubicBezTo>
                  <a:cubicBezTo>
                    <a:pt x="521" y="1693"/>
                    <a:pt x="512" y="1694"/>
                    <a:pt x="505" y="1694"/>
                  </a:cubicBezTo>
                  <a:cubicBezTo>
                    <a:pt x="498" y="1694"/>
                    <a:pt x="494" y="1694"/>
                    <a:pt x="494" y="1694"/>
                  </a:cubicBezTo>
                  <a:cubicBezTo>
                    <a:pt x="494" y="1694"/>
                    <a:pt x="489" y="1694"/>
                    <a:pt x="482" y="1693"/>
                  </a:cubicBezTo>
                  <a:cubicBezTo>
                    <a:pt x="476" y="1693"/>
                    <a:pt x="467" y="1692"/>
                    <a:pt x="458" y="1690"/>
                  </a:cubicBezTo>
                  <a:cubicBezTo>
                    <a:pt x="449" y="1689"/>
                    <a:pt x="440" y="1686"/>
                    <a:pt x="433" y="1685"/>
                  </a:cubicBezTo>
                  <a:cubicBezTo>
                    <a:pt x="427" y="1683"/>
                    <a:pt x="423" y="1681"/>
                    <a:pt x="423" y="1681"/>
                  </a:cubicBezTo>
                  <a:cubicBezTo>
                    <a:pt x="423" y="1681"/>
                    <a:pt x="418" y="1680"/>
                    <a:pt x="412" y="1677"/>
                  </a:cubicBezTo>
                  <a:cubicBezTo>
                    <a:pt x="406" y="1675"/>
                    <a:pt x="397" y="1671"/>
                    <a:pt x="389" y="1666"/>
                  </a:cubicBezTo>
                  <a:cubicBezTo>
                    <a:pt x="381" y="1662"/>
                    <a:pt x="374" y="1657"/>
                    <a:pt x="368" y="1653"/>
                  </a:cubicBezTo>
                  <a:cubicBezTo>
                    <a:pt x="362" y="1650"/>
                    <a:pt x="359" y="1647"/>
                    <a:pt x="359" y="1647"/>
                  </a:cubicBezTo>
                  <a:cubicBezTo>
                    <a:pt x="359" y="1647"/>
                    <a:pt x="355" y="1644"/>
                    <a:pt x="350" y="1640"/>
                  </a:cubicBezTo>
                  <a:cubicBezTo>
                    <a:pt x="345" y="1635"/>
                    <a:pt x="338" y="1629"/>
                    <a:pt x="332" y="1623"/>
                  </a:cubicBezTo>
                  <a:cubicBezTo>
                    <a:pt x="325" y="1616"/>
                    <a:pt x="319" y="1609"/>
                    <a:pt x="315" y="1604"/>
                  </a:cubicBezTo>
                  <a:cubicBezTo>
                    <a:pt x="311" y="1598"/>
                    <a:pt x="309" y="1594"/>
                    <a:pt x="309" y="1594"/>
                  </a:cubicBezTo>
                  <a:cubicBezTo>
                    <a:pt x="309" y="1594"/>
                    <a:pt x="306" y="1591"/>
                    <a:pt x="302" y="1585"/>
                  </a:cubicBezTo>
                  <a:cubicBezTo>
                    <a:pt x="299" y="1579"/>
                    <a:pt x="294" y="1571"/>
                    <a:pt x="290" y="1563"/>
                  </a:cubicBezTo>
                  <a:cubicBezTo>
                    <a:pt x="286" y="1555"/>
                    <a:pt x="283" y="1546"/>
                    <a:pt x="280" y="1540"/>
                  </a:cubicBezTo>
                  <a:cubicBezTo>
                    <a:pt x="278" y="1534"/>
                    <a:pt x="277" y="1529"/>
                    <a:pt x="277" y="1529"/>
                  </a:cubicBezTo>
                  <a:cubicBezTo>
                    <a:pt x="277" y="1529"/>
                    <a:pt x="276" y="1525"/>
                    <a:pt x="274" y="1518"/>
                  </a:cubicBezTo>
                  <a:cubicBezTo>
                    <a:pt x="272" y="1512"/>
                    <a:pt x="270" y="1503"/>
                    <a:pt x="269" y="1494"/>
                  </a:cubicBezTo>
                  <a:cubicBezTo>
                    <a:pt x="268" y="1485"/>
                    <a:pt x="267" y="1476"/>
                    <a:pt x="267" y="1469"/>
                  </a:cubicBezTo>
                  <a:cubicBezTo>
                    <a:pt x="267" y="1462"/>
                    <a:pt x="267" y="1457"/>
                    <a:pt x="267" y="1457"/>
                  </a:cubicBezTo>
                  <a:cubicBezTo>
                    <a:pt x="267" y="1457"/>
                    <a:pt x="267" y="1439"/>
                    <a:pt x="270" y="1421"/>
                  </a:cubicBezTo>
                  <a:cubicBezTo>
                    <a:pt x="272" y="1412"/>
                    <a:pt x="274" y="1403"/>
                    <a:pt x="276" y="1397"/>
                  </a:cubicBezTo>
                  <a:cubicBezTo>
                    <a:pt x="278" y="1390"/>
                    <a:pt x="279" y="1386"/>
                    <a:pt x="279" y="1386"/>
                  </a:cubicBezTo>
                  <a:cubicBezTo>
                    <a:pt x="279" y="1386"/>
                    <a:pt x="281" y="1382"/>
                    <a:pt x="283" y="1376"/>
                  </a:cubicBezTo>
                  <a:cubicBezTo>
                    <a:pt x="286" y="1369"/>
                    <a:pt x="290" y="1361"/>
                    <a:pt x="294" y="1353"/>
                  </a:cubicBezTo>
                  <a:cubicBezTo>
                    <a:pt x="298" y="1345"/>
                    <a:pt x="303" y="1337"/>
                    <a:pt x="307" y="1332"/>
                  </a:cubicBezTo>
                  <a:cubicBezTo>
                    <a:pt x="311" y="1326"/>
                    <a:pt x="313" y="1322"/>
                    <a:pt x="313" y="1322"/>
                  </a:cubicBezTo>
                  <a:cubicBezTo>
                    <a:pt x="313" y="1322"/>
                    <a:pt x="316" y="1319"/>
                    <a:pt x="321" y="1313"/>
                  </a:cubicBezTo>
                  <a:cubicBezTo>
                    <a:pt x="325" y="1308"/>
                    <a:pt x="331" y="1301"/>
                    <a:pt x="338" y="1295"/>
                  </a:cubicBezTo>
                  <a:cubicBezTo>
                    <a:pt x="344" y="1289"/>
                    <a:pt x="351" y="1283"/>
                    <a:pt x="356" y="1278"/>
                  </a:cubicBezTo>
                  <a:cubicBezTo>
                    <a:pt x="362" y="1274"/>
                    <a:pt x="366" y="1272"/>
                    <a:pt x="366" y="1272"/>
                  </a:cubicBezTo>
                  <a:cubicBezTo>
                    <a:pt x="366" y="1272"/>
                    <a:pt x="369" y="1269"/>
                    <a:pt x="375" y="1265"/>
                  </a:cubicBezTo>
                  <a:cubicBezTo>
                    <a:pt x="381" y="1262"/>
                    <a:pt x="389" y="1257"/>
                    <a:pt x="397" y="1253"/>
                  </a:cubicBezTo>
                  <a:cubicBezTo>
                    <a:pt x="405" y="1249"/>
                    <a:pt x="413" y="1246"/>
                    <a:pt x="420" y="1243"/>
                  </a:cubicBezTo>
                  <a:cubicBezTo>
                    <a:pt x="426" y="1241"/>
                    <a:pt x="431" y="1240"/>
                    <a:pt x="431" y="1240"/>
                  </a:cubicBezTo>
                  <a:cubicBezTo>
                    <a:pt x="431" y="1240"/>
                    <a:pt x="435" y="1238"/>
                    <a:pt x="441" y="1237"/>
                  </a:cubicBezTo>
                  <a:cubicBezTo>
                    <a:pt x="448" y="1235"/>
                    <a:pt x="457" y="1233"/>
                    <a:pt x="466" y="1232"/>
                  </a:cubicBezTo>
                  <a:cubicBezTo>
                    <a:pt x="475" y="1231"/>
                    <a:pt x="484" y="1230"/>
                    <a:pt x="491" y="1230"/>
                  </a:cubicBezTo>
                  <a:cubicBezTo>
                    <a:pt x="494" y="1229"/>
                    <a:pt x="497" y="1229"/>
                    <a:pt x="499" y="1229"/>
                  </a:cubicBezTo>
                  <a:cubicBezTo>
                    <a:pt x="503" y="1229"/>
                    <a:pt x="506" y="1229"/>
                    <a:pt x="506" y="1229"/>
                  </a:cubicBezTo>
                  <a:cubicBezTo>
                    <a:pt x="506" y="1229"/>
                    <a:pt x="516" y="1229"/>
                    <a:pt x="530" y="1229"/>
                  </a:cubicBezTo>
                  <a:cubicBezTo>
                    <a:pt x="545" y="1228"/>
                    <a:pt x="564" y="1226"/>
                    <a:pt x="583" y="1222"/>
                  </a:cubicBezTo>
                  <a:cubicBezTo>
                    <a:pt x="603" y="1219"/>
                    <a:pt x="622" y="1215"/>
                    <a:pt x="636" y="1210"/>
                  </a:cubicBezTo>
                  <a:cubicBezTo>
                    <a:pt x="650" y="1206"/>
                    <a:pt x="659" y="1203"/>
                    <a:pt x="659" y="1203"/>
                  </a:cubicBezTo>
                  <a:cubicBezTo>
                    <a:pt x="659" y="1203"/>
                    <a:pt x="669" y="1200"/>
                    <a:pt x="682" y="1195"/>
                  </a:cubicBezTo>
                  <a:cubicBezTo>
                    <a:pt x="696" y="1189"/>
                    <a:pt x="714" y="1181"/>
                    <a:pt x="731" y="1172"/>
                  </a:cubicBezTo>
                  <a:cubicBezTo>
                    <a:pt x="748" y="1163"/>
                    <a:pt x="765" y="1153"/>
                    <a:pt x="777" y="1145"/>
                  </a:cubicBezTo>
                  <a:cubicBezTo>
                    <a:pt x="789" y="1137"/>
                    <a:pt x="797" y="1131"/>
                    <a:pt x="797" y="1131"/>
                  </a:cubicBezTo>
                  <a:cubicBezTo>
                    <a:pt x="797" y="1131"/>
                    <a:pt x="805" y="1125"/>
                    <a:pt x="816" y="1116"/>
                  </a:cubicBezTo>
                  <a:cubicBezTo>
                    <a:pt x="828" y="1106"/>
                    <a:pt x="842" y="1093"/>
                    <a:pt x="856" y="1079"/>
                  </a:cubicBezTo>
                  <a:cubicBezTo>
                    <a:pt x="869" y="1066"/>
                    <a:pt x="882" y="1051"/>
                    <a:pt x="891" y="1039"/>
                  </a:cubicBezTo>
                  <a:cubicBezTo>
                    <a:pt x="900" y="1028"/>
                    <a:pt x="906" y="1020"/>
                    <a:pt x="906" y="1020"/>
                  </a:cubicBezTo>
                  <a:cubicBezTo>
                    <a:pt x="906" y="1020"/>
                    <a:pt x="911" y="1012"/>
                    <a:pt x="919" y="999"/>
                  </a:cubicBezTo>
                  <a:cubicBezTo>
                    <a:pt x="927" y="987"/>
                    <a:pt x="937" y="970"/>
                    <a:pt x="946" y="953"/>
                  </a:cubicBezTo>
                  <a:cubicBezTo>
                    <a:pt x="955" y="935"/>
                    <a:pt x="962" y="917"/>
                    <a:pt x="967" y="903"/>
                  </a:cubicBezTo>
                  <a:cubicBezTo>
                    <a:pt x="972" y="890"/>
                    <a:pt x="975" y="880"/>
                    <a:pt x="975" y="880"/>
                  </a:cubicBezTo>
                  <a:cubicBezTo>
                    <a:pt x="975" y="880"/>
                    <a:pt x="978" y="871"/>
                    <a:pt x="982" y="857"/>
                  </a:cubicBezTo>
                  <a:cubicBezTo>
                    <a:pt x="985" y="843"/>
                    <a:pt x="990" y="823"/>
                    <a:pt x="992" y="804"/>
                  </a:cubicBezTo>
                  <a:cubicBezTo>
                    <a:pt x="995" y="785"/>
                    <a:pt x="997" y="765"/>
                    <a:pt x="997" y="751"/>
                  </a:cubicBezTo>
                  <a:cubicBezTo>
                    <a:pt x="998" y="736"/>
                    <a:pt x="998" y="726"/>
                    <a:pt x="998" y="726"/>
                  </a:cubicBezTo>
                  <a:cubicBezTo>
                    <a:pt x="998" y="726"/>
                    <a:pt x="998" y="717"/>
                    <a:pt x="997" y="702"/>
                  </a:cubicBezTo>
                  <a:cubicBezTo>
                    <a:pt x="996" y="688"/>
                    <a:pt x="994" y="668"/>
                    <a:pt x="991" y="649"/>
                  </a:cubicBezTo>
                  <a:cubicBezTo>
                    <a:pt x="988" y="630"/>
                    <a:pt x="983" y="610"/>
                    <a:pt x="979" y="596"/>
                  </a:cubicBezTo>
                  <a:cubicBezTo>
                    <a:pt x="975" y="582"/>
                    <a:pt x="972" y="573"/>
                    <a:pt x="972" y="573"/>
                  </a:cubicBezTo>
                  <a:cubicBezTo>
                    <a:pt x="972" y="573"/>
                    <a:pt x="969" y="564"/>
                    <a:pt x="964" y="550"/>
                  </a:cubicBezTo>
                  <a:cubicBezTo>
                    <a:pt x="959" y="536"/>
                    <a:pt x="951" y="518"/>
                    <a:pt x="942" y="501"/>
                  </a:cubicBezTo>
                  <a:cubicBezTo>
                    <a:pt x="933" y="484"/>
                    <a:pt x="923" y="467"/>
                    <a:pt x="914" y="455"/>
                  </a:cubicBezTo>
                  <a:cubicBezTo>
                    <a:pt x="906" y="443"/>
                    <a:pt x="900" y="435"/>
                    <a:pt x="900" y="435"/>
                  </a:cubicBezTo>
                  <a:cubicBezTo>
                    <a:pt x="900" y="435"/>
                    <a:pt x="895" y="427"/>
                    <a:pt x="885" y="416"/>
                  </a:cubicBezTo>
                  <a:cubicBezTo>
                    <a:pt x="876" y="404"/>
                    <a:pt x="863" y="390"/>
                    <a:pt x="849" y="376"/>
                  </a:cubicBezTo>
                  <a:cubicBezTo>
                    <a:pt x="836" y="362"/>
                    <a:pt x="821" y="349"/>
                    <a:pt x="809" y="340"/>
                  </a:cubicBezTo>
                  <a:cubicBezTo>
                    <a:pt x="798" y="331"/>
                    <a:pt x="790" y="326"/>
                    <a:pt x="790" y="326"/>
                  </a:cubicBezTo>
                  <a:cubicBezTo>
                    <a:pt x="790" y="326"/>
                    <a:pt x="782" y="320"/>
                    <a:pt x="770" y="312"/>
                  </a:cubicBezTo>
                  <a:cubicBezTo>
                    <a:pt x="757" y="304"/>
                    <a:pt x="741" y="294"/>
                    <a:pt x="723" y="285"/>
                  </a:cubicBezTo>
                  <a:cubicBezTo>
                    <a:pt x="706" y="276"/>
                    <a:pt x="688" y="269"/>
                    <a:pt x="674" y="264"/>
                  </a:cubicBezTo>
                  <a:cubicBezTo>
                    <a:pt x="660" y="259"/>
                    <a:pt x="651" y="256"/>
                    <a:pt x="651" y="256"/>
                  </a:cubicBezTo>
                  <a:cubicBezTo>
                    <a:pt x="651" y="256"/>
                    <a:pt x="641" y="253"/>
                    <a:pt x="627" y="249"/>
                  </a:cubicBezTo>
                  <a:cubicBezTo>
                    <a:pt x="613" y="245"/>
                    <a:pt x="594" y="241"/>
                    <a:pt x="575" y="238"/>
                  </a:cubicBezTo>
                  <a:cubicBezTo>
                    <a:pt x="555" y="235"/>
                    <a:pt x="536" y="233"/>
                    <a:pt x="521" y="233"/>
                  </a:cubicBezTo>
                  <a:cubicBezTo>
                    <a:pt x="510" y="232"/>
                    <a:pt x="501" y="232"/>
                    <a:pt x="499" y="232"/>
                  </a:cubicBezTo>
                  <a:cubicBezTo>
                    <a:pt x="498" y="232"/>
                    <a:pt x="498" y="232"/>
                    <a:pt x="498" y="232"/>
                  </a:cubicBezTo>
                  <a:cubicBezTo>
                    <a:pt x="498" y="232"/>
                    <a:pt x="498" y="232"/>
                    <a:pt x="498" y="232"/>
                  </a:cubicBezTo>
                  <a:cubicBezTo>
                    <a:pt x="498" y="232"/>
                    <a:pt x="480" y="232"/>
                    <a:pt x="462" y="229"/>
                  </a:cubicBezTo>
                  <a:cubicBezTo>
                    <a:pt x="453" y="228"/>
                    <a:pt x="444" y="226"/>
                    <a:pt x="437" y="224"/>
                  </a:cubicBezTo>
                  <a:cubicBezTo>
                    <a:pt x="431" y="222"/>
                    <a:pt x="427" y="221"/>
                    <a:pt x="427" y="221"/>
                  </a:cubicBezTo>
                  <a:cubicBezTo>
                    <a:pt x="427" y="221"/>
                    <a:pt x="422" y="219"/>
                    <a:pt x="416" y="217"/>
                  </a:cubicBezTo>
                  <a:cubicBezTo>
                    <a:pt x="410" y="214"/>
                    <a:pt x="401" y="211"/>
                    <a:pt x="393" y="207"/>
                  </a:cubicBezTo>
                  <a:cubicBezTo>
                    <a:pt x="385" y="203"/>
                    <a:pt x="377" y="198"/>
                    <a:pt x="372" y="194"/>
                  </a:cubicBezTo>
                  <a:cubicBezTo>
                    <a:pt x="366" y="190"/>
                    <a:pt x="362" y="188"/>
                    <a:pt x="362" y="188"/>
                  </a:cubicBezTo>
                  <a:cubicBezTo>
                    <a:pt x="362" y="188"/>
                    <a:pt x="359" y="185"/>
                    <a:pt x="353" y="181"/>
                  </a:cubicBezTo>
                  <a:cubicBezTo>
                    <a:pt x="348" y="176"/>
                    <a:pt x="341" y="170"/>
                    <a:pt x="335" y="164"/>
                  </a:cubicBezTo>
                  <a:cubicBezTo>
                    <a:pt x="328" y="157"/>
                    <a:pt x="322" y="150"/>
                    <a:pt x="318" y="145"/>
                  </a:cubicBezTo>
                  <a:cubicBezTo>
                    <a:pt x="314" y="140"/>
                    <a:pt x="311" y="136"/>
                    <a:pt x="311" y="136"/>
                  </a:cubicBezTo>
                  <a:cubicBezTo>
                    <a:pt x="311" y="136"/>
                    <a:pt x="308" y="132"/>
                    <a:pt x="305" y="127"/>
                  </a:cubicBezTo>
                  <a:cubicBezTo>
                    <a:pt x="301" y="121"/>
                    <a:pt x="296" y="113"/>
                    <a:pt x="292" y="105"/>
                  </a:cubicBezTo>
                  <a:cubicBezTo>
                    <a:pt x="288" y="97"/>
                    <a:pt x="284" y="89"/>
                    <a:pt x="282" y="82"/>
                  </a:cubicBezTo>
                  <a:cubicBezTo>
                    <a:pt x="280" y="76"/>
                    <a:pt x="278" y="72"/>
                    <a:pt x="278" y="72"/>
                  </a:cubicBezTo>
                  <a:cubicBezTo>
                    <a:pt x="278" y="72"/>
                    <a:pt x="277" y="67"/>
                    <a:pt x="275" y="61"/>
                  </a:cubicBezTo>
                  <a:cubicBezTo>
                    <a:pt x="273" y="54"/>
                    <a:pt x="271" y="45"/>
                    <a:pt x="270" y="36"/>
                  </a:cubicBezTo>
                  <a:cubicBezTo>
                    <a:pt x="267" y="18"/>
                    <a:pt x="267" y="0"/>
                    <a:pt x="267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0"/>
                    <a:pt x="1" y="24"/>
                  </a:cubicBezTo>
                  <a:cubicBezTo>
                    <a:pt x="2" y="39"/>
                    <a:pt x="3" y="58"/>
                    <a:pt x="7" y="78"/>
                  </a:cubicBezTo>
                  <a:cubicBezTo>
                    <a:pt x="10" y="97"/>
                    <a:pt x="14" y="116"/>
                    <a:pt x="18" y="130"/>
                  </a:cubicBezTo>
                  <a:cubicBezTo>
                    <a:pt x="22" y="144"/>
                    <a:pt x="25" y="154"/>
                    <a:pt x="25" y="154"/>
                  </a:cubicBezTo>
                  <a:cubicBezTo>
                    <a:pt x="25" y="154"/>
                    <a:pt x="28" y="163"/>
                    <a:pt x="33" y="177"/>
                  </a:cubicBezTo>
                  <a:cubicBezTo>
                    <a:pt x="38" y="190"/>
                    <a:pt x="46" y="208"/>
                    <a:pt x="55" y="226"/>
                  </a:cubicBezTo>
                  <a:cubicBezTo>
                    <a:pt x="63" y="243"/>
                    <a:pt x="73" y="260"/>
                    <a:pt x="81" y="272"/>
                  </a:cubicBezTo>
                  <a:cubicBezTo>
                    <a:pt x="89" y="285"/>
                    <a:pt x="95" y="292"/>
                    <a:pt x="95" y="292"/>
                  </a:cubicBezTo>
                  <a:cubicBezTo>
                    <a:pt x="95" y="292"/>
                    <a:pt x="101" y="300"/>
                    <a:pt x="110" y="312"/>
                  </a:cubicBezTo>
                  <a:cubicBezTo>
                    <a:pt x="119" y="323"/>
                    <a:pt x="132" y="338"/>
                    <a:pt x="146" y="352"/>
                  </a:cubicBezTo>
                  <a:cubicBezTo>
                    <a:pt x="160" y="366"/>
                    <a:pt x="174" y="379"/>
                    <a:pt x="186" y="388"/>
                  </a:cubicBezTo>
                  <a:cubicBezTo>
                    <a:pt x="197" y="397"/>
                    <a:pt x="205" y="403"/>
                    <a:pt x="205" y="403"/>
                  </a:cubicBezTo>
                  <a:cubicBezTo>
                    <a:pt x="205" y="403"/>
                    <a:pt x="213" y="408"/>
                    <a:pt x="225" y="416"/>
                  </a:cubicBezTo>
                  <a:cubicBezTo>
                    <a:pt x="237" y="425"/>
                    <a:pt x="254" y="435"/>
                    <a:pt x="271" y="444"/>
                  </a:cubicBezTo>
                  <a:cubicBezTo>
                    <a:pt x="289" y="453"/>
                    <a:pt x="307" y="460"/>
                    <a:pt x="320" y="466"/>
                  </a:cubicBezTo>
                  <a:cubicBezTo>
                    <a:pt x="334" y="471"/>
                    <a:pt x="343" y="474"/>
                    <a:pt x="343" y="474"/>
                  </a:cubicBezTo>
                  <a:cubicBezTo>
                    <a:pt x="343" y="474"/>
                    <a:pt x="353" y="477"/>
                    <a:pt x="367" y="481"/>
                  </a:cubicBezTo>
                  <a:cubicBezTo>
                    <a:pt x="381" y="485"/>
                    <a:pt x="400" y="489"/>
                    <a:pt x="419" y="492"/>
                  </a:cubicBezTo>
                  <a:cubicBezTo>
                    <a:pt x="439" y="495"/>
                    <a:pt x="458" y="497"/>
                    <a:pt x="473" y="498"/>
                  </a:cubicBezTo>
                  <a:cubicBezTo>
                    <a:pt x="487" y="499"/>
                    <a:pt x="497" y="499"/>
                    <a:pt x="497" y="499"/>
                  </a:cubicBezTo>
                  <a:cubicBezTo>
                    <a:pt x="499" y="499"/>
                    <a:pt x="503" y="499"/>
                    <a:pt x="510" y="499"/>
                  </a:cubicBezTo>
                  <a:cubicBezTo>
                    <a:pt x="516" y="499"/>
                    <a:pt x="526" y="500"/>
                    <a:pt x="535" y="501"/>
                  </a:cubicBezTo>
                  <a:cubicBezTo>
                    <a:pt x="544" y="503"/>
                    <a:pt x="552" y="505"/>
                    <a:pt x="559" y="506"/>
                  </a:cubicBezTo>
                  <a:cubicBezTo>
                    <a:pt x="565" y="508"/>
                    <a:pt x="570" y="510"/>
                    <a:pt x="570" y="510"/>
                  </a:cubicBezTo>
                  <a:cubicBezTo>
                    <a:pt x="570" y="510"/>
                    <a:pt x="574" y="511"/>
                    <a:pt x="580" y="513"/>
                  </a:cubicBezTo>
                  <a:cubicBezTo>
                    <a:pt x="587" y="516"/>
                    <a:pt x="595" y="519"/>
                    <a:pt x="603" y="523"/>
                  </a:cubicBezTo>
                  <a:cubicBezTo>
                    <a:pt x="611" y="527"/>
                    <a:pt x="619" y="532"/>
                    <a:pt x="625" y="536"/>
                  </a:cubicBezTo>
                  <a:cubicBezTo>
                    <a:pt x="631" y="539"/>
                    <a:pt x="634" y="542"/>
                    <a:pt x="634" y="542"/>
                  </a:cubicBezTo>
                  <a:cubicBezTo>
                    <a:pt x="634" y="542"/>
                    <a:pt x="638" y="545"/>
                    <a:pt x="643" y="549"/>
                  </a:cubicBezTo>
                  <a:cubicBezTo>
                    <a:pt x="649" y="553"/>
                    <a:pt x="656" y="559"/>
                    <a:pt x="662" y="566"/>
                  </a:cubicBezTo>
                  <a:cubicBezTo>
                    <a:pt x="669" y="572"/>
                    <a:pt x="675" y="579"/>
                    <a:pt x="679" y="584"/>
                  </a:cubicBezTo>
                  <a:cubicBezTo>
                    <a:pt x="683" y="589"/>
                    <a:pt x="686" y="593"/>
                    <a:pt x="686" y="593"/>
                  </a:cubicBezTo>
                  <a:cubicBezTo>
                    <a:pt x="686" y="593"/>
                    <a:pt x="689" y="597"/>
                    <a:pt x="693" y="602"/>
                  </a:cubicBezTo>
                  <a:cubicBezTo>
                    <a:pt x="696" y="608"/>
                    <a:pt x="701" y="616"/>
                    <a:pt x="705" y="624"/>
                  </a:cubicBezTo>
                  <a:cubicBezTo>
                    <a:pt x="710" y="632"/>
                    <a:pt x="713" y="640"/>
                    <a:pt x="716" y="647"/>
                  </a:cubicBezTo>
                  <a:cubicBezTo>
                    <a:pt x="718" y="653"/>
                    <a:pt x="720" y="657"/>
                    <a:pt x="720" y="657"/>
                  </a:cubicBezTo>
                  <a:cubicBezTo>
                    <a:pt x="720" y="657"/>
                    <a:pt x="721" y="662"/>
                    <a:pt x="723" y="668"/>
                  </a:cubicBezTo>
                  <a:cubicBezTo>
                    <a:pt x="725" y="675"/>
                    <a:pt x="727" y="683"/>
                    <a:pt x="728" y="692"/>
                  </a:cubicBezTo>
                  <a:cubicBezTo>
                    <a:pt x="730" y="701"/>
                    <a:pt x="731" y="710"/>
                    <a:pt x="731" y="717"/>
                  </a:cubicBezTo>
                  <a:cubicBezTo>
                    <a:pt x="731" y="724"/>
                    <a:pt x="731" y="729"/>
                    <a:pt x="731" y="729"/>
                  </a:cubicBezTo>
                  <a:cubicBezTo>
                    <a:pt x="731" y="729"/>
                    <a:pt x="732" y="747"/>
                    <a:pt x="729" y="765"/>
                  </a:cubicBezTo>
                  <a:cubicBezTo>
                    <a:pt x="728" y="774"/>
                    <a:pt x="726" y="783"/>
                    <a:pt x="724" y="790"/>
                  </a:cubicBezTo>
                  <a:cubicBezTo>
                    <a:pt x="722" y="796"/>
                    <a:pt x="721" y="800"/>
                    <a:pt x="721" y="800"/>
                  </a:cubicBezTo>
                  <a:cubicBezTo>
                    <a:pt x="721" y="800"/>
                    <a:pt x="719" y="805"/>
                    <a:pt x="717" y="811"/>
                  </a:cubicBezTo>
                  <a:cubicBezTo>
                    <a:pt x="715" y="818"/>
                    <a:pt x="711" y="826"/>
                    <a:pt x="707" y="834"/>
                  </a:cubicBezTo>
                  <a:cubicBezTo>
                    <a:pt x="703" y="842"/>
                    <a:pt x="699" y="850"/>
                    <a:pt x="695" y="856"/>
                  </a:cubicBezTo>
                  <a:cubicBezTo>
                    <a:pt x="691" y="862"/>
                    <a:pt x="689" y="865"/>
                    <a:pt x="689" y="865"/>
                  </a:cubicBezTo>
                  <a:cubicBezTo>
                    <a:pt x="689" y="865"/>
                    <a:pt x="686" y="869"/>
                    <a:pt x="682" y="874"/>
                  </a:cubicBezTo>
                  <a:cubicBezTo>
                    <a:pt x="678" y="880"/>
                    <a:pt x="672" y="887"/>
                    <a:pt x="665" y="893"/>
                  </a:cubicBezTo>
                  <a:cubicBezTo>
                    <a:pt x="659" y="900"/>
                    <a:pt x="652" y="906"/>
                    <a:pt x="647" y="910"/>
                  </a:cubicBezTo>
                  <a:cubicBezTo>
                    <a:pt x="641" y="915"/>
                    <a:pt x="638" y="917"/>
                    <a:pt x="638" y="917"/>
                  </a:cubicBezTo>
                  <a:cubicBezTo>
                    <a:pt x="638" y="917"/>
                    <a:pt x="634" y="920"/>
                    <a:pt x="628" y="924"/>
                  </a:cubicBezTo>
                  <a:cubicBezTo>
                    <a:pt x="623" y="928"/>
                    <a:pt x="615" y="932"/>
                    <a:pt x="607" y="937"/>
                  </a:cubicBezTo>
                  <a:cubicBezTo>
                    <a:pt x="599" y="941"/>
                    <a:pt x="591" y="945"/>
                    <a:pt x="584" y="947"/>
                  </a:cubicBezTo>
                  <a:cubicBezTo>
                    <a:pt x="578" y="949"/>
                    <a:pt x="574" y="951"/>
                    <a:pt x="574" y="951"/>
                  </a:cubicBezTo>
                  <a:cubicBezTo>
                    <a:pt x="574" y="951"/>
                    <a:pt x="557" y="957"/>
                    <a:pt x="539" y="960"/>
                  </a:cubicBezTo>
                  <a:cubicBezTo>
                    <a:pt x="521" y="963"/>
                    <a:pt x="502" y="963"/>
                    <a:pt x="502" y="963"/>
                  </a:cubicBezTo>
                  <a:cubicBezTo>
                    <a:pt x="502" y="963"/>
                    <a:pt x="501" y="963"/>
                    <a:pt x="499" y="963"/>
                  </a:cubicBezTo>
                  <a:cubicBezTo>
                    <a:pt x="495" y="963"/>
                    <a:pt x="489" y="963"/>
                    <a:pt x="482" y="963"/>
                  </a:cubicBezTo>
                  <a:cubicBezTo>
                    <a:pt x="467" y="964"/>
                    <a:pt x="447" y="965"/>
                    <a:pt x="428" y="968"/>
                  </a:cubicBezTo>
                  <a:cubicBezTo>
                    <a:pt x="409" y="971"/>
                    <a:pt x="390" y="975"/>
                    <a:pt x="375" y="979"/>
                  </a:cubicBezTo>
                  <a:cubicBezTo>
                    <a:pt x="361" y="982"/>
                    <a:pt x="352" y="985"/>
                    <a:pt x="352" y="985"/>
                  </a:cubicBezTo>
                  <a:cubicBezTo>
                    <a:pt x="352" y="985"/>
                    <a:pt x="343" y="988"/>
                    <a:pt x="329" y="993"/>
                  </a:cubicBezTo>
                  <a:cubicBezTo>
                    <a:pt x="315" y="998"/>
                    <a:pt x="297" y="1005"/>
                    <a:pt x="279" y="1014"/>
                  </a:cubicBezTo>
                  <a:cubicBezTo>
                    <a:pt x="262" y="1023"/>
                    <a:pt x="245" y="1032"/>
                    <a:pt x="232" y="1040"/>
                  </a:cubicBezTo>
                  <a:cubicBezTo>
                    <a:pt x="220" y="1048"/>
                    <a:pt x="212" y="1054"/>
                    <a:pt x="212" y="1054"/>
                  </a:cubicBezTo>
                  <a:cubicBezTo>
                    <a:pt x="212" y="1054"/>
                    <a:pt x="204" y="1059"/>
                    <a:pt x="193" y="1068"/>
                  </a:cubicBezTo>
                  <a:cubicBezTo>
                    <a:pt x="181" y="1077"/>
                    <a:pt x="166" y="1090"/>
                    <a:pt x="152" y="1104"/>
                  </a:cubicBezTo>
                  <a:cubicBezTo>
                    <a:pt x="138" y="1117"/>
                    <a:pt x="125" y="1132"/>
                    <a:pt x="116" y="1143"/>
                  </a:cubicBezTo>
                  <a:cubicBezTo>
                    <a:pt x="106" y="1154"/>
                    <a:pt x="101" y="1162"/>
                    <a:pt x="101" y="1162"/>
                  </a:cubicBezTo>
                  <a:cubicBezTo>
                    <a:pt x="101" y="1162"/>
                    <a:pt x="95" y="1170"/>
                    <a:pt x="86" y="1182"/>
                  </a:cubicBezTo>
                  <a:cubicBezTo>
                    <a:pt x="78" y="1194"/>
                    <a:pt x="68" y="1211"/>
                    <a:pt x="59" y="1228"/>
                  </a:cubicBezTo>
                  <a:cubicBezTo>
                    <a:pt x="49" y="1245"/>
                    <a:pt x="41" y="1263"/>
                    <a:pt x="36" y="1277"/>
                  </a:cubicBezTo>
                  <a:cubicBezTo>
                    <a:pt x="31" y="1290"/>
                    <a:pt x="28" y="1300"/>
                    <a:pt x="28" y="1300"/>
                  </a:cubicBezTo>
                  <a:cubicBezTo>
                    <a:pt x="28" y="1300"/>
                    <a:pt x="24" y="1309"/>
                    <a:pt x="20" y="1323"/>
                  </a:cubicBezTo>
                  <a:cubicBezTo>
                    <a:pt x="16" y="1337"/>
                    <a:pt x="11" y="1356"/>
                    <a:pt x="8" y="1375"/>
                  </a:cubicBezTo>
                  <a:cubicBezTo>
                    <a:pt x="5" y="1394"/>
                    <a:pt x="3" y="1414"/>
                    <a:pt x="2" y="1428"/>
                  </a:cubicBezTo>
                  <a:cubicBezTo>
                    <a:pt x="1" y="1443"/>
                    <a:pt x="1" y="1453"/>
                    <a:pt x="1" y="1453"/>
                  </a:cubicBezTo>
                  <a:cubicBezTo>
                    <a:pt x="1" y="1453"/>
                    <a:pt x="0" y="1463"/>
                    <a:pt x="1" y="1477"/>
                  </a:cubicBezTo>
                  <a:cubicBezTo>
                    <a:pt x="1" y="1492"/>
                    <a:pt x="3" y="1511"/>
                    <a:pt x="5" y="1530"/>
                  </a:cubicBezTo>
                  <a:cubicBezTo>
                    <a:pt x="8" y="1550"/>
                    <a:pt x="12" y="1569"/>
                    <a:pt x="15" y="1583"/>
                  </a:cubicBezTo>
                  <a:cubicBezTo>
                    <a:pt x="19" y="1597"/>
                    <a:pt x="22" y="1607"/>
                    <a:pt x="22" y="1607"/>
                  </a:cubicBezTo>
                  <a:cubicBezTo>
                    <a:pt x="22" y="1607"/>
                    <a:pt x="25" y="1616"/>
                    <a:pt x="30" y="1630"/>
                  </a:cubicBezTo>
                  <a:cubicBezTo>
                    <a:pt x="35" y="1644"/>
                    <a:pt x="42" y="1662"/>
                    <a:pt x="51" y="1680"/>
                  </a:cubicBezTo>
                  <a:cubicBezTo>
                    <a:pt x="59" y="1697"/>
                    <a:pt x="69" y="1714"/>
                    <a:pt x="77" y="1727"/>
                  </a:cubicBezTo>
                  <a:cubicBezTo>
                    <a:pt x="84" y="1739"/>
                    <a:pt x="90" y="1747"/>
                    <a:pt x="90" y="1747"/>
                  </a:cubicBezTo>
                  <a:cubicBezTo>
                    <a:pt x="90" y="1747"/>
                    <a:pt x="96" y="1755"/>
                    <a:pt x="105" y="1767"/>
                  </a:cubicBezTo>
                  <a:cubicBezTo>
                    <a:pt x="113" y="1778"/>
                    <a:pt x="126" y="1793"/>
                    <a:pt x="140" y="1807"/>
                  </a:cubicBezTo>
                  <a:cubicBezTo>
                    <a:pt x="153" y="1821"/>
                    <a:pt x="167" y="1834"/>
                    <a:pt x="179" y="1844"/>
                  </a:cubicBezTo>
                  <a:cubicBezTo>
                    <a:pt x="190" y="1853"/>
                    <a:pt x="198" y="1859"/>
                    <a:pt x="198" y="1859"/>
                  </a:cubicBezTo>
                  <a:cubicBezTo>
                    <a:pt x="198" y="1859"/>
                    <a:pt x="205" y="1865"/>
                    <a:pt x="218" y="1873"/>
                  </a:cubicBezTo>
                  <a:cubicBezTo>
                    <a:pt x="230" y="1881"/>
                    <a:pt x="246" y="1892"/>
                    <a:pt x="263" y="1901"/>
                  </a:cubicBezTo>
                  <a:cubicBezTo>
                    <a:pt x="281" y="1910"/>
                    <a:pt x="298" y="1918"/>
                    <a:pt x="312" y="1924"/>
                  </a:cubicBezTo>
                  <a:cubicBezTo>
                    <a:pt x="326" y="1929"/>
                    <a:pt x="335" y="1933"/>
                    <a:pt x="335" y="1933"/>
                  </a:cubicBezTo>
                  <a:cubicBezTo>
                    <a:pt x="335" y="1933"/>
                    <a:pt x="344" y="1936"/>
                    <a:pt x="358" y="1940"/>
                  </a:cubicBezTo>
                  <a:cubicBezTo>
                    <a:pt x="372" y="1944"/>
                    <a:pt x="391" y="1949"/>
                    <a:pt x="410" y="1952"/>
                  </a:cubicBezTo>
                  <a:cubicBezTo>
                    <a:pt x="430" y="1956"/>
                    <a:pt x="449" y="1958"/>
                    <a:pt x="464" y="1959"/>
                  </a:cubicBezTo>
                  <a:cubicBezTo>
                    <a:pt x="478" y="1960"/>
                    <a:pt x="488" y="1960"/>
                    <a:pt x="488" y="1960"/>
                  </a:cubicBezTo>
                  <a:cubicBezTo>
                    <a:pt x="488" y="1960"/>
                    <a:pt x="498" y="1960"/>
                    <a:pt x="512" y="1960"/>
                  </a:cubicBezTo>
                  <a:cubicBezTo>
                    <a:pt x="527" y="1960"/>
                    <a:pt x="546" y="1959"/>
                    <a:pt x="566" y="1956"/>
                  </a:cubicBezTo>
                  <a:cubicBezTo>
                    <a:pt x="585" y="1953"/>
                    <a:pt x="604" y="1949"/>
                    <a:pt x="619" y="1946"/>
                  </a:cubicBezTo>
                  <a:cubicBezTo>
                    <a:pt x="633" y="1942"/>
                    <a:pt x="642" y="1939"/>
                    <a:pt x="642" y="1939"/>
                  </a:cubicBezTo>
                  <a:cubicBezTo>
                    <a:pt x="642" y="1939"/>
                    <a:pt x="652" y="1937"/>
                    <a:pt x="665" y="1932"/>
                  </a:cubicBezTo>
                  <a:cubicBezTo>
                    <a:pt x="679" y="1927"/>
                    <a:pt x="697" y="1920"/>
                    <a:pt x="715" y="1911"/>
                  </a:cubicBezTo>
                  <a:cubicBezTo>
                    <a:pt x="733" y="1903"/>
                    <a:pt x="750" y="1893"/>
                    <a:pt x="762" y="1885"/>
                  </a:cubicBezTo>
                  <a:cubicBezTo>
                    <a:pt x="775" y="1878"/>
                    <a:pt x="783" y="1872"/>
                    <a:pt x="783" y="1872"/>
                  </a:cubicBezTo>
                  <a:cubicBezTo>
                    <a:pt x="783" y="1872"/>
                    <a:pt x="791" y="1867"/>
                    <a:pt x="802" y="1858"/>
                  </a:cubicBezTo>
                  <a:cubicBezTo>
                    <a:pt x="814" y="1849"/>
                    <a:pt x="829" y="1836"/>
                    <a:pt x="843" y="1823"/>
                  </a:cubicBezTo>
                  <a:cubicBezTo>
                    <a:pt x="857" y="1809"/>
                    <a:pt x="870" y="1795"/>
                    <a:pt x="880" y="1784"/>
                  </a:cubicBezTo>
                  <a:cubicBezTo>
                    <a:pt x="889" y="1773"/>
                    <a:pt x="895" y="1765"/>
                    <a:pt x="895" y="1765"/>
                  </a:cubicBezTo>
                  <a:cubicBezTo>
                    <a:pt x="895" y="1765"/>
                    <a:pt x="901" y="1757"/>
                    <a:pt x="909" y="1745"/>
                  </a:cubicBezTo>
                  <a:cubicBezTo>
                    <a:pt x="918" y="1733"/>
                    <a:pt x="928" y="1717"/>
                    <a:pt x="938" y="1699"/>
                  </a:cubicBezTo>
                  <a:cubicBezTo>
                    <a:pt x="947" y="1682"/>
                    <a:pt x="955" y="1665"/>
                    <a:pt x="961" y="1651"/>
                  </a:cubicBezTo>
                  <a:cubicBezTo>
                    <a:pt x="966" y="1637"/>
                    <a:pt x="969" y="1628"/>
                    <a:pt x="969" y="1628"/>
                  </a:cubicBezTo>
                  <a:cubicBezTo>
                    <a:pt x="969" y="1628"/>
                    <a:pt x="973" y="1619"/>
                    <a:pt x="977" y="1605"/>
                  </a:cubicBezTo>
                  <a:cubicBezTo>
                    <a:pt x="981" y="1591"/>
                    <a:pt x="986" y="1572"/>
                    <a:pt x="989" y="1553"/>
                  </a:cubicBezTo>
                  <a:cubicBezTo>
                    <a:pt x="993" y="1533"/>
                    <a:pt x="995" y="1514"/>
                    <a:pt x="996" y="1499"/>
                  </a:cubicBezTo>
                  <a:cubicBezTo>
                    <a:pt x="997" y="1485"/>
                    <a:pt x="998" y="1475"/>
                    <a:pt x="998" y="1475"/>
                  </a:cubicBezTo>
                  <a:cubicBezTo>
                    <a:pt x="998" y="1475"/>
                    <a:pt x="998" y="1473"/>
                    <a:pt x="998" y="1468"/>
                  </a:cubicBezTo>
                  <a:cubicBezTo>
                    <a:pt x="998" y="1465"/>
                    <a:pt x="998" y="1461"/>
                    <a:pt x="998" y="1457"/>
                  </a:cubicBezTo>
                  <a:cubicBezTo>
                    <a:pt x="998" y="1450"/>
                    <a:pt x="999" y="1440"/>
                    <a:pt x="1000" y="1431"/>
                  </a:cubicBezTo>
                  <a:cubicBezTo>
                    <a:pt x="1001" y="1422"/>
                    <a:pt x="1003" y="1414"/>
                    <a:pt x="1004" y="1407"/>
                  </a:cubicBezTo>
                  <a:cubicBezTo>
                    <a:pt x="1006" y="1400"/>
                    <a:pt x="1007" y="1396"/>
                    <a:pt x="1007" y="1396"/>
                  </a:cubicBezTo>
                  <a:cubicBezTo>
                    <a:pt x="1007" y="1396"/>
                    <a:pt x="1008" y="1392"/>
                    <a:pt x="1011" y="1385"/>
                  </a:cubicBezTo>
                  <a:cubicBezTo>
                    <a:pt x="1013" y="1379"/>
                    <a:pt x="1016" y="1370"/>
                    <a:pt x="1020" y="1362"/>
                  </a:cubicBezTo>
                  <a:cubicBezTo>
                    <a:pt x="1024" y="1354"/>
                    <a:pt x="1028" y="1346"/>
                    <a:pt x="1032" y="1340"/>
                  </a:cubicBezTo>
                  <a:cubicBezTo>
                    <a:pt x="1036" y="1334"/>
                    <a:pt x="1038" y="1331"/>
                    <a:pt x="1038" y="1331"/>
                  </a:cubicBezTo>
                  <a:cubicBezTo>
                    <a:pt x="1038" y="1331"/>
                    <a:pt x="1041" y="1327"/>
                    <a:pt x="1045" y="1321"/>
                  </a:cubicBezTo>
                  <a:cubicBezTo>
                    <a:pt x="1049" y="1316"/>
                    <a:pt x="1055" y="1309"/>
                    <a:pt x="1061" y="1302"/>
                  </a:cubicBezTo>
                  <a:cubicBezTo>
                    <a:pt x="1067" y="1296"/>
                    <a:pt x="1074" y="1290"/>
                    <a:pt x="1079" y="1285"/>
                  </a:cubicBezTo>
                  <a:cubicBezTo>
                    <a:pt x="1084" y="1281"/>
                    <a:pt x="1088" y="1278"/>
                    <a:pt x="1088" y="1278"/>
                  </a:cubicBezTo>
                  <a:cubicBezTo>
                    <a:pt x="1088" y="1278"/>
                    <a:pt x="1092" y="1275"/>
                    <a:pt x="1097" y="1271"/>
                  </a:cubicBezTo>
                  <a:cubicBezTo>
                    <a:pt x="1103" y="1267"/>
                    <a:pt x="1111" y="1262"/>
                    <a:pt x="1118" y="1258"/>
                  </a:cubicBezTo>
                  <a:cubicBezTo>
                    <a:pt x="1126" y="1254"/>
                    <a:pt x="1135" y="1250"/>
                    <a:pt x="1141" y="1247"/>
                  </a:cubicBezTo>
                  <a:cubicBezTo>
                    <a:pt x="1147" y="1245"/>
                    <a:pt x="1152" y="1243"/>
                    <a:pt x="1152" y="1243"/>
                  </a:cubicBezTo>
                  <a:cubicBezTo>
                    <a:pt x="1152" y="1243"/>
                    <a:pt x="1156" y="1241"/>
                    <a:pt x="1162" y="1239"/>
                  </a:cubicBezTo>
                  <a:cubicBezTo>
                    <a:pt x="1169" y="1237"/>
                    <a:pt x="1178" y="1235"/>
                    <a:pt x="1186" y="1234"/>
                  </a:cubicBezTo>
                  <a:cubicBezTo>
                    <a:pt x="1195" y="1232"/>
                    <a:pt x="1204" y="1231"/>
                    <a:pt x="1211" y="1230"/>
                  </a:cubicBezTo>
                  <a:cubicBezTo>
                    <a:pt x="1218" y="1230"/>
                    <a:pt x="1223" y="1230"/>
                    <a:pt x="1223" y="1230"/>
                  </a:cubicBezTo>
                  <a:cubicBezTo>
                    <a:pt x="1223" y="1230"/>
                    <a:pt x="1227" y="1229"/>
                    <a:pt x="1234" y="1230"/>
                  </a:cubicBezTo>
                  <a:cubicBezTo>
                    <a:pt x="1241" y="1230"/>
                    <a:pt x="1250" y="1230"/>
                    <a:pt x="1259" y="1231"/>
                  </a:cubicBezTo>
                  <a:cubicBezTo>
                    <a:pt x="1268" y="1232"/>
                    <a:pt x="1277" y="1234"/>
                    <a:pt x="1284" y="1236"/>
                  </a:cubicBezTo>
                  <a:cubicBezTo>
                    <a:pt x="1290" y="1237"/>
                    <a:pt x="1295" y="1239"/>
                    <a:pt x="1295" y="1239"/>
                  </a:cubicBezTo>
                  <a:cubicBezTo>
                    <a:pt x="1295" y="1239"/>
                    <a:pt x="1299" y="1240"/>
                    <a:pt x="1305" y="1242"/>
                  </a:cubicBezTo>
                  <a:cubicBezTo>
                    <a:pt x="1312" y="1244"/>
                    <a:pt x="1320" y="1247"/>
                    <a:pt x="1329" y="1251"/>
                  </a:cubicBezTo>
                  <a:cubicBezTo>
                    <a:pt x="1337" y="1255"/>
                    <a:pt x="1345" y="1260"/>
                    <a:pt x="1351" y="1263"/>
                  </a:cubicBezTo>
                  <a:cubicBezTo>
                    <a:pt x="1356" y="1267"/>
                    <a:pt x="1360" y="1269"/>
                    <a:pt x="1360" y="1269"/>
                  </a:cubicBezTo>
                  <a:cubicBezTo>
                    <a:pt x="1360" y="1269"/>
                    <a:pt x="1364" y="1272"/>
                    <a:pt x="1369" y="1276"/>
                  </a:cubicBezTo>
                  <a:cubicBezTo>
                    <a:pt x="1375" y="1280"/>
                    <a:pt x="1382" y="1286"/>
                    <a:pt x="1389" y="1292"/>
                  </a:cubicBezTo>
                  <a:cubicBezTo>
                    <a:pt x="1395" y="1298"/>
                    <a:pt x="1402" y="1305"/>
                    <a:pt x="1406" y="1310"/>
                  </a:cubicBezTo>
                  <a:cubicBezTo>
                    <a:pt x="1410" y="1315"/>
                    <a:pt x="1413" y="1319"/>
                    <a:pt x="1413" y="1319"/>
                  </a:cubicBezTo>
                  <a:cubicBezTo>
                    <a:pt x="1413" y="1319"/>
                    <a:pt x="1416" y="1323"/>
                    <a:pt x="1420" y="1328"/>
                  </a:cubicBezTo>
                  <a:cubicBezTo>
                    <a:pt x="1424" y="1334"/>
                    <a:pt x="1429" y="1341"/>
                    <a:pt x="1433" y="1349"/>
                  </a:cubicBezTo>
                  <a:cubicBezTo>
                    <a:pt x="1438" y="1357"/>
                    <a:pt x="1442" y="1365"/>
                    <a:pt x="1444" y="1372"/>
                  </a:cubicBezTo>
                  <a:cubicBezTo>
                    <a:pt x="1447" y="1378"/>
                    <a:pt x="1448" y="1382"/>
                    <a:pt x="1448" y="1382"/>
                  </a:cubicBezTo>
                  <a:cubicBezTo>
                    <a:pt x="1448" y="1382"/>
                    <a:pt x="1450" y="1386"/>
                    <a:pt x="1452" y="1393"/>
                  </a:cubicBezTo>
                  <a:cubicBezTo>
                    <a:pt x="1454" y="1399"/>
                    <a:pt x="1456" y="1408"/>
                    <a:pt x="1458" y="1417"/>
                  </a:cubicBezTo>
                  <a:cubicBezTo>
                    <a:pt x="1460" y="1426"/>
                    <a:pt x="1461" y="1435"/>
                    <a:pt x="1461" y="1442"/>
                  </a:cubicBezTo>
                  <a:cubicBezTo>
                    <a:pt x="1462" y="1449"/>
                    <a:pt x="1462" y="1453"/>
                    <a:pt x="1462" y="1453"/>
                  </a:cubicBezTo>
                  <a:cubicBezTo>
                    <a:pt x="1462" y="1453"/>
                    <a:pt x="1462" y="1458"/>
                    <a:pt x="1462" y="1465"/>
                  </a:cubicBezTo>
                  <a:cubicBezTo>
                    <a:pt x="1462" y="1472"/>
                    <a:pt x="1462" y="1481"/>
                    <a:pt x="1461" y="1490"/>
                  </a:cubicBezTo>
                  <a:cubicBezTo>
                    <a:pt x="1459" y="1508"/>
                    <a:pt x="1453" y="1525"/>
                    <a:pt x="1453" y="1525"/>
                  </a:cubicBezTo>
                  <a:cubicBezTo>
                    <a:pt x="1453" y="1525"/>
                    <a:pt x="1452" y="1530"/>
                    <a:pt x="1450" y="1536"/>
                  </a:cubicBezTo>
                  <a:cubicBezTo>
                    <a:pt x="1448" y="1543"/>
                    <a:pt x="1445" y="1551"/>
                    <a:pt x="1441" y="1559"/>
                  </a:cubicBezTo>
                  <a:cubicBezTo>
                    <a:pt x="1437" y="1568"/>
                    <a:pt x="1433" y="1576"/>
                    <a:pt x="1429" y="1581"/>
                  </a:cubicBezTo>
                  <a:cubicBezTo>
                    <a:pt x="1426" y="1587"/>
                    <a:pt x="1423" y="1591"/>
                    <a:pt x="1423" y="1591"/>
                  </a:cubicBezTo>
                  <a:cubicBezTo>
                    <a:pt x="1423" y="1591"/>
                    <a:pt x="1420" y="1595"/>
                    <a:pt x="1416" y="1600"/>
                  </a:cubicBezTo>
                  <a:cubicBezTo>
                    <a:pt x="1412" y="1606"/>
                    <a:pt x="1407" y="1613"/>
                    <a:pt x="1400" y="1620"/>
                  </a:cubicBezTo>
                  <a:cubicBezTo>
                    <a:pt x="1394" y="1626"/>
                    <a:pt x="1388" y="1632"/>
                    <a:pt x="1382" y="1637"/>
                  </a:cubicBezTo>
                  <a:cubicBezTo>
                    <a:pt x="1377" y="1641"/>
                    <a:pt x="1374" y="1644"/>
                    <a:pt x="1374" y="1644"/>
                  </a:cubicBezTo>
                  <a:cubicBezTo>
                    <a:pt x="1374" y="1644"/>
                    <a:pt x="1370" y="1647"/>
                    <a:pt x="1364" y="1651"/>
                  </a:cubicBezTo>
                  <a:cubicBezTo>
                    <a:pt x="1359" y="1655"/>
                    <a:pt x="1351" y="1660"/>
                    <a:pt x="1343" y="1664"/>
                  </a:cubicBezTo>
                  <a:cubicBezTo>
                    <a:pt x="1335" y="1669"/>
                    <a:pt x="1327" y="1673"/>
                    <a:pt x="1321" y="1675"/>
                  </a:cubicBezTo>
                  <a:cubicBezTo>
                    <a:pt x="1315" y="1678"/>
                    <a:pt x="1310" y="1680"/>
                    <a:pt x="1310" y="1680"/>
                  </a:cubicBezTo>
                  <a:cubicBezTo>
                    <a:pt x="1310" y="1680"/>
                    <a:pt x="1306" y="1681"/>
                    <a:pt x="1300" y="1683"/>
                  </a:cubicBezTo>
                  <a:cubicBezTo>
                    <a:pt x="1293" y="1685"/>
                    <a:pt x="1285" y="1688"/>
                    <a:pt x="1276" y="1689"/>
                  </a:cubicBezTo>
                  <a:cubicBezTo>
                    <a:pt x="1258" y="1693"/>
                    <a:pt x="1239" y="1694"/>
                    <a:pt x="1239" y="1694"/>
                  </a:cubicBezTo>
                  <a:cubicBezTo>
                    <a:pt x="1239" y="1694"/>
                    <a:pt x="1238" y="1694"/>
                    <a:pt x="1236" y="1694"/>
                  </a:cubicBezTo>
                  <a:cubicBezTo>
                    <a:pt x="1234" y="1694"/>
                    <a:pt x="1230" y="1694"/>
                    <a:pt x="1226" y="1694"/>
                  </a:cubicBezTo>
                  <a:cubicBezTo>
                    <a:pt x="1211" y="1694"/>
                    <a:pt x="1192" y="1695"/>
                    <a:pt x="1172" y="1697"/>
                  </a:cubicBezTo>
                  <a:cubicBezTo>
                    <a:pt x="1153" y="1699"/>
                    <a:pt x="1134" y="1703"/>
                    <a:pt x="1119" y="1706"/>
                  </a:cubicBezTo>
                  <a:cubicBezTo>
                    <a:pt x="1105" y="1710"/>
                    <a:pt x="1096" y="1712"/>
                    <a:pt x="1096" y="1712"/>
                  </a:cubicBezTo>
                  <a:cubicBezTo>
                    <a:pt x="1096" y="1712"/>
                    <a:pt x="1086" y="1715"/>
                    <a:pt x="1072" y="1719"/>
                  </a:cubicBezTo>
                  <a:cubicBezTo>
                    <a:pt x="1058" y="1724"/>
                    <a:pt x="1040" y="1731"/>
                    <a:pt x="1022" y="1739"/>
                  </a:cubicBezTo>
                  <a:cubicBezTo>
                    <a:pt x="1004" y="1747"/>
                    <a:pt x="987" y="1757"/>
                    <a:pt x="975" y="1764"/>
                  </a:cubicBezTo>
                  <a:cubicBezTo>
                    <a:pt x="962" y="1772"/>
                    <a:pt x="954" y="1777"/>
                    <a:pt x="954" y="1777"/>
                  </a:cubicBezTo>
                  <a:cubicBezTo>
                    <a:pt x="954" y="1777"/>
                    <a:pt x="946" y="1783"/>
                    <a:pt x="934" y="1791"/>
                  </a:cubicBezTo>
                  <a:cubicBezTo>
                    <a:pt x="922" y="1800"/>
                    <a:pt x="907" y="1812"/>
                    <a:pt x="893" y="1825"/>
                  </a:cubicBezTo>
                  <a:cubicBezTo>
                    <a:pt x="878" y="1838"/>
                    <a:pt x="865" y="1853"/>
                    <a:pt x="855" y="1864"/>
                  </a:cubicBezTo>
                  <a:cubicBezTo>
                    <a:pt x="846" y="1875"/>
                    <a:pt x="840" y="1882"/>
                    <a:pt x="840" y="1882"/>
                  </a:cubicBezTo>
                  <a:cubicBezTo>
                    <a:pt x="840" y="1882"/>
                    <a:pt x="833" y="1890"/>
                    <a:pt x="825" y="1902"/>
                  </a:cubicBezTo>
                  <a:cubicBezTo>
                    <a:pt x="816" y="1914"/>
                    <a:pt x="806" y="1930"/>
                    <a:pt x="796" y="1947"/>
                  </a:cubicBezTo>
                  <a:cubicBezTo>
                    <a:pt x="786" y="1964"/>
                    <a:pt x="778" y="1982"/>
                    <a:pt x="772" y="1995"/>
                  </a:cubicBezTo>
                  <a:cubicBezTo>
                    <a:pt x="766" y="2009"/>
                    <a:pt x="763" y="2018"/>
                    <a:pt x="763" y="2018"/>
                  </a:cubicBezTo>
                  <a:cubicBezTo>
                    <a:pt x="763" y="2018"/>
                    <a:pt x="759" y="2027"/>
                    <a:pt x="755" y="2041"/>
                  </a:cubicBezTo>
                  <a:cubicBezTo>
                    <a:pt x="750" y="2055"/>
                    <a:pt x="745" y="2074"/>
                    <a:pt x="741" y="2093"/>
                  </a:cubicBezTo>
                  <a:cubicBezTo>
                    <a:pt x="737" y="2112"/>
                    <a:pt x="735" y="2131"/>
                    <a:pt x="734" y="2146"/>
                  </a:cubicBezTo>
                  <a:cubicBezTo>
                    <a:pt x="732" y="2161"/>
                    <a:pt x="732" y="2170"/>
                    <a:pt x="732" y="2170"/>
                  </a:cubicBezTo>
                  <a:cubicBezTo>
                    <a:pt x="732" y="2170"/>
                    <a:pt x="731" y="2180"/>
                    <a:pt x="731" y="2195"/>
                  </a:cubicBezTo>
                  <a:cubicBezTo>
                    <a:pt x="731" y="2209"/>
                    <a:pt x="732" y="2229"/>
                    <a:pt x="734" y="2248"/>
                  </a:cubicBezTo>
                  <a:cubicBezTo>
                    <a:pt x="737" y="2267"/>
                    <a:pt x="740" y="2287"/>
                    <a:pt x="743" y="2301"/>
                  </a:cubicBezTo>
                  <a:cubicBezTo>
                    <a:pt x="746" y="2315"/>
                    <a:pt x="749" y="2325"/>
                    <a:pt x="749" y="2325"/>
                  </a:cubicBezTo>
                  <a:cubicBezTo>
                    <a:pt x="749" y="2325"/>
                    <a:pt x="752" y="2334"/>
                    <a:pt x="756" y="2348"/>
                  </a:cubicBezTo>
                  <a:cubicBezTo>
                    <a:pt x="761" y="2362"/>
                    <a:pt x="768" y="2380"/>
                    <a:pt x="776" y="2398"/>
                  </a:cubicBezTo>
                  <a:cubicBezTo>
                    <a:pt x="784" y="2416"/>
                    <a:pt x="793" y="2433"/>
                    <a:pt x="800" y="2446"/>
                  </a:cubicBezTo>
                  <a:cubicBezTo>
                    <a:pt x="808" y="2459"/>
                    <a:pt x="813" y="2467"/>
                    <a:pt x="813" y="2467"/>
                  </a:cubicBezTo>
                  <a:cubicBezTo>
                    <a:pt x="813" y="2467"/>
                    <a:pt x="819" y="2475"/>
                    <a:pt x="827" y="2487"/>
                  </a:cubicBezTo>
                  <a:cubicBezTo>
                    <a:pt x="836" y="2498"/>
                    <a:pt x="848" y="2514"/>
                    <a:pt x="861" y="2528"/>
                  </a:cubicBezTo>
                  <a:cubicBezTo>
                    <a:pt x="874" y="2543"/>
                    <a:pt x="888" y="2556"/>
                    <a:pt x="899" y="2566"/>
                  </a:cubicBezTo>
                  <a:cubicBezTo>
                    <a:pt x="910" y="2575"/>
                    <a:pt x="918" y="2582"/>
                    <a:pt x="918" y="2582"/>
                  </a:cubicBezTo>
                  <a:cubicBezTo>
                    <a:pt x="918" y="2582"/>
                    <a:pt x="926" y="2588"/>
                    <a:pt x="937" y="2596"/>
                  </a:cubicBezTo>
                  <a:cubicBezTo>
                    <a:pt x="949" y="2605"/>
                    <a:pt x="965" y="2616"/>
                    <a:pt x="982" y="2625"/>
                  </a:cubicBezTo>
                  <a:cubicBezTo>
                    <a:pt x="999" y="2635"/>
                    <a:pt x="1017" y="2644"/>
                    <a:pt x="1030" y="2650"/>
                  </a:cubicBezTo>
                  <a:cubicBezTo>
                    <a:pt x="1044" y="2655"/>
                    <a:pt x="1053" y="2659"/>
                    <a:pt x="1053" y="2659"/>
                  </a:cubicBezTo>
                  <a:cubicBezTo>
                    <a:pt x="1053" y="2659"/>
                    <a:pt x="1062" y="2662"/>
                    <a:pt x="1076" y="2667"/>
                  </a:cubicBezTo>
                  <a:cubicBezTo>
                    <a:pt x="1090" y="2672"/>
                    <a:pt x="1109" y="2677"/>
                    <a:pt x="1128" y="2681"/>
                  </a:cubicBezTo>
                  <a:cubicBezTo>
                    <a:pt x="1147" y="2685"/>
                    <a:pt x="1167" y="2687"/>
                    <a:pt x="1181" y="2689"/>
                  </a:cubicBezTo>
                  <a:cubicBezTo>
                    <a:pt x="1196" y="2690"/>
                    <a:pt x="1206" y="2691"/>
                    <a:pt x="1206" y="2691"/>
                  </a:cubicBezTo>
                  <a:cubicBezTo>
                    <a:pt x="1206" y="2691"/>
                    <a:pt x="1215" y="2691"/>
                    <a:pt x="1230" y="2691"/>
                  </a:cubicBezTo>
                  <a:cubicBezTo>
                    <a:pt x="1244" y="2691"/>
                    <a:pt x="1264" y="2690"/>
                    <a:pt x="1283" y="2688"/>
                  </a:cubicBezTo>
                  <a:cubicBezTo>
                    <a:pt x="1303" y="2686"/>
                    <a:pt x="1322" y="2683"/>
                    <a:pt x="1336" y="2680"/>
                  </a:cubicBezTo>
                  <a:cubicBezTo>
                    <a:pt x="1351" y="2677"/>
                    <a:pt x="1360" y="2674"/>
                    <a:pt x="1360" y="2674"/>
                  </a:cubicBezTo>
                  <a:cubicBezTo>
                    <a:pt x="1360" y="2674"/>
                    <a:pt x="1370" y="2672"/>
                    <a:pt x="1383" y="2667"/>
                  </a:cubicBezTo>
                  <a:cubicBezTo>
                    <a:pt x="1397" y="2663"/>
                    <a:pt x="1416" y="2656"/>
                    <a:pt x="1434" y="2648"/>
                  </a:cubicBezTo>
                  <a:cubicBezTo>
                    <a:pt x="1452" y="2640"/>
                    <a:pt x="1469" y="2631"/>
                    <a:pt x="1481" y="2623"/>
                  </a:cubicBezTo>
                  <a:cubicBezTo>
                    <a:pt x="1494" y="2616"/>
                    <a:pt x="1502" y="2610"/>
                    <a:pt x="1502" y="2610"/>
                  </a:cubicBezTo>
                  <a:cubicBezTo>
                    <a:pt x="1502" y="2610"/>
                    <a:pt x="1510" y="2605"/>
                    <a:pt x="1522" y="2597"/>
                  </a:cubicBezTo>
                  <a:cubicBezTo>
                    <a:pt x="1534" y="2588"/>
                    <a:pt x="1550" y="2576"/>
                    <a:pt x="1564" y="2563"/>
                  </a:cubicBezTo>
                  <a:cubicBezTo>
                    <a:pt x="1578" y="2550"/>
                    <a:pt x="1592" y="2536"/>
                    <a:pt x="1602" y="2525"/>
                  </a:cubicBezTo>
                  <a:cubicBezTo>
                    <a:pt x="1612" y="2514"/>
                    <a:pt x="1618" y="2506"/>
                    <a:pt x="1618" y="2506"/>
                  </a:cubicBezTo>
                  <a:cubicBezTo>
                    <a:pt x="1618" y="2506"/>
                    <a:pt x="1624" y="2499"/>
                    <a:pt x="1632" y="2487"/>
                  </a:cubicBezTo>
                  <a:cubicBezTo>
                    <a:pt x="1641" y="2475"/>
                    <a:pt x="1652" y="2459"/>
                    <a:pt x="1662" y="2442"/>
                  </a:cubicBezTo>
                  <a:cubicBezTo>
                    <a:pt x="1672" y="2425"/>
                    <a:pt x="1680" y="2408"/>
                    <a:pt x="1686" y="2394"/>
                  </a:cubicBezTo>
                  <a:cubicBezTo>
                    <a:pt x="1692" y="2381"/>
                    <a:pt x="1695" y="2372"/>
                    <a:pt x="1695" y="2372"/>
                  </a:cubicBezTo>
                  <a:cubicBezTo>
                    <a:pt x="1695" y="2372"/>
                    <a:pt x="1699" y="2362"/>
                    <a:pt x="1704" y="2348"/>
                  </a:cubicBezTo>
                  <a:cubicBezTo>
                    <a:pt x="1708" y="2335"/>
                    <a:pt x="1714" y="2316"/>
                    <a:pt x="1718" y="2297"/>
                  </a:cubicBezTo>
                  <a:cubicBezTo>
                    <a:pt x="1722" y="2277"/>
                    <a:pt x="1725" y="2258"/>
                    <a:pt x="1726" y="2244"/>
                  </a:cubicBezTo>
                  <a:cubicBezTo>
                    <a:pt x="1728" y="2229"/>
                    <a:pt x="1728" y="2219"/>
                    <a:pt x="1728" y="2219"/>
                  </a:cubicBezTo>
                  <a:cubicBezTo>
                    <a:pt x="1728" y="2219"/>
                    <a:pt x="1729" y="2210"/>
                    <a:pt x="1729" y="2195"/>
                  </a:cubicBezTo>
                  <a:cubicBezTo>
                    <a:pt x="1729" y="2193"/>
                    <a:pt x="1729" y="2191"/>
                    <a:pt x="1729" y="2188"/>
                  </a:cubicBezTo>
                  <a:cubicBezTo>
                    <a:pt x="1729" y="2186"/>
                    <a:pt x="1729" y="2184"/>
                    <a:pt x="1729" y="2182"/>
                  </a:cubicBezTo>
                  <a:cubicBezTo>
                    <a:pt x="1729" y="2178"/>
                    <a:pt x="1729" y="2173"/>
                    <a:pt x="1730" y="2169"/>
                  </a:cubicBezTo>
                  <a:cubicBezTo>
                    <a:pt x="1731" y="2159"/>
                    <a:pt x="1732" y="2151"/>
                    <a:pt x="1734" y="2144"/>
                  </a:cubicBezTo>
                  <a:cubicBezTo>
                    <a:pt x="1735" y="2137"/>
                    <a:pt x="1736" y="2133"/>
                    <a:pt x="1736" y="2133"/>
                  </a:cubicBezTo>
                  <a:cubicBezTo>
                    <a:pt x="1736" y="2133"/>
                    <a:pt x="1737" y="2128"/>
                    <a:pt x="1740" y="2122"/>
                  </a:cubicBezTo>
                  <a:cubicBezTo>
                    <a:pt x="1742" y="2116"/>
                    <a:pt x="1745" y="2107"/>
                    <a:pt x="1748" y="2099"/>
                  </a:cubicBezTo>
                  <a:cubicBezTo>
                    <a:pt x="1752" y="2090"/>
                    <a:pt x="1756" y="2082"/>
                    <a:pt x="1760" y="2076"/>
                  </a:cubicBezTo>
                  <a:cubicBezTo>
                    <a:pt x="1763" y="2071"/>
                    <a:pt x="1766" y="2067"/>
                    <a:pt x="1766" y="2067"/>
                  </a:cubicBezTo>
                  <a:cubicBezTo>
                    <a:pt x="1766" y="2067"/>
                    <a:pt x="1768" y="2063"/>
                    <a:pt x="1772" y="2057"/>
                  </a:cubicBezTo>
                  <a:cubicBezTo>
                    <a:pt x="1776" y="2052"/>
                    <a:pt x="1782" y="2045"/>
                    <a:pt x="1788" y="2038"/>
                  </a:cubicBezTo>
                  <a:cubicBezTo>
                    <a:pt x="1794" y="2031"/>
                    <a:pt x="1800" y="2025"/>
                    <a:pt x="1805" y="2020"/>
                  </a:cubicBezTo>
                  <a:cubicBezTo>
                    <a:pt x="1810" y="2015"/>
                    <a:pt x="1814" y="2013"/>
                    <a:pt x="1814" y="2013"/>
                  </a:cubicBezTo>
                  <a:cubicBezTo>
                    <a:pt x="1814" y="2013"/>
                    <a:pt x="1818" y="2010"/>
                    <a:pt x="1823" y="2006"/>
                  </a:cubicBezTo>
                  <a:cubicBezTo>
                    <a:pt x="1829" y="2002"/>
                    <a:pt x="1836" y="1996"/>
                    <a:pt x="1844" y="1992"/>
                  </a:cubicBezTo>
                  <a:cubicBezTo>
                    <a:pt x="1852" y="1987"/>
                    <a:pt x="1860" y="1983"/>
                    <a:pt x="1866" y="1980"/>
                  </a:cubicBezTo>
                  <a:cubicBezTo>
                    <a:pt x="1872" y="1978"/>
                    <a:pt x="1877" y="1976"/>
                    <a:pt x="1877" y="1976"/>
                  </a:cubicBezTo>
                  <a:cubicBezTo>
                    <a:pt x="1877" y="1976"/>
                    <a:pt x="1881" y="1974"/>
                    <a:pt x="1887" y="1972"/>
                  </a:cubicBezTo>
                  <a:cubicBezTo>
                    <a:pt x="1894" y="1970"/>
                    <a:pt x="1902" y="1968"/>
                    <a:pt x="1911" y="1966"/>
                  </a:cubicBezTo>
                  <a:cubicBezTo>
                    <a:pt x="1920" y="1964"/>
                    <a:pt x="1929" y="1962"/>
                    <a:pt x="1936" y="1962"/>
                  </a:cubicBezTo>
                  <a:cubicBezTo>
                    <a:pt x="1943" y="1961"/>
                    <a:pt x="1947" y="1961"/>
                    <a:pt x="1947" y="1961"/>
                  </a:cubicBezTo>
                  <a:cubicBezTo>
                    <a:pt x="1947" y="1961"/>
                    <a:pt x="1952" y="1960"/>
                    <a:pt x="1959" y="1960"/>
                  </a:cubicBezTo>
                  <a:cubicBezTo>
                    <a:pt x="1966" y="1960"/>
                    <a:pt x="1975" y="1961"/>
                    <a:pt x="1984" y="1961"/>
                  </a:cubicBezTo>
                  <a:cubicBezTo>
                    <a:pt x="1993" y="1962"/>
                    <a:pt x="2002" y="1964"/>
                    <a:pt x="2009" y="1965"/>
                  </a:cubicBezTo>
                  <a:cubicBezTo>
                    <a:pt x="2015" y="1967"/>
                    <a:pt x="2020" y="1968"/>
                    <a:pt x="2020" y="1968"/>
                  </a:cubicBezTo>
                  <a:cubicBezTo>
                    <a:pt x="2020" y="1968"/>
                    <a:pt x="2024" y="1969"/>
                    <a:pt x="2030" y="1971"/>
                  </a:cubicBezTo>
                  <a:cubicBezTo>
                    <a:pt x="2037" y="1973"/>
                    <a:pt x="2045" y="1976"/>
                    <a:pt x="2054" y="1980"/>
                  </a:cubicBezTo>
                  <a:cubicBezTo>
                    <a:pt x="2062" y="1983"/>
                    <a:pt x="2070" y="1987"/>
                    <a:pt x="2076" y="1991"/>
                  </a:cubicBezTo>
                  <a:cubicBezTo>
                    <a:pt x="2082" y="1994"/>
                    <a:pt x="2086" y="1997"/>
                    <a:pt x="2086" y="1997"/>
                  </a:cubicBezTo>
                  <a:cubicBezTo>
                    <a:pt x="2086" y="1997"/>
                    <a:pt x="2090" y="1999"/>
                    <a:pt x="2095" y="2003"/>
                  </a:cubicBezTo>
                  <a:cubicBezTo>
                    <a:pt x="2101" y="2007"/>
                    <a:pt x="2108" y="2013"/>
                    <a:pt x="2115" y="2019"/>
                  </a:cubicBezTo>
                  <a:cubicBezTo>
                    <a:pt x="2122" y="2025"/>
                    <a:pt x="2128" y="2031"/>
                    <a:pt x="2133" y="2036"/>
                  </a:cubicBezTo>
                  <a:cubicBezTo>
                    <a:pt x="2137" y="2041"/>
                    <a:pt x="2140" y="2045"/>
                    <a:pt x="2140" y="2045"/>
                  </a:cubicBezTo>
                  <a:cubicBezTo>
                    <a:pt x="2140" y="2045"/>
                    <a:pt x="2143" y="2048"/>
                    <a:pt x="2147" y="2054"/>
                  </a:cubicBezTo>
                  <a:cubicBezTo>
                    <a:pt x="2151" y="2059"/>
                    <a:pt x="2156" y="2067"/>
                    <a:pt x="2161" y="2075"/>
                  </a:cubicBezTo>
                  <a:cubicBezTo>
                    <a:pt x="2166" y="2083"/>
                    <a:pt x="2170" y="2091"/>
                    <a:pt x="2173" y="2097"/>
                  </a:cubicBezTo>
                  <a:cubicBezTo>
                    <a:pt x="2175" y="2103"/>
                    <a:pt x="2177" y="2107"/>
                    <a:pt x="2177" y="2107"/>
                  </a:cubicBezTo>
                  <a:cubicBezTo>
                    <a:pt x="2177" y="2107"/>
                    <a:pt x="2179" y="2111"/>
                    <a:pt x="2181" y="2118"/>
                  </a:cubicBezTo>
                  <a:cubicBezTo>
                    <a:pt x="2183" y="2124"/>
                    <a:pt x="2186" y="2133"/>
                    <a:pt x="2188" y="2142"/>
                  </a:cubicBezTo>
                  <a:cubicBezTo>
                    <a:pt x="2190" y="2151"/>
                    <a:pt x="2191" y="2160"/>
                    <a:pt x="2192" y="2166"/>
                  </a:cubicBezTo>
                  <a:cubicBezTo>
                    <a:pt x="2192" y="2173"/>
                    <a:pt x="2193" y="2178"/>
                    <a:pt x="2193" y="2178"/>
                  </a:cubicBezTo>
                  <a:cubicBezTo>
                    <a:pt x="2193" y="2178"/>
                    <a:pt x="2193" y="2182"/>
                    <a:pt x="2193" y="2189"/>
                  </a:cubicBezTo>
                  <a:cubicBezTo>
                    <a:pt x="2193" y="2200"/>
                    <a:pt x="2193" y="2213"/>
                    <a:pt x="2193" y="2227"/>
                  </a:cubicBezTo>
                  <a:cubicBezTo>
                    <a:pt x="2193" y="2255"/>
                    <a:pt x="2193" y="2284"/>
                    <a:pt x="2193" y="2284"/>
                  </a:cubicBezTo>
                  <a:cubicBezTo>
                    <a:pt x="2193" y="2399"/>
                    <a:pt x="2193" y="2399"/>
                    <a:pt x="2193" y="2399"/>
                  </a:cubicBezTo>
                  <a:cubicBezTo>
                    <a:pt x="2193" y="2513"/>
                    <a:pt x="2193" y="2513"/>
                    <a:pt x="2193" y="2513"/>
                  </a:cubicBezTo>
                  <a:cubicBezTo>
                    <a:pt x="2193" y="2628"/>
                    <a:pt x="2193" y="2628"/>
                    <a:pt x="2193" y="2628"/>
                  </a:cubicBezTo>
                  <a:cubicBezTo>
                    <a:pt x="2193" y="2742"/>
                    <a:pt x="2193" y="2742"/>
                    <a:pt x="2193" y="2742"/>
                  </a:cubicBezTo>
                  <a:cubicBezTo>
                    <a:pt x="2193" y="2857"/>
                    <a:pt x="2193" y="2857"/>
                    <a:pt x="2193" y="2857"/>
                  </a:cubicBezTo>
                  <a:cubicBezTo>
                    <a:pt x="2193" y="2971"/>
                    <a:pt x="2193" y="2971"/>
                    <a:pt x="2193" y="2971"/>
                  </a:cubicBezTo>
                  <a:cubicBezTo>
                    <a:pt x="2193" y="3086"/>
                    <a:pt x="2193" y="3086"/>
                    <a:pt x="2193" y="3086"/>
                  </a:cubicBezTo>
                  <a:cubicBezTo>
                    <a:pt x="2193" y="3200"/>
                    <a:pt x="2193" y="3200"/>
                    <a:pt x="2193" y="3200"/>
                  </a:cubicBezTo>
                  <a:cubicBezTo>
                    <a:pt x="2459" y="3200"/>
                    <a:pt x="2459" y="3200"/>
                    <a:pt x="2459" y="3200"/>
                  </a:cubicBezTo>
                  <a:cubicBezTo>
                    <a:pt x="2459" y="3086"/>
                    <a:pt x="2459" y="3086"/>
                    <a:pt x="2459" y="3086"/>
                  </a:cubicBezTo>
                  <a:cubicBezTo>
                    <a:pt x="2459" y="2971"/>
                    <a:pt x="2459" y="2971"/>
                    <a:pt x="2459" y="2971"/>
                  </a:cubicBezTo>
                  <a:cubicBezTo>
                    <a:pt x="2459" y="2857"/>
                    <a:pt x="2459" y="2857"/>
                    <a:pt x="2459" y="2857"/>
                  </a:cubicBezTo>
                  <a:cubicBezTo>
                    <a:pt x="2459" y="2742"/>
                    <a:pt x="2459" y="2742"/>
                    <a:pt x="2459" y="2742"/>
                  </a:cubicBezTo>
                  <a:cubicBezTo>
                    <a:pt x="2459" y="2628"/>
                    <a:pt x="2459" y="2628"/>
                    <a:pt x="2459" y="2628"/>
                  </a:cubicBezTo>
                  <a:cubicBezTo>
                    <a:pt x="2459" y="2513"/>
                    <a:pt x="2459" y="2513"/>
                    <a:pt x="2459" y="2513"/>
                  </a:cubicBezTo>
                  <a:cubicBezTo>
                    <a:pt x="2459" y="2399"/>
                    <a:pt x="2459" y="2399"/>
                    <a:pt x="2459" y="2399"/>
                  </a:cubicBezTo>
                  <a:cubicBezTo>
                    <a:pt x="2459" y="2284"/>
                    <a:pt x="2459" y="2284"/>
                    <a:pt x="2459" y="2284"/>
                  </a:cubicBezTo>
                  <a:cubicBezTo>
                    <a:pt x="2459" y="2284"/>
                    <a:pt x="2459" y="2255"/>
                    <a:pt x="2459" y="2227"/>
                  </a:cubicBezTo>
                  <a:cubicBezTo>
                    <a:pt x="2459" y="2212"/>
                    <a:pt x="2459" y="2197"/>
                    <a:pt x="2459" y="2186"/>
                  </a:cubicBezTo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2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" name="Rectangle 69">
              <a:extLst>
                <a:ext uri="{FF2B5EF4-FFF2-40B4-BE49-F238E27FC236}">
                  <a16:creationId xmlns:a16="http://schemas.microsoft.com/office/drawing/2014/main" id="{69E423CA-A493-4F93-AEE3-44B5C5BA6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303" y="6660016"/>
              <a:ext cx="39971" cy="16806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70">
              <a:extLst>
                <a:ext uri="{FF2B5EF4-FFF2-40B4-BE49-F238E27FC236}">
                  <a16:creationId xmlns:a16="http://schemas.microsoft.com/office/drawing/2014/main" id="{FBF7E439-BBE2-484D-B22F-65BCEC477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269" y="32099"/>
              <a:ext cx="69041" cy="171694"/>
            </a:xfrm>
            <a:custGeom>
              <a:avLst/>
              <a:gdLst>
                <a:gd name="T0" fmla="*/ 13 w 32"/>
                <a:gd name="T1" fmla="*/ 80 h 80"/>
                <a:gd name="T2" fmla="*/ 32 w 32"/>
                <a:gd name="T3" fmla="*/ 75 h 80"/>
                <a:gd name="T4" fmla="*/ 24 w 32"/>
                <a:gd name="T5" fmla="*/ 38 h 80"/>
                <a:gd name="T6" fmla="*/ 20 w 32"/>
                <a:gd name="T7" fmla="*/ 0 h 80"/>
                <a:gd name="T8" fmla="*/ 0 w 32"/>
                <a:gd name="T9" fmla="*/ 1 h 80"/>
                <a:gd name="T10" fmla="*/ 5 w 32"/>
                <a:gd name="T11" fmla="*/ 41 h 80"/>
                <a:gd name="T12" fmla="*/ 13 w 32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0">
                  <a:moveTo>
                    <a:pt x="13" y="80"/>
                  </a:moveTo>
                  <a:cubicBezTo>
                    <a:pt x="32" y="75"/>
                    <a:pt x="32" y="75"/>
                    <a:pt x="32" y="75"/>
                  </a:cubicBezTo>
                  <a:cubicBezTo>
                    <a:pt x="32" y="75"/>
                    <a:pt x="27" y="56"/>
                    <a:pt x="24" y="38"/>
                  </a:cubicBezTo>
                  <a:cubicBezTo>
                    <a:pt x="21" y="19"/>
                    <a:pt x="20" y="0"/>
                    <a:pt x="2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21"/>
                    <a:pt x="5" y="41"/>
                  </a:cubicBezTo>
                  <a:cubicBezTo>
                    <a:pt x="8" y="60"/>
                    <a:pt x="13" y="80"/>
                    <a:pt x="13" y="8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71">
              <a:extLst>
                <a:ext uri="{FF2B5EF4-FFF2-40B4-BE49-F238E27FC236}">
                  <a16:creationId xmlns:a16="http://schemas.microsoft.com/office/drawing/2014/main" id="{E0835063-5121-46F0-BEC1-BF31601F5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8050" y="264658"/>
              <a:ext cx="113554" cy="168968"/>
            </a:xfrm>
            <a:custGeom>
              <a:avLst/>
              <a:gdLst>
                <a:gd name="T0" fmla="*/ 17 w 53"/>
                <a:gd name="T1" fmla="*/ 44 h 79"/>
                <a:gd name="T2" fmla="*/ 37 w 53"/>
                <a:gd name="T3" fmla="*/ 79 h 79"/>
                <a:gd name="T4" fmla="*/ 53 w 53"/>
                <a:gd name="T5" fmla="*/ 68 h 79"/>
                <a:gd name="T6" fmla="*/ 34 w 53"/>
                <a:gd name="T7" fmla="*/ 35 h 79"/>
                <a:gd name="T8" fmla="*/ 19 w 53"/>
                <a:gd name="T9" fmla="*/ 0 h 79"/>
                <a:gd name="T10" fmla="*/ 0 w 53"/>
                <a:gd name="T11" fmla="*/ 7 h 79"/>
                <a:gd name="T12" fmla="*/ 17 w 53"/>
                <a:gd name="T13" fmla="*/ 4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79">
                  <a:moveTo>
                    <a:pt x="17" y="44"/>
                  </a:moveTo>
                  <a:cubicBezTo>
                    <a:pt x="26" y="62"/>
                    <a:pt x="37" y="79"/>
                    <a:pt x="37" y="79"/>
                  </a:cubicBezTo>
                  <a:cubicBezTo>
                    <a:pt x="53" y="68"/>
                    <a:pt x="53" y="68"/>
                    <a:pt x="53" y="68"/>
                  </a:cubicBezTo>
                  <a:cubicBezTo>
                    <a:pt x="53" y="68"/>
                    <a:pt x="42" y="52"/>
                    <a:pt x="34" y="35"/>
                  </a:cubicBezTo>
                  <a:cubicBezTo>
                    <a:pt x="25" y="18"/>
                    <a:pt x="19" y="0"/>
                    <a:pt x="19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7" y="26"/>
                    <a:pt x="17" y="44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2">
              <a:extLst>
                <a:ext uri="{FF2B5EF4-FFF2-40B4-BE49-F238E27FC236}">
                  <a16:creationId xmlns:a16="http://schemas.microsoft.com/office/drawing/2014/main" id="{F9AF4878-2650-479B-A3D8-45851DD46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5230" y="472688"/>
              <a:ext cx="145349" cy="148074"/>
            </a:xfrm>
            <a:custGeom>
              <a:avLst/>
              <a:gdLst>
                <a:gd name="T0" fmla="*/ 56 w 68"/>
                <a:gd name="T1" fmla="*/ 69 h 69"/>
                <a:gd name="T2" fmla="*/ 68 w 68"/>
                <a:gd name="T3" fmla="*/ 53 h 69"/>
                <a:gd name="T4" fmla="*/ 40 w 68"/>
                <a:gd name="T5" fmla="*/ 28 h 69"/>
                <a:gd name="T6" fmla="*/ 15 w 68"/>
                <a:gd name="T7" fmla="*/ 0 h 69"/>
                <a:gd name="T8" fmla="*/ 0 w 68"/>
                <a:gd name="T9" fmla="*/ 12 h 69"/>
                <a:gd name="T10" fmla="*/ 26 w 68"/>
                <a:gd name="T11" fmla="*/ 42 h 69"/>
                <a:gd name="T12" fmla="*/ 56 w 68"/>
                <a:gd name="T1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69">
                  <a:moveTo>
                    <a:pt x="56" y="69"/>
                  </a:moveTo>
                  <a:cubicBezTo>
                    <a:pt x="68" y="53"/>
                    <a:pt x="68" y="53"/>
                    <a:pt x="68" y="53"/>
                  </a:cubicBezTo>
                  <a:cubicBezTo>
                    <a:pt x="68" y="53"/>
                    <a:pt x="53" y="41"/>
                    <a:pt x="40" y="28"/>
                  </a:cubicBezTo>
                  <a:cubicBezTo>
                    <a:pt x="27" y="15"/>
                    <a:pt x="15" y="0"/>
                    <a:pt x="15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12" y="28"/>
                    <a:pt x="26" y="42"/>
                  </a:cubicBezTo>
                  <a:cubicBezTo>
                    <a:pt x="40" y="56"/>
                    <a:pt x="56" y="69"/>
                    <a:pt x="56" y="69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3">
              <a:extLst>
                <a:ext uri="{FF2B5EF4-FFF2-40B4-BE49-F238E27FC236}">
                  <a16:creationId xmlns:a16="http://schemas.microsoft.com/office/drawing/2014/main" id="{9E4302FC-A4FD-405F-87FC-16F7A44ED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9642" y="631664"/>
              <a:ext cx="167151" cy="113554"/>
            </a:xfrm>
            <a:custGeom>
              <a:avLst/>
              <a:gdLst>
                <a:gd name="T0" fmla="*/ 71 w 78"/>
                <a:gd name="T1" fmla="*/ 53 h 53"/>
                <a:gd name="T2" fmla="*/ 78 w 78"/>
                <a:gd name="T3" fmla="*/ 35 h 53"/>
                <a:gd name="T4" fmla="*/ 44 w 78"/>
                <a:gd name="T5" fmla="*/ 19 h 53"/>
                <a:gd name="T6" fmla="*/ 11 w 78"/>
                <a:gd name="T7" fmla="*/ 0 h 53"/>
                <a:gd name="T8" fmla="*/ 0 w 78"/>
                <a:gd name="T9" fmla="*/ 17 h 53"/>
                <a:gd name="T10" fmla="*/ 35 w 78"/>
                <a:gd name="T11" fmla="*/ 37 h 53"/>
                <a:gd name="T12" fmla="*/ 71 w 7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53">
                  <a:moveTo>
                    <a:pt x="71" y="53"/>
                  </a:moveTo>
                  <a:cubicBezTo>
                    <a:pt x="78" y="35"/>
                    <a:pt x="78" y="35"/>
                    <a:pt x="78" y="35"/>
                  </a:cubicBezTo>
                  <a:cubicBezTo>
                    <a:pt x="78" y="35"/>
                    <a:pt x="61" y="28"/>
                    <a:pt x="44" y="19"/>
                  </a:cubicBezTo>
                  <a:cubicBezTo>
                    <a:pt x="27" y="11"/>
                    <a:pt x="11" y="0"/>
                    <a:pt x="11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17" y="28"/>
                    <a:pt x="35" y="37"/>
                  </a:cubicBezTo>
                  <a:cubicBezTo>
                    <a:pt x="53" y="46"/>
                    <a:pt x="71" y="53"/>
                    <a:pt x="71" y="5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74">
              <a:extLst>
                <a:ext uri="{FF2B5EF4-FFF2-40B4-BE49-F238E27FC236}">
                  <a16:creationId xmlns:a16="http://schemas.microsoft.com/office/drawing/2014/main" id="{5F29778E-806E-4991-A06A-534D7A42D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75" y="730683"/>
              <a:ext cx="171694" cy="68132"/>
            </a:xfrm>
            <a:custGeom>
              <a:avLst/>
              <a:gdLst>
                <a:gd name="T0" fmla="*/ 79 w 80"/>
                <a:gd name="T1" fmla="*/ 32 h 32"/>
                <a:gd name="T2" fmla="*/ 80 w 80"/>
                <a:gd name="T3" fmla="*/ 12 h 32"/>
                <a:gd name="T4" fmla="*/ 42 w 80"/>
                <a:gd name="T5" fmla="*/ 8 h 32"/>
                <a:gd name="T6" fmla="*/ 5 w 80"/>
                <a:gd name="T7" fmla="*/ 0 h 32"/>
                <a:gd name="T8" fmla="*/ 0 w 80"/>
                <a:gd name="T9" fmla="*/ 19 h 32"/>
                <a:gd name="T10" fmla="*/ 39 w 80"/>
                <a:gd name="T11" fmla="*/ 27 h 32"/>
                <a:gd name="T12" fmla="*/ 79 w 80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32">
                  <a:moveTo>
                    <a:pt x="79" y="32"/>
                  </a:moveTo>
                  <a:cubicBezTo>
                    <a:pt x="80" y="12"/>
                    <a:pt x="80" y="12"/>
                    <a:pt x="80" y="12"/>
                  </a:cubicBezTo>
                  <a:cubicBezTo>
                    <a:pt x="80" y="12"/>
                    <a:pt x="61" y="11"/>
                    <a:pt x="42" y="8"/>
                  </a:cubicBezTo>
                  <a:cubicBezTo>
                    <a:pt x="23" y="5"/>
                    <a:pt x="5" y="0"/>
                    <a:pt x="5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19" y="24"/>
                    <a:pt x="39" y="27"/>
                  </a:cubicBezTo>
                  <a:cubicBezTo>
                    <a:pt x="59" y="31"/>
                    <a:pt x="79" y="32"/>
                    <a:pt x="79" y="32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75">
              <a:extLst>
                <a:ext uri="{FF2B5EF4-FFF2-40B4-BE49-F238E27FC236}">
                  <a16:creationId xmlns:a16="http://schemas.microsoft.com/office/drawing/2014/main" id="{AB341E6B-9242-45CB-BF3D-A2AFDFBA9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569" y="757936"/>
              <a:ext cx="171694" cy="67224"/>
            </a:xfrm>
            <a:custGeom>
              <a:avLst/>
              <a:gdLst>
                <a:gd name="T0" fmla="*/ 75 w 80"/>
                <a:gd name="T1" fmla="*/ 31 h 31"/>
                <a:gd name="T2" fmla="*/ 80 w 80"/>
                <a:gd name="T3" fmla="*/ 12 h 31"/>
                <a:gd name="T4" fmla="*/ 41 w 80"/>
                <a:gd name="T5" fmla="*/ 4 h 31"/>
                <a:gd name="T6" fmla="*/ 1 w 80"/>
                <a:gd name="T7" fmla="*/ 0 h 31"/>
                <a:gd name="T8" fmla="*/ 0 w 80"/>
                <a:gd name="T9" fmla="*/ 20 h 31"/>
                <a:gd name="T10" fmla="*/ 38 w 80"/>
                <a:gd name="T11" fmla="*/ 23 h 31"/>
                <a:gd name="T12" fmla="*/ 75 w 80"/>
                <a:gd name="T13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31">
                  <a:moveTo>
                    <a:pt x="75" y="31"/>
                  </a:moveTo>
                  <a:cubicBezTo>
                    <a:pt x="80" y="12"/>
                    <a:pt x="80" y="12"/>
                    <a:pt x="80" y="12"/>
                  </a:cubicBezTo>
                  <a:cubicBezTo>
                    <a:pt x="80" y="12"/>
                    <a:pt x="61" y="7"/>
                    <a:pt x="41" y="4"/>
                  </a:cubicBezTo>
                  <a:cubicBezTo>
                    <a:pt x="21" y="1"/>
                    <a:pt x="1" y="0"/>
                    <a:pt x="1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19" y="20"/>
                    <a:pt x="38" y="23"/>
                  </a:cubicBezTo>
                  <a:cubicBezTo>
                    <a:pt x="57" y="26"/>
                    <a:pt x="75" y="31"/>
                    <a:pt x="75" y="3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6">
              <a:extLst>
                <a:ext uri="{FF2B5EF4-FFF2-40B4-BE49-F238E27FC236}">
                  <a16:creationId xmlns:a16="http://schemas.microsoft.com/office/drawing/2014/main" id="{AE354212-181E-40A0-8CDE-729AA3BE4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0944" y="807900"/>
              <a:ext cx="167151" cy="113554"/>
            </a:xfrm>
            <a:custGeom>
              <a:avLst/>
              <a:gdLst>
                <a:gd name="T0" fmla="*/ 68 w 78"/>
                <a:gd name="T1" fmla="*/ 53 h 53"/>
                <a:gd name="T2" fmla="*/ 78 w 78"/>
                <a:gd name="T3" fmla="*/ 36 h 53"/>
                <a:gd name="T4" fmla="*/ 44 w 78"/>
                <a:gd name="T5" fmla="*/ 16 h 53"/>
                <a:gd name="T6" fmla="*/ 7 w 78"/>
                <a:gd name="T7" fmla="*/ 0 h 53"/>
                <a:gd name="T8" fmla="*/ 0 w 78"/>
                <a:gd name="T9" fmla="*/ 19 h 53"/>
                <a:gd name="T10" fmla="*/ 35 w 78"/>
                <a:gd name="T11" fmla="*/ 34 h 53"/>
                <a:gd name="T12" fmla="*/ 68 w 7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53">
                  <a:moveTo>
                    <a:pt x="68" y="53"/>
                  </a:moveTo>
                  <a:cubicBezTo>
                    <a:pt x="78" y="36"/>
                    <a:pt x="78" y="36"/>
                    <a:pt x="78" y="36"/>
                  </a:cubicBezTo>
                  <a:cubicBezTo>
                    <a:pt x="78" y="36"/>
                    <a:pt x="62" y="25"/>
                    <a:pt x="44" y="16"/>
                  </a:cubicBezTo>
                  <a:cubicBezTo>
                    <a:pt x="26" y="7"/>
                    <a:pt x="7" y="0"/>
                    <a:pt x="7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18" y="25"/>
                    <a:pt x="35" y="34"/>
                  </a:cubicBezTo>
                  <a:cubicBezTo>
                    <a:pt x="52" y="42"/>
                    <a:pt x="68" y="53"/>
                    <a:pt x="68" y="5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7">
              <a:extLst>
                <a:ext uri="{FF2B5EF4-FFF2-40B4-BE49-F238E27FC236}">
                  <a16:creationId xmlns:a16="http://schemas.microsoft.com/office/drawing/2014/main" id="{4BD28686-57C3-4364-99C0-97939779B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8975" y="932355"/>
              <a:ext cx="148074" cy="148074"/>
            </a:xfrm>
            <a:custGeom>
              <a:avLst/>
              <a:gdLst>
                <a:gd name="T0" fmla="*/ 42 w 69"/>
                <a:gd name="T1" fmla="*/ 27 h 69"/>
                <a:gd name="T2" fmla="*/ 12 w 69"/>
                <a:gd name="T3" fmla="*/ 0 h 69"/>
                <a:gd name="T4" fmla="*/ 0 w 69"/>
                <a:gd name="T5" fmla="*/ 15 h 69"/>
                <a:gd name="T6" fmla="*/ 28 w 69"/>
                <a:gd name="T7" fmla="*/ 41 h 69"/>
                <a:gd name="T8" fmla="*/ 54 w 69"/>
                <a:gd name="T9" fmla="*/ 69 h 69"/>
                <a:gd name="T10" fmla="*/ 69 w 69"/>
                <a:gd name="T11" fmla="*/ 56 h 69"/>
                <a:gd name="T12" fmla="*/ 42 w 69"/>
                <a:gd name="T13" fmla="*/ 2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69">
                  <a:moveTo>
                    <a:pt x="42" y="27"/>
                  </a:moveTo>
                  <a:cubicBezTo>
                    <a:pt x="27" y="13"/>
                    <a:pt x="12" y="0"/>
                    <a:pt x="12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4" y="27"/>
                    <a:pt x="28" y="41"/>
                  </a:cubicBezTo>
                  <a:cubicBezTo>
                    <a:pt x="42" y="54"/>
                    <a:pt x="54" y="69"/>
                    <a:pt x="54" y="69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56"/>
                    <a:pt x="56" y="41"/>
                    <a:pt x="42" y="27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78">
              <a:extLst>
                <a:ext uri="{FF2B5EF4-FFF2-40B4-BE49-F238E27FC236}">
                  <a16:creationId xmlns:a16="http://schemas.microsoft.com/office/drawing/2014/main" id="{B582C0DF-9889-471A-A637-D83A2910B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0675" y="1116766"/>
              <a:ext cx="113554" cy="169877"/>
            </a:xfrm>
            <a:custGeom>
              <a:avLst/>
              <a:gdLst>
                <a:gd name="T0" fmla="*/ 16 w 53"/>
                <a:gd name="T1" fmla="*/ 0 h 79"/>
                <a:gd name="T2" fmla="*/ 0 w 53"/>
                <a:gd name="T3" fmla="*/ 11 h 79"/>
                <a:gd name="T4" fmla="*/ 19 w 53"/>
                <a:gd name="T5" fmla="*/ 44 h 79"/>
                <a:gd name="T6" fmla="*/ 35 w 53"/>
                <a:gd name="T7" fmla="*/ 79 h 79"/>
                <a:gd name="T8" fmla="*/ 53 w 53"/>
                <a:gd name="T9" fmla="*/ 71 h 79"/>
                <a:gd name="T10" fmla="*/ 36 w 53"/>
                <a:gd name="T11" fmla="*/ 35 h 79"/>
                <a:gd name="T12" fmla="*/ 16 w 53"/>
                <a:gd name="T1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79">
                  <a:moveTo>
                    <a:pt x="16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0" y="27"/>
                    <a:pt x="19" y="44"/>
                  </a:cubicBezTo>
                  <a:cubicBezTo>
                    <a:pt x="28" y="61"/>
                    <a:pt x="35" y="79"/>
                    <a:pt x="35" y="79"/>
                  </a:cubicBezTo>
                  <a:cubicBezTo>
                    <a:pt x="53" y="71"/>
                    <a:pt x="53" y="71"/>
                    <a:pt x="53" y="71"/>
                  </a:cubicBezTo>
                  <a:cubicBezTo>
                    <a:pt x="53" y="71"/>
                    <a:pt x="46" y="53"/>
                    <a:pt x="36" y="35"/>
                  </a:cubicBezTo>
                  <a:cubicBezTo>
                    <a:pt x="27" y="17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9">
              <a:extLst>
                <a:ext uri="{FF2B5EF4-FFF2-40B4-BE49-F238E27FC236}">
                  <a16:creationId xmlns:a16="http://schemas.microsoft.com/office/drawing/2014/main" id="{F568D12E-7808-476C-9647-9822515D3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8786" y="1346600"/>
              <a:ext cx="69041" cy="171694"/>
            </a:xfrm>
            <a:custGeom>
              <a:avLst/>
              <a:gdLst>
                <a:gd name="T0" fmla="*/ 22 w 32"/>
                <a:gd name="T1" fmla="*/ 12 h 80"/>
                <a:gd name="T2" fmla="*/ 19 w 32"/>
                <a:gd name="T3" fmla="*/ 0 h 80"/>
                <a:gd name="T4" fmla="*/ 0 w 32"/>
                <a:gd name="T5" fmla="*/ 5 h 80"/>
                <a:gd name="T6" fmla="*/ 8 w 32"/>
                <a:gd name="T7" fmla="*/ 42 h 80"/>
                <a:gd name="T8" fmla="*/ 12 w 32"/>
                <a:gd name="T9" fmla="*/ 80 h 80"/>
                <a:gd name="T10" fmla="*/ 32 w 32"/>
                <a:gd name="T11" fmla="*/ 79 h 80"/>
                <a:gd name="T12" fmla="*/ 27 w 32"/>
                <a:gd name="T13" fmla="*/ 39 h 80"/>
                <a:gd name="T14" fmla="*/ 22 w 32"/>
                <a:gd name="T15" fmla="*/ 1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80">
                  <a:moveTo>
                    <a:pt x="22" y="12"/>
                  </a:moveTo>
                  <a:cubicBezTo>
                    <a:pt x="20" y="5"/>
                    <a:pt x="19" y="0"/>
                    <a:pt x="19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5" y="23"/>
                    <a:pt x="8" y="42"/>
                  </a:cubicBezTo>
                  <a:cubicBezTo>
                    <a:pt x="11" y="61"/>
                    <a:pt x="12" y="80"/>
                    <a:pt x="12" y="80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9"/>
                    <a:pt x="31" y="59"/>
                    <a:pt x="27" y="39"/>
                  </a:cubicBezTo>
                  <a:cubicBezTo>
                    <a:pt x="26" y="29"/>
                    <a:pt x="24" y="19"/>
                    <a:pt x="22" y="12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0">
              <a:extLst>
                <a:ext uri="{FF2B5EF4-FFF2-40B4-BE49-F238E27FC236}">
                  <a16:creationId xmlns:a16="http://schemas.microsoft.com/office/drawing/2014/main" id="{9028A392-ECCF-4C0B-85CB-3CECEBC63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511" y="1593693"/>
              <a:ext cx="66315" cy="171694"/>
            </a:xfrm>
            <a:custGeom>
              <a:avLst/>
              <a:gdLst>
                <a:gd name="T0" fmla="*/ 27 w 31"/>
                <a:gd name="T1" fmla="*/ 41 h 80"/>
                <a:gd name="T2" fmla="*/ 31 w 31"/>
                <a:gd name="T3" fmla="*/ 1 h 80"/>
                <a:gd name="T4" fmla="*/ 12 w 31"/>
                <a:gd name="T5" fmla="*/ 0 h 80"/>
                <a:gd name="T6" fmla="*/ 8 w 31"/>
                <a:gd name="T7" fmla="*/ 38 h 80"/>
                <a:gd name="T8" fmla="*/ 0 w 31"/>
                <a:gd name="T9" fmla="*/ 75 h 80"/>
                <a:gd name="T10" fmla="*/ 19 w 31"/>
                <a:gd name="T11" fmla="*/ 80 h 80"/>
                <a:gd name="T12" fmla="*/ 27 w 31"/>
                <a:gd name="T13" fmla="*/ 41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80">
                  <a:moveTo>
                    <a:pt x="27" y="41"/>
                  </a:moveTo>
                  <a:cubicBezTo>
                    <a:pt x="30" y="21"/>
                    <a:pt x="31" y="1"/>
                    <a:pt x="31" y="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1" y="19"/>
                    <a:pt x="8" y="38"/>
                  </a:cubicBezTo>
                  <a:cubicBezTo>
                    <a:pt x="5" y="57"/>
                    <a:pt x="0" y="75"/>
                    <a:pt x="0" y="75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9" y="80"/>
                    <a:pt x="25" y="61"/>
                    <a:pt x="27" y="4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1">
              <a:extLst>
                <a:ext uri="{FF2B5EF4-FFF2-40B4-BE49-F238E27FC236}">
                  <a16:creationId xmlns:a16="http://schemas.microsoft.com/office/drawing/2014/main" id="{6F190D88-05CB-4ABF-954D-35A9EDCE8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7034" y="1828068"/>
              <a:ext cx="111737" cy="169877"/>
            </a:xfrm>
            <a:custGeom>
              <a:avLst/>
              <a:gdLst>
                <a:gd name="T0" fmla="*/ 30 w 52"/>
                <a:gd name="T1" fmla="*/ 11 h 79"/>
                <a:gd name="T2" fmla="*/ 19 w 52"/>
                <a:gd name="T3" fmla="*/ 35 h 79"/>
                <a:gd name="T4" fmla="*/ 0 w 52"/>
                <a:gd name="T5" fmla="*/ 68 h 79"/>
                <a:gd name="T6" fmla="*/ 17 w 52"/>
                <a:gd name="T7" fmla="*/ 79 h 79"/>
                <a:gd name="T8" fmla="*/ 36 w 52"/>
                <a:gd name="T9" fmla="*/ 44 h 79"/>
                <a:gd name="T10" fmla="*/ 48 w 52"/>
                <a:gd name="T11" fmla="*/ 19 h 79"/>
                <a:gd name="T12" fmla="*/ 52 w 52"/>
                <a:gd name="T13" fmla="*/ 7 h 79"/>
                <a:gd name="T14" fmla="*/ 34 w 52"/>
                <a:gd name="T15" fmla="*/ 0 h 79"/>
                <a:gd name="T16" fmla="*/ 30 w 52"/>
                <a:gd name="T17" fmla="*/ 1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79">
                  <a:moveTo>
                    <a:pt x="30" y="11"/>
                  </a:moveTo>
                  <a:cubicBezTo>
                    <a:pt x="27" y="18"/>
                    <a:pt x="23" y="27"/>
                    <a:pt x="19" y="35"/>
                  </a:cubicBezTo>
                  <a:cubicBezTo>
                    <a:pt x="10" y="52"/>
                    <a:pt x="0" y="68"/>
                    <a:pt x="0" y="68"/>
                  </a:cubicBezTo>
                  <a:cubicBezTo>
                    <a:pt x="17" y="79"/>
                    <a:pt x="17" y="79"/>
                    <a:pt x="17" y="79"/>
                  </a:cubicBezTo>
                  <a:cubicBezTo>
                    <a:pt x="17" y="79"/>
                    <a:pt x="27" y="62"/>
                    <a:pt x="36" y="44"/>
                  </a:cubicBezTo>
                  <a:cubicBezTo>
                    <a:pt x="41" y="35"/>
                    <a:pt x="45" y="26"/>
                    <a:pt x="48" y="19"/>
                  </a:cubicBezTo>
                  <a:cubicBezTo>
                    <a:pt x="50" y="12"/>
                    <a:pt x="52" y="7"/>
                    <a:pt x="52" y="7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32" y="5"/>
                    <a:pt x="30" y="1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2">
              <a:extLst>
                <a:ext uri="{FF2B5EF4-FFF2-40B4-BE49-F238E27FC236}">
                  <a16:creationId xmlns:a16="http://schemas.microsoft.com/office/drawing/2014/main" id="{F77E1994-961D-48D4-B39B-37EB89E1C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8059" y="2036099"/>
              <a:ext cx="148074" cy="148074"/>
            </a:xfrm>
            <a:custGeom>
              <a:avLst/>
              <a:gdLst>
                <a:gd name="T0" fmla="*/ 0 w 69"/>
                <a:gd name="T1" fmla="*/ 54 h 69"/>
                <a:gd name="T2" fmla="*/ 13 w 69"/>
                <a:gd name="T3" fmla="*/ 69 h 69"/>
                <a:gd name="T4" fmla="*/ 42 w 69"/>
                <a:gd name="T5" fmla="*/ 42 h 69"/>
                <a:gd name="T6" fmla="*/ 69 w 69"/>
                <a:gd name="T7" fmla="*/ 12 h 69"/>
                <a:gd name="T8" fmla="*/ 54 w 69"/>
                <a:gd name="T9" fmla="*/ 0 h 69"/>
                <a:gd name="T10" fmla="*/ 28 w 69"/>
                <a:gd name="T11" fmla="*/ 28 h 69"/>
                <a:gd name="T12" fmla="*/ 0 w 69"/>
                <a:gd name="T13" fmla="*/ 5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69">
                  <a:moveTo>
                    <a:pt x="0" y="54"/>
                  </a:moveTo>
                  <a:cubicBezTo>
                    <a:pt x="13" y="69"/>
                    <a:pt x="13" y="69"/>
                    <a:pt x="13" y="69"/>
                  </a:cubicBezTo>
                  <a:cubicBezTo>
                    <a:pt x="13" y="69"/>
                    <a:pt x="28" y="57"/>
                    <a:pt x="42" y="42"/>
                  </a:cubicBezTo>
                  <a:cubicBezTo>
                    <a:pt x="57" y="28"/>
                    <a:pt x="69" y="12"/>
                    <a:pt x="69" y="12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42" y="15"/>
                    <a:pt x="28" y="28"/>
                  </a:cubicBezTo>
                  <a:cubicBezTo>
                    <a:pt x="15" y="42"/>
                    <a:pt x="0" y="54"/>
                    <a:pt x="0" y="54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3">
              <a:extLst>
                <a:ext uri="{FF2B5EF4-FFF2-40B4-BE49-F238E27FC236}">
                  <a16:creationId xmlns:a16="http://schemas.microsoft.com/office/drawing/2014/main" id="{63C39691-1794-4097-9D90-6B7C57140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3662" y="2196892"/>
              <a:ext cx="167151" cy="116279"/>
            </a:xfrm>
            <a:custGeom>
              <a:avLst/>
              <a:gdLst>
                <a:gd name="T0" fmla="*/ 34 w 78"/>
                <a:gd name="T1" fmla="*/ 20 h 54"/>
                <a:gd name="T2" fmla="*/ 0 w 78"/>
                <a:gd name="T3" fmla="*/ 36 h 54"/>
                <a:gd name="T4" fmla="*/ 7 w 78"/>
                <a:gd name="T5" fmla="*/ 54 h 54"/>
                <a:gd name="T6" fmla="*/ 44 w 78"/>
                <a:gd name="T7" fmla="*/ 37 h 54"/>
                <a:gd name="T8" fmla="*/ 78 w 78"/>
                <a:gd name="T9" fmla="*/ 17 h 54"/>
                <a:gd name="T10" fmla="*/ 67 w 78"/>
                <a:gd name="T11" fmla="*/ 0 h 54"/>
                <a:gd name="T12" fmla="*/ 34 w 78"/>
                <a:gd name="T13" fmla="*/ 2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54">
                  <a:moveTo>
                    <a:pt x="34" y="20"/>
                  </a:moveTo>
                  <a:cubicBezTo>
                    <a:pt x="18" y="29"/>
                    <a:pt x="0" y="36"/>
                    <a:pt x="0" y="36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7" y="54"/>
                    <a:pt x="26" y="47"/>
                    <a:pt x="44" y="37"/>
                  </a:cubicBezTo>
                  <a:cubicBezTo>
                    <a:pt x="61" y="28"/>
                    <a:pt x="78" y="17"/>
                    <a:pt x="78" y="1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0"/>
                    <a:pt x="51" y="11"/>
                    <a:pt x="34" y="2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84">
              <a:extLst>
                <a:ext uri="{FF2B5EF4-FFF2-40B4-BE49-F238E27FC236}">
                  <a16:creationId xmlns:a16="http://schemas.microsoft.com/office/drawing/2014/main" id="{17ACA49F-567B-4F44-9BE2-6105C3C52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012" y="2298636"/>
              <a:ext cx="171694" cy="68132"/>
            </a:xfrm>
            <a:custGeom>
              <a:avLst/>
              <a:gdLst>
                <a:gd name="T0" fmla="*/ 0 w 80"/>
                <a:gd name="T1" fmla="*/ 13 h 32"/>
                <a:gd name="T2" fmla="*/ 1 w 80"/>
                <a:gd name="T3" fmla="*/ 32 h 32"/>
                <a:gd name="T4" fmla="*/ 41 w 80"/>
                <a:gd name="T5" fmla="*/ 28 h 32"/>
                <a:gd name="T6" fmla="*/ 80 w 80"/>
                <a:gd name="T7" fmla="*/ 19 h 32"/>
                <a:gd name="T8" fmla="*/ 74 w 80"/>
                <a:gd name="T9" fmla="*/ 0 h 32"/>
                <a:gd name="T10" fmla="*/ 37 w 80"/>
                <a:gd name="T11" fmla="*/ 8 h 32"/>
                <a:gd name="T12" fmla="*/ 0 w 80"/>
                <a:gd name="T13" fmla="*/ 1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32">
                  <a:moveTo>
                    <a:pt x="0" y="13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1" y="32"/>
                    <a:pt x="21" y="31"/>
                    <a:pt x="41" y="28"/>
                  </a:cubicBezTo>
                  <a:cubicBezTo>
                    <a:pt x="60" y="24"/>
                    <a:pt x="80" y="19"/>
                    <a:pt x="80" y="19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0"/>
                    <a:pt x="56" y="5"/>
                    <a:pt x="37" y="8"/>
                  </a:cubicBezTo>
                  <a:cubicBezTo>
                    <a:pt x="19" y="12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5">
              <a:extLst>
                <a:ext uri="{FF2B5EF4-FFF2-40B4-BE49-F238E27FC236}">
                  <a16:creationId xmlns:a16="http://schemas.microsoft.com/office/drawing/2014/main" id="{4F2FFB90-1D19-468C-88C0-2EB888364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2193" y="2328614"/>
              <a:ext cx="171694" cy="64499"/>
            </a:xfrm>
            <a:custGeom>
              <a:avLst/>
              <a:gdLst>
                <a:gd name="T0" fmla="*/ 13 w 80"/>
                <a:gd name="T1" fmla="*/ 8 h 30"/>
                <a:gd name="T2" fmla="*/ 0 w 80"/>
                <a:gd name="T3" fmla="*/ 11 h 30"/>
                <a:gd name="T4" fmla="*/ 5 w 80"/>
                <a:gd name="T5" fmla="*/ 30 h 30"/>
                <a:gd name="T6" fmla="*/ 42 w 80"/>
                <a:gd name="T7" fmla="*/ 23 h 30"/>
                <a:gd name="T8" fmla="*/ 80 w 80"/>
                <a:gd name="T9" fmla="*/ 19 h 30"/>
                <a:gd name="T10" fmla="*/ 80 w 80"/>
                <a:gd name="T11" fmla="*/ 0 h 30"/>
                <a:gd name="T12" fmla="*/ 40 w 80"/>
                <a:gd name="T13" fmla="*/ 3 h 30"/>
                <a:gd name="T14" fmla="*/ 13 w 80"/>
                <a:gd name="T15" fmla="*/ 8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30">
                  <a:moveTo>
                    <a:pt x="13" y="8"/>
                  </a:moveTo>
                  <a:cubicBezTo>
                    <a:pt x="5" y="10"/>
                    <a:pt x="0" y="11"/>
                    <a:pt x="0" y="1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24" y="25"/>
                    <a:pt x="42" y="23"/>
                  </a:cubicBezTo>
                  <a:cubicBezTo>
                    <a:pt x="61" y="20"/>
                    <a:pt x="80" y="19"/>
                    <a:pt x="80" y="19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0"/>
                    <a:pt x="59" y="0"/>
                    <a:pt x="40" y="3"/>
                  </a:cubicBezTo>
                  <a:cubicBezTo>
                    <a:pt x="30" y="5"/>
                    <a:pt x="20" y="7"/>
                    <a:pt x="13" y="8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86">
              <a:extLst>
                <a:ext uri="{FF2B5EF4-FFF2-40B4-BE49-F238E27FC236}">
                  <a16:creationId xmlns:a16="http://schemas.microsoft.com/office/drawing/2014/main" id="{8F4190DF-0EAA-4DAA-B8A3-BA9DB4C71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2360" y="2375853"/>
              <a:ext cx="168060" cy="111737"/>
            </a:xfrm>
            <a:custGeom>
              <a:avLst/>
              <a:gdLst>
                <a:gd name="T0" fmla="*/ 0 w 78"/>
                <a:gd name="T1" fmla="*/ 35 h 52"/>
                <a:gd name="T2" fmla="*/ 10 w 78"/>
                <a:gd name="T3" fmla="*/ 52 h 52"/>
                <a:gd name="T4" fmla="*/ 43 w 78"/>
                <a:gd name="T5" fmla="*/ 33 h 52"/>
                <a:gd name="T6" fmla="*/ 78 w 78"/>
                <a:gd name="T7" fmla="*/ 18 h 52"/>
                <a:gd name="T8" fmla="*/ 72 w 78"/>
                <a:gd name="T9" fmla="*/ 0 h 52"/>
                <a:gd name="T10" fmla="*/ 35 w 78"/>
                <a:gd name="T11" fmla="*/ 16 h 52"/>
                <a:gd name="T12" fmla="*/ 0 w 78"/>
                <a:gd name="T13" fmla="*/ 3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52">
                  <a:moveTo>
                    <a:pt x="0" y="35"/>
                  </a:moveTo>
                  <a:cubicBezTo>
                    <a:pt x="10" y="52"/>
                    <a:pt x="10" y="52"/>
                    <a:pt x="10" y="52"/>
                  </a:cubicBezTo>
                  <a:cubicBezTo>
                    <a:pt x="10" y="52"/>
                    <a:pt x="26" y="42"/>
                    <a:pt x="43" y="33"/>
                  </a:cubicBezTo>
                  <a:cubicBezTo>
                    <a:pt x="60" y="25"/>
                    <a:pt x="78" y="18"/>
                    <a:pt x="78" y="18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53" y="7"/>
                    <a:pt x="35" y="16"/>
                  </a:cubicBezTo>
                  <a:cubicBezTo>
                    <a:pt x="17" y="25"/>
                    <a:pt x="0" y="35"/>
                    <a:pt x="0" y="35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87">
              <a:extLst>
                <a:ext uri="{FF2B5EF4-FFF2-40B4-BE49-F238E27FC236}">
                  <a16:creationId xmlns:a16="http://schemas.microsoft.com/office/drawing/2014/main" id="{B08B88CB-8A01-4A73-87F9-6EA4F8B6A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406" y="2497582"/>
              <a:ext cx="148074" cy="146257"/>
            </a:xfrm>
            <a:custGeom>
              <a:avLst/>
              <a:gdLst>
                <a:gd name="T0" fmla="*/ 57 w 69"/>
                <a:gd name="T1" fmla="*/ 0 h 68"/>
                <a:gd name="T2" fmla="*/ 27 w 69"/>
                <a:gd name="T3" fmla="*/ 26 h 68"/>
                <a:gd name="T4" fmla="*/ 0 w 69"/>
                <a:gd name="T5" fmla="*/ 56 h 68"/>
                <a:gd name="T6" fmla="*/ 15 w 69"/>
                <a:gd name="T7" fmla="*/ 68 h 68"/>
                <a:gd name="T8" fmla="*/ 41 w 69"/>
                <a:gd name="T9" fmla="*/ 40 h 68"/>
                <a:gd name="T10" fmla="*/ 69 w 69"/>
                <a:gd name="T11" fmla="*/ 15 h 68"/>
                <a:gd name="T12" fmla="*/ 57 w 69"/>
                <a:gd name="T1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68">
                  <a:moveTo>
                    <a:pt x="57" y="0"/>
                  </a:moveTo>
                  <a:cubicBezTo>
                    <a:pt x="57" y="0"/>
                    <a:pt x="41" y="12"/>
                    <a:pt x="27" y="26"/>
                  </a:cubicBezTo>
                  <a:cubicBezTo>
                    <a:pt x="13" y="40"/>
                    <a:pt x="0" y="56"/>
                    <a:pt x="0" y="56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68"/>
                    <a:pt x="27" y="53"/>
                    <a:pt x="41" y="40"/>
                  </a:cubicBezTo>
                  <a:cubicBezTo>
                    <a:pt x="54" y="27"/>
                    <a:pt x="69" y="15"/>
                    <a:pt x="69" y="15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8">
              <a:extLst>
                <a:ext uri="{FF2B5EF4-FFF2-40B4-BE49-F238E27FC236}">
                  <a16:creationId xmlns:a16="http://schemas.microsoft.com/office/drawing/2014/main" id="{E06ADB6E-0217-4572-AA0F-357E669A2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409" y="2680177"/>
              <a:ext cx="116279" cy="168060"/>
            </a:xfrm>
            <a:custGeom>
              <a:avLst/>
              <a:gdLst>
                <a:gd name="T0" fmla="*/ 37 w 54"/>
                <a:gd name="T1" fmla="*/ 0 h 78"/>
                <a:gd name="T2" fmla="*/ 17 w 54"/>
                <a:gd name="T3" fmla="*/ 35 h 78"/>
                <a:gd name="T4" fmla="*/ 0 w 54"/>
                <a:gd name="T5" fmla="*/ 71 h 78"/>
                <a:gd name="T6" fmla="*/ 18 w 54"/>
                <a:gd name="T7" fmla="*/ 78 h 78"/>
                <a:gd name="T8" fmla="*/ 34 w 54"/>
                <a:gd name="T9" fmla="*/ 44 h 78"/>
                <a:gd name="T10" fmla="*/ 54 w 54"/>
                <a:gd name="T11" fmla="*/ 11 h 78"/>
                <a:gd name="T12" fmla="*/ 37 w 54"/>
                <a:gd name="T13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78">
                  <a:moveTo>
                    <a:pt x="37" y="0"/>
                  </a:moveTo>
                  <a:cubicBezTo>
                    <a:pt x="37" y="0"/>
                    <a:pt x="26" y="17"/>
                    <a:pt x="17" y="35"/>
                  </a:cubicBezTo>
                  <a:cubicBezTo>
                    <a:pt x="7" y="52"/>
                    <a:pt x="0" y="71"/>
                    <a:pt x="0" y="71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25" y="61"/>
                    <a:pt x="34" y="44"/>
                  </a:cubicBezTo>
                  <a:cubicBezTo>
                    <a:pt x="43" y="27"/>
                    <a:pt x="54" y="11"/>
                    <a:pt x="54" y="11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9">
              <a:extLst>
                <a:ext uri="{FF2B5EF4-FFF2-40B4-BE49-F238E27FC236}">
                  <a16:creationId xmlns:a16="http://schemas.microsoft.com/office/drawing/2014/main" id="{919BC831-6704-4372-A138-05B6C58A3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995" y="2908194"/>
              <a:ext cx="68132" cy="173510"/>
            </a:xfrm>
            <a:custGeom>
              <a:avLst/>
              <a:gdLst>
                <a:gd name="T0" fmla="*/ 20 w 32"/>
                <a:gd name="T1" fmla="*/ 69 h 81"/>
                <a:gd name="T2" fmla="*/ 24 w 32"/>
                <a:gd name="T3" fmla="*/ 43 h 81"/>
                <a:gd name="T4" fmla="*/ 32 w 32"/>
                <a:gd name="T5" fmla="*/ 6 h 81"/>
                <a:gd name="T6" fmla="*/ 14 w 32"/>
                <a:gd name="T7" fmla="*/ 0 h 81"/>
                <a:gd name="T8" fmla="*/ 5 w 32"/>
                <a:gd name="T9" fmla="*/ 40 h 81"/>
                <a:gd name="T10" fmla="*/ 1 w 32"/>
                <a:gd name="T11" fmla="*/ 67 h 81"/>
                <a:gd name="T12" fmla="*/ 0 w 32"/>
                <a:gd name="T13" fmla="*/ 79 h 81"/>
                <a:gd name="T14" fmla="*/ 19 w 32"/>
                <a:gd name="T15" fmla="*/ 81 h 81"/>
                <a:gd name="T16" fmla="*/ 20 w 32"/>
                <a:gd name="T1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81">
                  <a:moveTo>
                    <a:pt x="20" y="69"/>
                  </a:moveTo>
                  <a:cubicBezTo>
                    <a:pt x="21" y="62"/>
                    <a:pt x="22" y="52"/>
                    <a:pt x="24" y="43"/>
                  </a:cubicBezTo>
                  <a:cubicBezTo>
                    <a:pt x="27" y="24"/>
                    <a:pt x="32" y="6"/>
                    <a:pt x="32" y="6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1"/>
                    <a:pt x="8" y="20"/>
                    <a:pt x="5" y="40"/>
                  </a:cubicBezTo>
                  <a:cubicBezTo>
                    <a:pt x="3" y="49"/>
                    <a:pt x="2" y="59"/>
                    <a:pt x="1" y="67"/>
                  </a:cubicBezTo>
                  <a:cubicBezTo>
                    <a:pt x="0" y="74"/>
                    <a:pt x="0" y="79"/>
                    <a:pt x="0" y="79"/>
                  </a:cubicBezTo>
                  <a:cubicBezTo>
                    <a:pt x="19" y="81"/>
                    <a:pt x="19" y="81"/>
                    <a:pt x="19" y="81"/>
                  </a:cubicBezTo>
                  <a:cubicBezTo>
                    <a:pt x="19" y="81"/>
                    <a:pt x="20" y="76"/>
                    <a:pt x="20" y="69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0">
              <a:extLst>
                <a:ext uri="{FF2B5EF4-FFF2-40B4-BE49-F238E27FC236}">
                  <a16:creationId xmlns:a16="http://schemas.microsoft.com/office/drawing/2014/main" id="{1D7BDFA4-B7C7-4F77-837B-0D343F52B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269" y="3157104"/>
              <a:ext cx="64499" cy="171694"/>
            </a:xfrm>
            <a:custGeom>
              <a:avLst/>
              <a:gdLst>
                <a:gd name="T0" fmla="*/ 4 w 30"/>
                <a:gd name="T1" fmla="*/ 41 h 80"/>
                <a:gd name="T2" fmla="*/ 11 w 30"/>
                <a:gd name="T3" fmla="*/ 80 h 80"/>
                <a:gd name="T4" fmla="*/ 30 w 30"/>
                <a:gd name="T5" fmla="*/ 75 h 80"/>
                <a:gd name="T6" fmla="*/ 23 w 30"/>
                <a:gd name="T7" fmla="*/ 38 h 80"/>
                <a:gd name="T8" fmla="*/ 20 w 30"/>
                <a:gd name="T9" fmla="*/ 0 h 80"/>
                <a:gd name="T10" fmla="*/ 0 w 30"/>
                <a:gd name="T11" fmla="*/ 1 h 80"/>
                <a:gd name="T12" fmla="*/ 4 w 30"/>
                <a:gd name="T13" fmla="*/ 41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80">
                  <a:moveTo>
                    <a:pt x="4" y="41"/>
                  </a:moveTo>
                  <a:cubicBezTo>
                    <a:pt x="6" y="60"/>
                    <a:pt x="11" y="80"/>
                    <a:pt x="11" y="80"/>
                  </a:cubicBezTo>
                  <a:cubicBezTo>
                    <a:pt x="30" y="75"/>
                    <a:pt x="30" y="75"/>
                    <a:pt x="30" y="75"/>
                  </a:cubicBezTo>
                  <a:cubicBezTo>
                    <a:pt x="30" y="75"/>
                    <a:pt x="25" y="57"/>
                    <a:pt x="23" y="38"/>
                  </a:cubicBezTo>
                  <a:cubicBezTo>
                    <a:pt x="20" y="19"/>
                    <a:pt x="20" y="0"/>
                    <a:pt x="2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21"/>
                    <a:pt x="4" y="4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1">
              <a:extLst>
                <a:ext uri="{FF2B5EF4-FFF2-40B4-BE49-F238E27FC236}">
                  <a16:creationId xmlns:a16="http://schemas.microsoft.com/office/drawing/2014/main" id="{6DEBEAB9-6066-48B5-9D2F-4567957CA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3508" y="3391479"/>
              <a:ext cx="111737" cy="169877"/>
            </a:xfrm>
            <a:custGeom>
              <a:avLst/>
              <a:gdLst>
                <a:gd name="T0" fmla="*/ 35 w 52"/>
                <a:gd name="T1" fmla="*/ 79 h 79"/>
                <a:gd name="T2" fmla="*/ 52 w 52"/>
                <a:gd name="T3" fmla="*/ 68 h 79"/>
                <a:gd name="T4" fmla="*/ 33 w 52"/>
                <a:gd name="T5" fmla="*/ 35 h 79"/>
                <a:gd name="T6" fmla="*/ 18 w 52"/>
                <a:gd name="T7" fmla="*/ 0 h 79"/>
                <a:gd name="T8" fmla="*/ 0 w 52"/>
                <a:gd name="T9" fmla="*/ 7 h 79"/>
                <a:gd name="T10" fmla="*/ 16 w 52"/>
                <a:gd name="T11" fmla="*/ 44 h 79"/>
                <a:gd name="T12" fmla="*/ 35 w 52"/>
                <a:gd name="T13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79">
                  <a:moveTo>
                    <a:pt x="35" y="79"/>
                  </a:moveTo>
                  <a:cubicBezTo>
                    <a:pt x="52" y="68"/>
                    <a:pt x="52" y="68"/>
                    <a:pt x="52" y="68"/>
                  </a:cubicBezTo>
                  <a:cubicBezTo>
                    <a:pt x="52" y="68"/>
                    <a:pt x="41" y="52"/>
                    <a:pt x="33" y="35"/>
                  </a:cubicBezTo>
                  <a:cubicBezTo>
                    <a:pt x="25" y="18"/>
                    <a:pt x="18" y="0"/>
                    <a:pt x="18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7" y="26"/>
                    <a:pt x="16" y="44"/>
                  </a:cubicBezTo>
                  <a:cubicBezTo>
                    <a:pt x="24" y="62"/>
                    <a:pt x="35" y="79"/>
                    <a:pt x="35" y="79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2">
              <a:extLst>
                <a:ext uri="{FF2B5EF4-FFF2-40B4-BE49-F238E27FC236}">
                  <a16:creationId xmlns:a16="http://schemas.microsoft.com/office/drawing/2014/main" id="{2300989D-F172-4111-A22D-B7B70FE8C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329" y="3599510"/>
              <a:ext cx="146257" cy="150800"/>
            </a:xfrm>
            <a:custGeom>
              <a:avLst/>
              <a:gdLst>
                <a:gd name="T0" fmla="*/ 56 w 68"/>
                <a:gd name="T1" fmla="*/ 70 h 70"/>
                <a:gd name="T2" fmla="*/ 68 w 68"/>
                <a:gd name="T3" fmla="*/ 55 h 70"/>
                <a:gd name="T4" fmla="*/ 41 w 68"/>
                <a:gd name="T5" fmla="*/ 29 h 70"/>
                <a:gd name="T6" fmla="*/ 16 w 68"/>
                <a:gd name="T7" fmla="*/ 0 h 70"/>
                <a:gd name="T8" fmla="*/ 0 w 68"/>
                <a:gd name="T9" fmla="*/ 12 h 70"/>
                <a:gd name="T10" fmla="*/ 27 w 68"/>
                <a:gd name="T11" fmla="*/ 43 h 70"/>
                <a:gd name="T12" fmla="*/ 56 w 68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70">
                  <a:moveTo>
                    <a:pt x="56" y="70"/>
                  </a:move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54" y="43"/>
                    <a:pt x="41" y="29"/>
                  </a:cubicBezTo>
                  <a:cubicBezTo>
                    <a:pt x="27" y="15"/>
                    <a:pt x="16" y="0"/>
                    <a:pt x="16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13" y="28"/>
                    <a:pt x="27" y="43"/>
                  </a:cubicBezTo>
                  <a:cubicBezTo>
                    <a:pt x="40" y="57"/>
                    <a:pt x="56" y="70"/>
                    <a:pt x="56" y="7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93">
              <a:extLst>
                <a:ext uri="{FF2B5EF4-FFF2-40B4-BE49-F238E27FC236}">
                  <a16:creationId xmlns:a16="http://schemas.microsoft.com/office/drawing/2014/main" id="{7AD2A049-F2C4-4EC6-AE23-702443AB6D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8741" y="3763028"/>
              <a:ext cx="165335" cy="116279"/>
            </a:xfrm>
            <a:custGeom>
              <a:avLst/>
              <a:gdLst>
                <a:gd name="T0" fmla="*/ 70 w 77"/>
                <a:gd name="T1" fmla="*/ 54 h 54"/>
                <a:gd name="T2" fmla="*/ 77 w 77"/>
                <a:gd name="T3" fmla="*/ 36 h 54"/>
                <a:gd name="T4" fmla="*/ 43 w 77"/>
                <a:gd name="T5" fmla="*/ 20 h 54"/>
                <a:gd name="T6" fmla="*/ 11 w 77"/>
                <a:gd name="T7" fmla="*/ 0 h 54"/>
                <a:gd name="T8" fmla="*/ 0 w 77"/>
                <a:gd name="T9" fmla="*/ 17 h 54"/>
                <a:gd name="T10" fmla="*/ 34 w 77"/>
                <a:gd name="T11" fmla="*/ 37 h 54"/>
                <a:gd name="T12" fmla="*/ 70 w 77"/>
                <a:gd name="T1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" h="54">
                  <a:moveTo>
                    <a:pt x="70" y="54"/>
                  </a:moveTo>
                  <a:cubicBezTo>
                    <a:pt x="77" y="36"/>
                    <a:pt x="77" y="36"/>
                    <a:pt x="77" y="36"/>
                  </a:cubicBezTo>
                  <a:cubicBezTo>
                    <a:pt x="77" y="36"/>
                    <a:pt x="60" y="29"/>
                    <a:pt x="43" y="20"/>
                  </a:cubicBezTo>
                  <a:cubicBezTo>
                    <a:pt x="26" y="11"/>
                    <a:pt x="11" y="0"/>
                    <a:pt x="11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16" y="28"/>
                    <a:pt x="34" y="37"/>
                  </a:cubicBezTo>
                  <a:cubicBezTo>
                    <a:pt x="51" y="47"/>
                    <a:pt x="70" y="54"/>
                    <a:pt x="70" y="54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94">
              <a:extLst>
                <a:ext uri="{FF2B5EF4-FFF2-40B4-BE49-F238E27FC236}">
                  <a16:creationId xmlns:a16="http://schemas.microsoft.com/office/drawing/2014/main" id="{7EED6401-4E3D-47A4-956C-1EF95EDA5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4032" y="3865680"/>
              <a:ext cx="172602" cy="70858"/>
            </a:xfrm>
            <a:custGeom>
              <a:avLst/>
              <a:gdLst>
                <a:gd name="T0" fmla="*/ 79 w 80"/>
                <a:gd name="T1" fmla="*/ 33 h 33"/>
                <a:gd name="T2" fmla="*/ 80 w 80"/>
                <a:gd name="T3" fmla="*/ 13 h 33"/>
                <a:gd name="T4" fmla="*/ 43 w 80"/>
                <a:gd name="T5" fmla="*/ 9 h 33"/>
                <a:gd name="T6" fmla="*/ 17 w 80"/>
                <a:gd name="T7" fmla="*/ 3 h 33"/>
                <a:gd name="T8" fmla="*/ 6 w 80"/>
                <a:gd name="T9" fmla="*/ 0 h 33"/>
                <a:gd name="T10" fmla="*/ 0 w 80"/>
                <a:gd name="T11" fmla="*/ 19 h 33"/>
                <a:gd name="T12" fmla="*/ 12 w 80"/>
                <a:gd name="T13" fmla="*/ 22 h 33"/>
                <a:gd name="T14" fmla="*/ 39 w 80"/>
                <a:gd name="T15" fmla="*/ 28 h 33"/>
                <a:gd name="T16" fmla="*/ 79 w 80"/>
                <a:gd name="T1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33">
                  <a:moveTo>
                    <a:pt x="79" y="33"/>
                  </a:moveTo>
                  <a:cubicBezTo>
                    <a:pt x="80" y="13"/>
                    <a:pt x="80" y="13"/>
                    <a:pt x="80" y="13"/>
                  </a:cubicBezTo>
                  <a:cubicBezTo>
                    <a:pt x="80" y="13"/>
                    <a:pt x="61" y="12"/>
                    <a:pt x="43" y="9"/>
                  </a:cubicBezTo>
                  <a:cubicBezTo>
                    <a:pt x="33" y="7"/>
                    <a:pt x="24" y="5"/>
                    <a:pt x="17" y="3"/>
                  </a:cubicBezTo>
                  <a:cubicBezTo>
                    <a:pt x="10" y="1"/>
                    <a:pt x="6" y="0"/>
                    <a:pt x="6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5" y="20"/>
                    <a:pt x="12" y="22"/>
                  </a:cubicBezTo>
                  <a:cubicBezTo>
                    <a:pt x="20" y="24"/>
                    <a:pt x="29" y="26"/>
                    <a:pt x="39" y="28"/>
                  </a:cubicBezTo>
                  <a:cubicBezTo>
                    <a:pt x="59" y="32"/>
                    <a:pt x="79" y="33"/>
                    <a:pt x="79" y="3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5">
              <a:extLst>
                <a:ext uri="{FF2B5EF4-FFF2-40B4-BE49-F238E27FC236}">
                  <a16:creationId xmlns:a16="http://schemas.microsoft.com/office/drawing/2014/main" id="{61255097-B4DD-43B3-8C58-2C4D3ED4E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3850" y="3874765"/>
              <a:ext cx="171694" cy="64499"/>
            </a:xfrm>
            <a:custGeom>
              <a:avLst/>
              <a:gdLst>
                <a:gd name="T0" fmla="*/ 80 w 80"/>
                <a:gd name="T1" fmla="*/ 19 h 30"/>
                <a:gd name="T2" fmla="*/ 75 w 80"/>
                <a:gd name="T3" fmla="*/ 0 h 30"/>
                <a:gd name="T4" fmla="*/ 38 w 80"/>
                <a:gd name="T5" fmla="*/ 7 h 30"/>
                <a:gd name="T6" fmla="*/ 0 w 80"/>
                <a:gd name="T7" fmla="*/ 10 h 30"/>
                <a:gd name="T8" fmla="*/ 0 w 80"/>
                <a:gd name="T9" fmla="*/ 30 h 30"/>
                <a:gd name="T10" fmla="*/ 40 w 80"/>
                <a:gd name="T11" fmla="*/ 27 h 30"/>
                <a:gd name="T12" fmla="*/ 80 w 80"/>
                <a:gd name="T13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30">
                  <a:moveTo>
                    <a:pt x="80" y="19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75" y="0"/>
                    <a:pt x="57" y="5"/>
                    <a:pt x="38" y="7"/>
                  </a:cubicBezTo>
                  <a:cubicBezTo>
                    <a:pt x="19" y="10"/>
                    <a:pt x="0" y="10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21" y="29"/>
                    <a:pt x="40" y="27"/>
                  </a:cubicBezTo>
                  <a:cubicBezTo>
                    <a:pt x="60" y="24"/>
                    <a:pt x="80" y="19"/>
                    <a:pt x="80" y="19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6">
              <a:extLst>
                <a:ext uri="{FF2B5EF4-FFF2-40B4-BE49-F238E27FC236}">
                  <a16:creationId xmlns:a16="http://schemas.microsoft.com/office/drawing/2014/main" id="{62D28E69-0F32-4BF7-8FD6-50A571AB6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8226" y="3782105"/>
              <a:ext cx="168968" cy="109920"/>
            </a:xfrm>
            <a:custGeom>
              <a:avLst/>
              <a:gdLst>
                <a:gd name="T0" fmla="*/ 68 w 79"/>
                <a:gd name="T1" fmla="*/ 23 h 51"/>
                <a:gd name="T2" fmla="*/ 79 w 79"/>
                <a:gd name="T3" fmla="*/ 17 h 51"/>
                <a:gd name="T4" fmla="*/ 68 w 79"/>
                <a:gd name="T5" fmla="*/ 0 h 51"/>
                <a:gd name="T6" fmla="*/ 58 w 79"/>
                <a:gd name="T7" fmla="*/ 6 h 51"/>
                <a:gd name="T8" fmla="*/ 35 w 79"/>
                <a:gd name="T9" fmla="*/ 18 h 51"/>
                <a:gd name="T10" fmla="*/ 0 w 79"/>
                <a:gd name="T11" fmla="*/ 33 h 51"/>
                <a:gd name="T12" fmla="*/ 7 w 79"/>
                <a:gd name="T13" fmla="*/ 51 h 51"/>
                <a:gd name="T14" fmla="*/ 44 w 79"/>
                <a:gd name="T15" fmla="*/ 36 h 51"/>
                <a:gd name="T16" fmla="*/ 68 w 79"/>
                <a:gd name="T17" fmla="*/ 2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51">
                  <a:moveTo>
                    <a:pt x="68" y="23"/>
                  </a:moveTo>
                  <a:cubicBezTo>
                    <a:pt x="74" y="19"/>
                    <a:pt x="79" y="17"/>
                    <a:pt x="79" y="17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0"/>
                    <a:pt x="64" y="3"/>
                    <a:pt x="58" y="6"/>
                  </a:cubicBezTo>
                  <a:cubicBezTo>
                    <a:pt x="52" y="10"/>
                    <a:pt x="44" y="14"/>
                    <a:pt x="35" y="18"/>
                  </a:cubicBezTo>
                  <a:cubicBezTo>
                    <a:pt x="18" y="27"/>
                    <a:pt x="0" y="33"/>
                    <a:pt x="0" y="3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7" y="51"/>
                    <a:pt x="26" y="45"/>
                    <a:pt x="44" y="36"/>
                  </a:cubicBezTo>
                  <a:cubicBezTo>
                    <a:pt x="53" y="32"/>
                    <a:pt x="61" y="27"/>
                    <a:pt x="68" y="2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97">
              <a:extLst>
                <a:ext uri="{FF2B5EF4-FFF2-40B4-BE49-F238E27FC236}">
                  <a16:creationId xmlns:a16="http://schemas.microsoft.com/office/drawing/2014/main" id="{36E2D11A-5EE2-4BC0-A37E-9B99B39FD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8073" y="3627671"/>
              <a:ext cx="148074" cy="143532"/>
            </a:xfrm>
            <a:custGeom>
              <a:avLst/>
              <a:gdLst>
                <a:gd name="T0" fmla="*/ 69 w 69"/>
                <a:gd name="T1" fmla="*/ 12 h 67"/>
                <a:gd name="T2" fmla="*/ 54 w 69"/>
                <a:gd name="T3" fmla="*/ 0 h 67"/>
                <a:gd name="T4" fmla="*/ 28 w 69"/>
                <a:gd name="T5" fmla="*/ 27 h 67"/>
                <a:gd name="T6" fmla="*/ 0 w 69"/>
                <a:gd name="T7" fmla="*/ 52 h 67"/>
                <a:gd name="T8" fmla="*/ 11 w 69"/>
                <a:gd name="T9" fmla="*/ 67 h 67"/>
                <a:gd name="T10" fmla="*/ 42 w 69"/>
                <a:gd name="T11" fmla="*/ 41 h 67"/>
                <a:gd name="T12" fmla="*/ 69 w 69"/>
                <a:gd name="T13" fmla="*/ 12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67">
                  <a:moveTo>
                    <a:pt x="69" y="12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42" y="14"/>
                    <a:pt x="28" y="27"/>
                  </a:cubicBezTo>
                  <a:cubicBezTo>
                    <a:pt x="15" y="40"/>
                    <a:pt x="0" y="52"/>
                    <a:pt x="0" y="52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1" y="67"/>
                    <a:pt x="27" y="55"/>
                    <a:pt x="42" y="41"/>
                  </a:cubicBezTo>
                  <a:cubicBezTo>
                    <a:pt x="56" y="28"/>
                    <a:pt x="69" y="12"/>
                    <a:pt x="69" y="12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98">
              <a:extLst>
                <a:ext uri="{FF2B5EF4-FFF2-40B4-BE49-F238E27FC236}">
                  <a16:creationId xmlns:a16="http://schemas.microsoft.com/office/drawing/2014/main" id="{4D33B32C-D3A9-4967-B56F-6C607E4BD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1591" y="3423274"/>
              <a:ext cx="116279" cy="168060"/>
            </a:xfrm>
            <a:custGeom>
              <a:avLst/>
              <a:gdLst>
                <a:gd name="T0" fmla="*/ 31 w 54"/>
                <a:gd name="T1" fmla="*/ 11 h 78"/>
                <a:gd name="T2" fmla="*/ 20 w 54"/>
                <a:gd name="T3" fmla="*/ 34 h 78"/>
                <a:gd name="T4" fmla="*/ 0 w 54"/>
                <a:gd name="T5" fmla="*/ 67 h 78"/>
                <a:gd name="T6" fmla="*/ 16 w 54"/>
                <a:gd name="T7" fmla="*/ 78 h 78"/>
                <a:gd name="T8" fmla="*/ 37 w 54"/>
                <a:gd name="T9" fmla="*/ 44 h 78"/>
                <a:gd name="T10" fmla="*/ 49 w 54"/>
                <a:gd name="T11" fmla="*/ 19 h 78"/>
                <a:gd name="T12" fmla="*/ 54 w 54"/>
                <a:gd name="T13" fmla="*/ 7 h 78"/>
                <a:gd name="T14" fmla="*/ 36 w 54"/>
                <a:gd name="T15" fmla="*/ 0 h 78"/>
                <a:gd name="T16" fmla="*/ 31 w 54"/>
                <a:gd name="T17" fmla="*/ 1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8">
                  <a:moveTo>
                    <a:pt x="31" y="11"/>
                  </a:moveTo>
                  <a:cubicBezTo>
                    <a:pt x="29" y="17"/>
                    <a:pt x="24" y="26"/>
                    <a:pt x="20" y="34"/>
                  </a:cubicBezTo>
                  <a:cubicBezTo>
                    <a:pt x="11" y="51"/>
                    <a:pt x="0" y="67"/>
                    <a:pt x="0" y="67"/>
                  </a:cubicBezTo>
                  <a:cubicBezTo>
                    <a:pt x="16" y="78"/>
                    <a:pt x="16" y="78"/>
                    <a:pt x="16" y="78"/>
                  </a:cubicBezTo>
                  <a:cubicBezTo>
                    <a:pt x="16" y="78"/>
                    <a:pt x="28" y="61"/>
                    <a:pt x="37" y="44"/>
                  </a:cubicBezTo>
                  <a:cubicBezTo>
                    <a:pt x="42" y="35"/>
                    <a:pt x="46" y="26"/>
                    <a:pt x="49" y="19"/>
                  </a:cubicBezTo>
                  <a:cubicBezTo>
                    <a:pt x="52" y="12"/>
                    <a:pt x="54" y="7"/>
                    <a:pt x="54" y="7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4" y="4"/>
                    <a:pt x="31" y="1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99">
              <a:extLst>
                <a:ext uri="{FF2B5EF4-FFF2-40B4-BE49-F238E27FC236}">
                  <a16:creationId xmlns:a16="http://schemas.microsoft.com/office/drawing/2014/main" id="{95962C4D-F4D0-45CD-92D4-6163828B9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5152" y="3191624"/>
              <a:ext cx="70858" cy="171694"/>
            </a:xfrm>
            <a:custGeom>
              <a:avLst/>
              <a:gdLst>
                <a:gd name="T0" fmla="*/ 9 w 33"/>
                <a:gd name="T1" fmla="*/ 38 h 80"/>
                <a:gd name="T2" fmla="*/ 0 w 33"/>
                <a:gd name="T3" fmla="*/ 75 h 80"/>
                <a:gd name="T4" fmla="*/ 19 w 33"/>
                <a:gd name="T5" fmla="*/ 80 h 80"/>
                <a:gd name="T6" fmla="*/ 28 w 33"/>
                <a:gd name="T7" fmla="*/ 41 h 80"/>
                <a:gd name="T8" fmla="*/ 33 w 33"/>
                <a:gd name="T9" fmla="*/ 1 h 80"/>
                <a:gd name="T10" fmla="*/ 14 w 33"/>
                <a:gd name="T11" fmla="*/ 0 h 80"/>
                <a:gd name="T12" fmla="*/ 9 w 33"/>
                <a:gd name="T13" fmla="*/ 3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80">
                  <a:moveTo>
                    <a:pt x="9" y="38"/>
                  </a:moveTo>
                  <a:cubicBezTo>
                    <a:pt x="6" y="56"/>
                    <a:pt x="0" y="75"/>
                    <a:pt x="0" y="75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9" y="80"/>
                    <a:pt x="25" y="61"/>
                    <a:pt x="28" y="41"/>
                  </a:cubicBezTo>
                  <a:cubicBezTo>
                    <a:pt x="32" y="21"/>
                    <a:pt x="33" y="1"/>
                    <a:pt x="33" y="1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2" y="19"/>
                    <a:pt x="9" y="38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00">
              <a:extLst>
                <a:ext uri="{FF2B5EF4-FFF2-40B4-BE49-F238E27FC236}">
                  <a16:creationId xmlns:a16="http://schemas.microsoft.com/office/drawing/2014/main" id="{AB4CC81A-7D92-428F-8AD9-D9D8159E3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6947" y="2944531"/>
              <a:ext cx="62682" cy="171694"/>
            </a:xfrm>
            <a:custGeom>
              <a:avLst/>
              <a:gdLst>
                <a:gd name="T0" fmla="*/ 7 w 29"/>
                <a:gd name="T1" fmla="*/ 12 h 80"/>
                <a:gd name="T2" fmla="*/ 3 w 29"/>
                <a:gd name="T3" fmla="*/ 39 h 80"/>
                <a:gd name="T4" fmla="*/ 0 w 29"/>
                <a:gd name="T5" fmla="*/ 79 h 80"/>
                <a:gd name="T6" fmla="*/ 19 w 29"/>
                <a:gd name="T7" fmla="*/ 80 h 80"/>
                <a:gd name="T8" fmla="*/ 22 w 29"/>
                <a:gd name="T9" fmla="*/ 42 h 80"/>
                <a:gd name="T10" fmla="*/ 27 w 29"/>
                <a:gd name="T11" fmla="*/ 16 h 80"/>
                <a:gd name="T12" fmla="*/ 29 w 29"/>
                <a:gd name="T13" fmla="*/ 4 h 80"/>
                <a:gd name="T14" fmla="*/ 10 w 29"/>
                <a:gd name="T15" fmla="*/ 0 h 80"/>
                <a:gd name="T16" fmla="*/ 7 w 29"/>
                <a:gd name="T17" fmla="*/ 1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80">
                  <a:moveTo>
                    <a:pt x="7" y="12"/>
                  </a:moveTo>
                  <a:cubicBezTo>
                    <a:pt x="6" y="19"/>
                    <a:pt x="4" y="29"/>
                    <a:pt x="3" y="39"/>
                  </a:cubicBezTo>
                  <a:cubicBezTo>
                    <a:pt x="0" y="59"/>
                    <a:pt x="0" y="79"/>
                    <a:pt x="0" y="79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9" y="80"/>
                    <a:pt x="20" y="60"/>
                    <a:pt x="22" y="42"/>
                  </a:cubicBezTo>
                  <a:cubicBezTo>
                    <a:pt x="24" y="32"/>
                    <a:pt x="25" y="23"/>
                    <a:pt x="27" y="16"/>
                  </a:cubicBezTo>
                  <a:cubicBezTo>
                    <a:pt x="28" y="9"/>
                    <a:pt x="29" y="4"/>
                    <a:pt x="29" y="4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9" y="5"/>
                    <a:pt x="7" y="12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01">
              <a:extLst>
                <a:ext uri="{FF2B5EF4-FFF2-40B4-BE49-F238E27FC236}">
                  <a16:creationId xmlns:a16="http://schemas.microsoft.com/office/drawing/2014/main" id="{E2D2EDD8-E668-472A-8EEB-28AE4A031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2369" y="2712881"/>
              <a:ext cx="109012" cy="167151"/>
            </a:xfrm>
            <a:custGeom>
              <a:avLst/>
              <a:gdLst>
                <a:gd name="T0" fmla="*/ 33 w 51"/>
                <a:gd name="T1" fmla="*/ 43 h 78"/>
                <a:gd name="T2" fmla="*/ 51 w 51"/>
                <a:gd name="T3" fmla="*/ 10 h 78"/>
                <a:gd name="T4" fmla="*/ 34 w 51"/>
                <a:gd name="T5" fmla="*/ 0 h 78"/>
                <a:gd name="T6" fmla="*/ 15 w 51"/>
                <a:gd name="T7" fmla="*/ 35 h 78"/>
                <a:gd name="T8" fmla="*/ 0 w 51"/>
                <a:gd name="T9" fmla="*/ 72 h 78"/>
                <a:gd name="T10" fmla="*/ 18 w 51"/>
                <a:gd name="T11" fmla="*/ 78 h 78"/>
                <a:gd name="T12" fmla="*/ 33 w 51"/>
                <a:gd name="T13" fmla="*/ 43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78">
                  <a:moveTo>
                    <a:pt x="33" y="43"/>
                  </a:moveTo>
                  <a:cubicBezTo>
                    <a:pt x="41" y="26"/>
                    <a:pt x="51" y="10"/>
                    <a:pt x="51" y="1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23" y="17"/>
                    <a:pt x="15" y="35"/>
                  </a:cubicBezTo>
                  <a:cubicBezTo>
                    <a:pt x="6" y="53"/>
                    <a:pt x="0" y="72"/>
                    <a:pt x="0" y="72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24" y="60"/>
                    <a:pt x="33" y="4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02">
              <a:extLst>
                <a:ext uri="{FF2B5EF4-FFF2-40B4-BE49-F238E27FC236}">
                  <a16:creationId xmlns:a16="http://schemas.microsoft.com/office/drawing/2014/main" id="{EC3525C4-3E51-47AE-9850-D511122BC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0465" y="2521202"/>
              <a:ext cx="146257" cy="150800"/>
            </a:xfrm>
            <a:custGeom>
              <a:avLst/>
              <a:gdLst>
                <a:gd name="T0" fmla="*/ 68 w 68"/>
                <a:gd name="T1" fmla="*/ 14 h 70"/>
                <a:gd name="T2" fmla="*/ 55 w 68"/>
                <a:gd name="T3" fmla="*/ 0 h 70"/>
                <a:gd name="T4" fmla="*/ 26 w 68"/>
                <a:gd name="T5" fmla="*/ 27 h 70"/>
                <a:gd name="T6" fmla="*/ 0 w 68"/>
                <a:gd name="T7" fmla="*/ 58 h 70"/>
                <a:gd name="T8" fmla="*/ 16 w 68"/>
                <a:gd name="T9" fmla="*/ 70 h 70"/>
                <a:gd name="T10" fmla="*/ 40 w 68"/>
                <a:gd name="T11" fmla="*/ 41 h 70"/>
                <a:gd name="T12" fmla="*/ 68 w 68"/>
                <a:gd name="T13" fmla="*/ 1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70">
                  <a:moveTo>
                    <a:pt x="68" y="14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5" y="0"/>
                    <a:pt x="40" y="13"/>
                    <a:pt x="26" y="27"/>
                  </a:cubicBezTo>
                  <a:cubicBezTo>
                    <a:pt x="12" y="42"/>
                    <a:pt x="0" y="58"/>
                    <a:pt x="0" y="58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0"/>
                    <a:pt x="27" y="54"/>
                    <a:pt x="40" y="41"/>
                  </a:cubicBezTo>
                  <a:cubicBezTo>
                    <a:pt x="53" y="27"/>
                    <a:pt x="68" y="14"/>
                    <a:pt x="68" y="14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03">
              <a:extLst>
                <a:ext uri="{FF2B5EF4-FFF2-40B4-BE49-F238E27FC236}">
                  <a16:creationId xmlns:a16="http://schemas.microsoft.com/office/drawing/2014/main" id="{ED07DF2D-0AEB-41EA-8ADE-9D6780D0B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3060" y="2388571"/>
              <a:ext cx="165335" cy="118096"/>
            </a:xfrm>
            <a:custGeom>
              <a:avLst/>
              <a:gdLst>
                <a:gd name="T0" fmla="*/ 43 w 77"/>
                <a:gd name="T1" fmla="*/ 35 h 55"/>
                <a:gd name="T2" fmla="*/ 77 w 77"/>
                <a:gd name="T3" fmla="*/ 18 h 55"/>
                <a:gd name="T4" fmla="*/ 70 w 77"/>
                <a:gd name="T5" fmla="*/ 0 h 55"/>
                <a:gd name="T6" fmla="*/ 34 w 77"/>
                <a:gd name="T7" fmla="*/ 18 h 55"/>
                <a:gd name="T8" fmla="*/ 0 w 77"/>
                <a:gd name="T9" fmla="*/ 39 h 55"/>
                <a:gd name="T10" fmla="*/ 11 w 77"/>
                <a:gd name="T11" fmla="*/ 55 h 55"/>
                <a:gd name="T12" fmla="*/ 43 w 77"/>
                <a:gd name="T13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" h="55">
                  <a:moveTo>
                    <a:pt x="43" y="35"/>
                  </a:moveTo>
                  <a:cubicBezTo>
                    <a:pt x="60" y="25"/>
                    <a:pt x="77" y="18"/>
                    <a:pt x="77" y="18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0"/>
                    <a:pt x="51" y="8"/>
                    <a:pt x="34" y="18"/>
                  </a:cubicBezTo>
                  <a:cubicBezTo>
                    <a:pt x="16" y="27"/>
                    <a:pt x="0" y="39"/>
                    <a:pt x="0" y="39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11" y="55"/>
                    <a:pt x="26" y="44"/>
                    <a:pt x="43" y="35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04">
              <a:extLst>
                <a:ext uri="{FF2B5EF4-FFF2-40B4-BE49-F238E27FC236}">
                  <a16:creationId xmlns:a16="http://schemas.microsoft.com/office/drawing/2014/main" id="{FCEE1505-FE1D-4FF5-B8B8-FFF415D13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8351" y="2330431"/>
              <a:ext cx="171694" cy="70858"/>
            </a:xfrm>
            <a:custGeom>
              <a:avLst/>
              <a:gdLst>
                <a:gd name="T0" fmla="*/ 68 w 80"/>
                <a:gd name="T1" fmla="*/ 20 h 33"/>
                <a:gd name="T2" fmla="*/ 80 w 80"/>
                <a:gd name="T3" fmla="*/ 19 h 33"/>
                <a:gd name="T4" fmla="*/ 79 w 80"/>
                <a:gd name="T5" fmla="*/ 0 h 33"/>
                <a:gd name="T6" fmla="*/ 66 w 80"/>
                <a:gd name="T7" fmla="*/ 1 h 33"/>
                <a:gd name="T8" fmla="*/ 39 w 80"/>
                <a:gd name="T9" fmla="*/ 5 h 33"/>
                <a:gd name="T10" fmla="*/ 0 w 80"/>
                <a:gd name="T11" fmla="*/ 15 h 33"/>
                <a:gd name="T12" fmla="*/ 6 w 80"/>
                <a:gd name="T13" fmla="*/ 33 h 33"/>
                <a:gd name="T14" fmla="*/ 43 w 80"/>
                <a:gd name="T15" fmla="*/ 24 h 33"/>
                <a:gd name="T16" fmla="*/ 68 w 80"/>
                <a:gd name="T17" fmla="*/ 2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33">
                  <a:moveTo>
                    <a:pt x="68" y="20"/>
                  </a:moveTo>
                  <a:cubicBezTo>
                    <a:pt x="75" y="20"/>
                    <a:pt x="80" y="19"/>
                    <a:pt x="80" y="19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0"/>
                    <a:pt x="74" y="0"/>
                    <a:pt x="66" y="1"/>
                  </a:cubicBezTo>
                  <a:cubicBezTo>
                    <a:pt x="59" y="2"/>
                    <a:pt x="49" y="3"/>
                    <a:pt x="39" y="5"/>
                  </a:cubicBezTo>
                  <a:cubicBezTo>
                    <a:pt x="19" y="9"/>
                    <a:pt x="0" y="15"/>
                    <a:pt x="0" y="15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6" y="33"/>
                    <a:pt x="24" y="28"/>
                    <a:pt x="43" y="24"/>
                  </a:cubicBezTo>
                  <a:cubicBezTo>
                    <a:pt x="52" y="22"/>
                    <a:pt x="61" y="21"/>
                    <a:pt x="68" y="2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05">
              <a:extLst>
                <a:ext uri="{FF2B5EF4-FFF2-40B4-BE49-F238E27FC236}">
                  <a16:creationId xmlns:a16="http://schemas.microsoft.com/office/drawing/2014/main" id="{67222954-73A0-432E-AAB7-74ECFA14E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7261" y="2328614"/>
              <a:ext cx="169877" cy="59956"/>
            </a:xfrm>
            <a:custGeom>
              <a:avLst/>
              <a:gdLst>
                <a:gd name="T0" fmla="*/ 75 w 79"/>
                <a:gd name="T1" fmla="*/ 28 h 28"/>
                <a:gd name="T2" fmla="*/ 79 w 79"/>
                <a:gd name="T3" fmla="*/ 9 h 28"/>
                <a:gd name="T4" fmla="*/ 40 w 79"/>
                <a:gd name="T5" fmla="*/ 2 h 28"/>
                <a:gd name="T6" fmla="*/ 12 w 79"/>
                <a:gd name="T7" fmla="*/ 0 h 28"/>
                <a:gd name="T8" fmla="*/ 0 w 79"/>
                <a:gd name="T9" fmla="*/ 0 h 28"/>
                <a:gd name="T10" fmla="*/ 0 w 79"/>
                <a:gd name="T11" fmla="*/ 19 h 28"/>
                <a:gd name="T12" fmla="*/ 11 w 79"/>
                <a:gd name="T13" fmla="*/ 20 h 28"/>
                <a:gd name="T14" fmla="*/ 37 w 79"/>
                <a:gd name="T15" fmla="*/ 22 h 28"/>
                <a:gd name="T16" fmla="*/ 75 w 79"/>
                <a:gd name="T1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28">
                  <a:moveTo>
                    <a:pt x="75" y="28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60" y="5"/>
                    <a:pt x="40" y="2"/>
                  </a:cubicBezTo>
                  <a:cubicBezTo>
                    <a:pt x="30" y="1"/>
                    <a:pt x="20" y="0"/>
                    <a:pt x="12" y="0"/>
                  </a:cubicBezTo>
                  <a:cubicBezTo>
                    <a:pt x="5" y="0"/>
                    <a:pt x="0" y="0"/>
                    <a:pt x="0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4" y="19"/>
                    <a:pt x="11" y="20"/>
                  </a:cubicBezTo>
                  <a:cubicBezTo>
                    <a:pt x="19" y="20"/>
                    <a:pt x="28" y="21"/>
                    <a:pt x="37" y="22"/>
                  </a:cubicBezTo>
                  <a:cubicBezTo>
                    <a:pt x="56" y="24"/>
                    <a:pt x="75" y="28"/>
                    <a:pt x="75" y="28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06">
              <a:extLst>
                <a:ext uri="{FF2B5EF4-FFF2-40B4-BE49-F238E27FC236}">
                  <a16:creationId xmlns:a16="http://schemas.microsoft.com/office/drawing/2014/main" id="{417E360E-6911-4713-A98F-595861836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1636" y="2371310"/>
              <a:ext cx="169877" cy="109012"/>
            </a:xfrm>
            <a:custGeom>
              <a:avLst/>
              <a:gdLst>
                <a:gd name="T0" fmla="*/ 68 w 79"/>
                <a:gd name="T1" fmla="*/ 51 h 51"/>
                <a:gd name="T2" fmla="*/ 79 w 79"/>
                <a:gd name="T3" fmla="*/ 34 h 51"/>
                <a:gd name="T4" fmla="*/ 43 w 79"/>
                <a:gd name="T5" fmla="*/ 15 h 51"/>
                <a:gd name="T6" fmla="*/ 6 w 79"/>
                <a:gd name="T7" fmla="*/ 0 h 51"/>
                <a:gd name="T8" fmla="*/ 0 w 79"/>
                <a:gd name="T9" fmla="*/ 18 h 51"/>
                <a:gd name="T10" fmla="*/ 35 w 79"/>
                <a:gd name="T11" fmla="*/ 33 h 51"/>
                <a:gd name="T12" fmla="*/ 68 w 79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51">
                  <a:moveTo>
                    <a:pt x="68" y="51"/>
                  </a:moveTo>
                  <a:cubicBezTo>
                    <a:pt x="79" y="34"/>
                    <a:pt x="79" y="34"/>
                    <a:pt x="79" y="34"/>
                  </a:cubicBezTo>
                  <a:cubicBezTo>
                    <a:pt x="79" y="34"/>
                    <a:pt x="62" y="23"/>
                    <a:pt x="43" y="15"/>
                  </a:cubicBezTo>
                  <a:cubicBezTo>
                    <a:pt x="25" y="6"/>
                    <a:pt x="6" y="0"/>
                    <a:pt x="6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8" y="24"/>
                    <a:pt x="35" y="33"/>
                  </a:cubicBezTo>
                  <a:cubicBezTo>
                    <a:pt x="52" y="41"/>
                    <a:pt x="68" y="51"/>
                    <a:pt x="68" y="5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07">
              <a:extLst>
                <a:ext uri="{FF2B5EF4-FFF2-40B4-BE49-F238E27FC236}">
                  <a16:creationId xmlns:a16="http://schemas.microsoft.com/office/drawing/2014/main" id="{0D21ED81-A772-4548-925F-1782698DF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2392" y="2489407"/>
              <a:ext cx="150800" cy="143532"/>
            </a:xfrm>
            <a:custGeom>
              <a:avLst/>
              <a:gdLst>
                <a:gd name="T0" fmla="*/ 42 w 70"/>
                <a:gd name="T1" fmla="*/ 26 h 67"/>
                <a:gd name="T2" fmla="*/ 12 w 70"/>
                <a:gd name="T3" fmla="*/ 0 h 67"/>
                <a:gd name="T4" fmla="*/ 0 w 70"/>
                <a:gd name="T5" fmla="*/ 15 h 67"/>
                <a:gd name="T6" fmla="*/ 29 w 70"/>
                <a:gd name="T7" fmla="*/ 40 h 67"/>
                <a:gd name="T8" fmla="*/ 55 w 70"/>
                <a:gd name="T9" fmla="*/ 67 h 67"/>
                <a:gd name="T10" fmla="*/ 70 w 70"/>
                <a:gd name="T11" fmla="*/ 54 h 67"/>
                <a:gd name="T12" fmla="*/ 42 w 70"/>
                <a:gd name="T13" fmla="*/ 2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67">
                  <a:moveTo>
                    <a:pt x="42" y="26"/>
                  </a:moveTo>
                  <a:cubicBezTo>
                    <a:pt x="28" y="12"/>
                    <a:pt x="12" y="0"/>
                    <a:pt x="12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5" y="27"/>
                    <a:pt x="29" y="40"/>
                  </a:cubicBezTo>
                  <a:cubicBezTo>
                    <a:pt x="43" y="53"/>
                    <a:pt x="55" y="67"/>
                    <a:pt x="55" y="67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57" y="39"/>
                    <a:pt x="42" y="26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08">
              <a:extLst>
                <a:ext uri="{FF2B5EF4-FFF2-40B4-BE49-F238E27FC236}">
                  <a16:creationId xmlns:a16="http://schemas.microsoft.com/office/drawing/2014/main" id="{6724425C-1420-4A0B-8486-08EEF26A0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7727" y="2670184"/>
              <a:ext cx="118096" cy="167151"/>
            </a:xfrm>
            <a:custGeom>
              <a:avLst/>
              <a:gdLst>
                <a:gd name="T0" fmla="*/ 16 w 55"/>
                <a:gd name="T1" fmla="*/ 0 h 78"/>
                <a:gd name="T2" fmla="*/ 0 w 55"/>
                <a:gd name="T3" fmla="*/ 11 h 78"/>
                <a:gd name="T4" fmla="*/ 20 w 55"/>
                <a:gd name="T5" fmla="*/ 43 h 78"/>
                <a:gd name="T6" fmla="*/ 37 w 55"/>
                <a:gd name="T7" fmla="*/ 78 h 78"/>
                <a:gd name="T8" fmla="*/ 55 w 55"/>
                <a:gd name="T9" fmla="*/ 70 h 78"/>
                <a:gd name="T10" fmla="*/ 37 w 55"/>
                <a:gd name="T11" fmla="*/ 34 h 78"/>
                <a:gd name="T12" fmla="*/ 16 w 55"/>
                <a:gd name="T13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78">
                  <a:moveTo>
                    <a:pt x="16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1" y="27"/>
                    <a:pt x="20" y="43"/>
                  </a:cubicBezTo>
                  <a:cubicBezTo>
                    <a:pt x="30" y="60"/>
                    <a:pt x="37" y="78"/>
                    <a:pt x="37" y="78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5" y="70"/>
                    <a:pt x="47" y="51"/>
                    <a:pt x="37" y="34"/>
                  </a:cubicBezTo>
                  <a:cubicBezTo>
                    <a:pt x="28" y="16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09">
              <a:extLst>
                <a:ext uri="{FF2B5EF4-FFF2-40B4-BE49-F238E27FC236}">
                  <a16:creationId xmlns:a16="http://schemas.microsoft.com/office/drawing/2014/main" id="{3FABB0C5-5D92-4777-A010-5E41DE5B1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3105" y="2895476"/>
              <a:ext cx="72675" cy="171694"/>
            </a:xfrm>
            <a:custGeom>
              <a:avLst/>
              <a:gdLst>
                <a:gd name="T0" fmla="*/ 22 w 34"/>
                <a:gd name="T1" fmla="*/ 12 h 80"/>
                <a:gd name="T2" fmla="*/ 19 w 34"/>
                <a:gd name="T3" fmla="*/ 0 h 80"/>
                <a:gd name="T4" fmla="*/ 0 w 34"/>
                <a:gd name="T5" fmla="*/ 6 h 80"/>
                <a:gd name="T6" fmla="*/ 3 w 34"/>
                <a:gd name="T7" fmla="*/ 17 h 80"/>
                <a:gd name="T8" fmla="*/ 9 w 34"/>
                <a:gd name="T9" fmla="*/ 43 h 80"/>
                <a:gd name="T10" fmla="*/ 14 w 34"/>
                <a:gd name="T11" fmla="*/ 80 h 80"/>
                <a:gd name="T12" fmla="*/ 34 w 34"/>
                <a:gd name="T13" fmla="*/ 79 h 80"/>
                <a:gd name="T14" fmla="*/ 28 w 34"/>
                <a:gd name="T15" fmla="*/ 39 h 80"/>
                <a:gd name="T16" fmla="*/ 22 w 34"/>
                <a:gd name="T17" fmla="*/ 1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80">
                  <a:moveTo>
                    <a:pt x="22" y="12"/>
                  </a:moveTo>
                  <a:cubicBezTo>
                    <a:pt x="20" y="5"/>
                    <a:pt x="19" y="0"/>
                    <a:pt x="19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1" y="10"/>
                    <a:pt x="3" y="17"/>
                  </a:cubicBezTo>
                  <a:cubicBezTo>
                    <a:pt x="5" y="24"/>
                    <a:pt x="7" y="33"/>
                    <a:pt x="9" y="43"/>
                  </a:cubicBezTo>
                  <a:cubicBezTo>
                    <a:pt x="13" y="61"/>
                    <a:pt x="14" y="80"/>
                    <a:pt x="14" y="80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4" y="79"/>
                    <a:pt x="32" y="59"/>
                    <a:pt x="28" y="39"/>
                  </a:cubicBezTo>
                  <a:cubicBezTo>
                    <a:pt x="26" y="29"/>
                    <a:pt x="24" y="19"/>
                    <a:pt x="22" y="12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10">
              <a:extLst>
                <a:ext uri="{FF2B5EF4-FFF2-40B4-BE49-F238E27FC236}">
                  <a16:creationId xmlns:a16="http://schemas.microsoft.com/office/drawing/2014/main" id="{2A4A6504-D30D-4353-82B9-9FF33BB03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8548" y="3144386"/>
              <a:ext cx="59956" cy="169877"/>
            </a:xfrm>
            <a:custGeom>
              <a:avLst/>
              <a:gdLst>
                <a:gd name="T0" fmla="*/ 25 w 28"/>
                <a:gd name="T1" fmla="*/ 40 h 79"/>
                <a:gd name="T2" fmla="*/ 28 w 28"/>
                <a:gd name="T3" fmla="*/ 0 h 79"/>
                <a:gd name="T4" fmla="*/ 9 w 28"/>
                <a:gd name="T5" fmla="*/ 0 h 79"/>
                <a:gd name="T6" fmla="*/ 6 w 28"/>
                <a:gd name="T7" fmla="*/ 38 h 79"/>
                <a:gd name="T8" fmla="*/ 0 w 28"/>
                <a:gd name="T9" fmla="*/ 75 h 79"/>
                <a:gd name="T10" fmla="*/ 19 w 28"/>
                <a:gd name="T11" fmla="*/ 79 h 79"/>
                <a:gd name="T12" fmla="*/ 25 w 28"/>
                <a:gd name="T13" fmla="*/ 4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79">
                  <a:moveTo>
                    <a:pt x="25" y="40"/>
                  </a:moveTo>
                  <a:cubicBezTo>
                    <a:pt x="28" y="20"/>
                    <a:pt x="28" y="0"/>
                    <a:pt x="2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8" y="19"/>
                    <a:pt x="6" y="38"/>
                  </a:cubicBezTo>
                  <a:cubicBezTo>
                    <a:pt x="4" y="56"/>
                    <a:pt x="0" y="75"/>
                    <a:pt x="0" y="75"/>
                  </a:cubicBezTo>
                  <a:cubicBezTo>
                    <a:pt x="19" y="79"/>
                    <a:pt x="19" y="79"/>
                    <a:pt x="19" y="79"/>
                  </a:cubicBezTo>
                  <a:cubicBezTo>
                    <a:pt x="19" y="79"/>
                    <a:pt x="23" y="60"/>
                    <a:pt x="25" y="4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11">
              <a:extLst>
                <a:ext uri="{FF2B5EF4-FFF2-40B4-BE49-F238E27FC236}">
                  <a16:creationId xmlns:a16="http://schemas.microsoft.com/office/drawing/2014/main" id="{284212C8-0F36-4A79-B163-6B52B4BA4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7705" y="3378761"/>
              <a:ext cx="107195" cy="168968"/>
            </a:xfrm>
            <a:custGeom>
              <a:avLst/>
              <a:gdLst>
                <a:gd name="T0" fmla="*/ 18 w 50"/>
                <a:gd name="T1" fmla="*/ 35 h 79"/>
                <a:gd name="T2" fmla="*/ 0 w 50"/>
                <a:gd name="T3" fmla="*/ 69 h 79"/>
                <a:gd name="T4" fmla="*/ 17 w 50"/>
                <a:gd name="T5" fmla="*/ 79 h 79"/>
                <a:gd name="T6" fmla="*/ 35 w 50"/>
                <a:gd name="T7" fmla="*/ 44 h 79"/>
                <a:gd name="T8" fmla="*/ 50 w 50"/>
                <a:gd name="T9" fmla="*/ 6 h 79"/>
                <a:gd name="T10" fmla="*/ 32 w 50"/>
                <a:gd name="T11" fmla="*/ 0 h 79"/>
                <a:gd name="T12" fmla="*/ 18 w 50"/>
                <a:gd name="T13" fmla="*/ 3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79">
                  <a:moveTo>
                    <a:pt x="18" y="35"/>
                  </a:moveTo>
                  <a:cubicBezTo>
                    <a:pt x="10" y="53"/>
                    <a:pt x="0" y="69"/>
                    <a:pt x="0" y="69"/>
                  </a:cubicBezTo>
                  <a:cubicBezTo>
                    <a:pt x="17" y="79"/>
                    <a:pt x="17" y="79"/>
                    <a:pt x="17" y="79"/>
                  </a:cubicBezTo>
                  <a:cubicBezTo>
                    <a:pt x="17" y="79"/>
                    <a:pt x="27" y="62"/>
                    <a:pt x="35" y="44"/>
                  </a:cubicBezTo>
                  <a:cubicBezTo>
                    <a:pt x="44" y="25"/>
                    <a:pt x="50" y="6"/>
                    <a:pt x="50" y="6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26" y="18"/>
                    <a:pt x="18" y="35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12">
              <a:extLst>
                <a:ext uri="{FF2B5EF4-FFF2-40B4-BE49-F238E27FC236}">
                  <a16:creationId xmlns:a16="http://schemas.microsoft.com/office/drawing/2014/main" id="{DE976693-DE53-47AA-8803-9464ACD59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5089" y="3588609"/>
              <a:ext cx="144441" cy="152617"/>
            </a:xfrm>
            <a:custGeom>
              <a:avLst/>
              <a:gdLst>
                <a:gd name="T0" fmla="*/ 27 w 67"/>
                <a:gd name="T1" fmla="*/ 29 h 71"/>
                <a:gd name="T2" fmla="*/ 0 w 67"/>
                <a:gd name="T3" fmla="*/ 56 h 71"/>
                <a:gd name="T4" fmla="*/ 12 w 67"/>
                <a:gd name="T5" fmla="*/ 71 h 71"/>
                <a:gd name="T6" fmla="*/ 41 w 67"/>
                <a:gd name="T7" fmla="*/ 43 h 71"/>
                <a:gd name="T8" fmla="*/ 67 w 67"/>
                <a:gd name="T9" fmla="*/ 12 h 71"/>
                <a:gd name="T10" fmla="*/ 51 w 67"/>
                <a:gd name="T11" fmla="*/ 0 h 71"/>
                <a:gd name="T12" fmla="*/ 27 w 67"/>
                <a:gd name="T13" fmla="*/ 2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71">
                  <a:moveTo>
                    <a:pt x="27" y="29"/>
                  </a:moveTo>
                  <a:cubicBezTo>
                    <a:pt x="14" y="43"/>
                    <a:pt x="0" y="56"/>
                    <a:pt x="0" y="56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12" y="71"/>
                    <a:pt x="28" y="57"/>
                    <a:pt x="41" y="43"/>
                  </a:cubicBezTo>
                  <a:cubicBezTo>
                    <a:pt x="55" y="28"/>
                    <a:pt x="67" y="12"/>
                    <a:pt x="67" y="12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40" y="16"/>
                    <a:pt x="27" y="29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13">
              <a:extLst>
                <a:ext uri="{FF2B5EF4-FFF2-40B4-BE49-F238E27FC236}">
                  <a16:creationId xmlns:a16="http://schemas.microsoft.com/office/drawing/2014/main" id="{D4A7DB31-DE75-44D0-93E2-FA21C4017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3417" y="3756669"/>
              <a:ext cx="165335" cy="118096"/>
            </a:xfrm>
            <a:custGeom>
              <a:avLst/>
              <a:gdLst>
                <a:gd name="T0" fmla="*/ 34 w 77"/>
                <a:gd name="T1" fmla="*/ 20 h 55"/>
                <a:gd name="T2" fmla="*/ 0 w 77"/>
                <a:gd name="T3" fmla="*/ 37 h 55"/>
                <a:gd name="T4" fmla="*/ 7 w 77"/>
                <a:gd name="T5" fmla="*/ 55 h 55"/>
                <a:gd name="T6" fmla="*/ 43 w 77"/>
                <a:gd name="T7" fmla="*/ 37 h 55"/>
                <a:gd name="T8" fmla="*/ 77 w 77"/>
                <a:gd name="T9" fmla="*/ 16 h 55"/>
                <a:gd name="T10" fmla="*/ 66 w 77"/>
                <a:gd name="T11" fmla="*/ 0 h 55"/>
                <a:gd name="T12" fmla="*/ 34 w 77"/>
                <a:gd name="T13" fmla="*/ 2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" h="55">
                  <a:moveTo>
                    <a:pt x="34" y="20"/>
                  </a:moveTo>
                  <a:cubicBezTo>
                    <a:pt x="17" y="30"/>
                    <a:pt x="0" y="37"/>
                    <a:pt x="0" y="37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5"/>
                    <a:pt x="26" y="47"/>
                    <a:pt x="43" y="37"/>
                  </a:cubicBezTo>
                  <a:cubicBezTo>
                    <a:pt x="61" y="27"/>
                    <a:pt x="77" y="16"/>
                    <a:pt x="77" y="16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50" y="11"/>
                    <a:pt x="34" y="2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14">
              <a:extLst>
                <a:ext uri="{FF2B5EF4-FFF2-40B4-BE49-F238E27FC236}">
                  <a16:creationId xmlns:a16="http://schemas.microsoft.com/office/drawing/2014/main" id="{970B806C-2D98-42BB-BD2E-E480D0BF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1767" y="3862047"/>
              <a:ext cx="171694" cy="72675"/>
            </a:xfrm>
            <a:custGeom>
              <a:avLst/>
              <a:gdLst>
                <a:gd name="T0" fmla="*/ 0 w 80"/>
                <a:gd name="T1" fmla="*/ 15 h 34"/>
                <a:gd name="T2" fmla="*/ 2 w 80"/>
                <a:gd name="T3" fmla="*/ 34 h 34"/>
                <a:gd name="T4" fmla="*/ 41 w 80"/>
                <a:gd name="T5" fmla="*/ 29 h 34"/>
                <a:gd name="T6" fmla="*/ 80 w 80"/>
                <a:gd name="T7" fmla="*/ 19 h 34"/>
                <a:gd name="T8" fmla="*/ 74 w 80"/>
                <a:gd name="T9" fmla="*/ 0 h 34"/>
                <a:gd name="T10" fmla="*/ 38 w 80"/>
                <a:gd name="T11" fmla="*/ 10 h 34"/>
                <a:gd name="T12" fmla="*/ 0 w 80"/>
                <a:gd name="T1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34">
                  <a:moveTo>
                    <a:pt x="0" y="15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22" y="33"/>
                    <a:pt x="41" y="29"/>
                  </a:cubicBezTo>
                  <a:cubicBezTo>
                    <a:pt x="61" y="25"/>
                    <a:pt x="80" y="19"/>
                    <a:pt x="80" y="19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0"/>
                    <a:pt x="56" y="6"/>
                    <a:pt x="38" y="10"/>
                  </a:cubicBezTo>
                  <a:cubicBezTo>
                    <a:pt x="19" y="13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15">
              <a:extLst>
                <a:ext uri="{FF2B5EF4-FFF2-40B4-BE49-F238E27FC236}">
                  <a16:creationId xmlns:a16="http://schemas.microsoft.com/office/drawing/2014/main" id="{F83C5472-2DA5-4244-8E06-95E6D04AE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674" y="3895659"/>
              <a:ext cx="171694" cy="62682"/>
            </a:xfrm>
            <a:custGeom>
              <a:avLst/>
              <a:gdLst>
                <a:gd name="T0" fmla="*/ 12 w 80"/>
                <a:gd name="T1" fmla="*/ 7 h 29"/>
                <a:gd name="T2" fmla="*/ 0 w 80"/>
                <a:gd name="T3" fmla="*/ 10 h 29"/>
                <a:gd name="T4" fmla="*/ 4 w 80"/>
                <a:gd name="T5" fmla="*/ 29 h 29"/>
                <a:gd name="T6" fmla="*/ 16 w 80"/>
                <a:gd name="T7" fmla="*/ 26 h 29"/>
                <a:gd name="T8" fmla="*/ 42 w 80"/>
                <a:gd name="T9" fmla="*/ 22 h 29"/>
                <a:gd name="T10" fmla="*/ 80 w 80"/>
                <a:gd name="T11" fmla="*/ 20 h 29"/>
                <a:gd name="T12" fmla="*/ 79 w 80"/>
                <a:gd name="T13" fmla="*/ 0 h 29"/>
                <a:gd name="T14" fmla="*/ 39 w 80"/>
                <a:gd name="T15" fmla="*/ 3 h 29"/>
                <a:gd name="T16" fmla="*/ 12 w 80"/>
                <a:gd name="T17" fmla="*/ 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29">
                  <a:moveTo>
                    <a:pt x="12" y="7"/>
                  </a:moveTo>
                  <a:cubicBezTo>
                    <a:pt x="5" y="8"/>
                    <a:pt x="0" y="10"/>
                    <a:pt x="0" y="10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29"/>
                    <a:pt x="9" y="28"/>
                    <a:pt x="16" y="26"/>
                  </a:cubicBezTo>
                  <a:cubicBezTo>
                    <a:pt x="23" y="25"/>
                    <a:pt x="32" y="23"/>
                    <a:pt x="42" y="22"/>
                  </a:cubicBezTo>
                  <a:cubicBezTo>
                    <a:pt x="61" y="20"/>
                    <a:pt x="80" y="20"/>
                    <a:pt x="80" y="2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0"/>
                    <a:pt x="59" y="0"/>
                    <a:pt x="39" y="3"/>
                  </a:cubicBezTo>
                  <a:cubicBezTo>
                    <a:pt x="30" y="4"/>
                    <a:pt x="20" y="6"/>
                    <a:pt x="12" y="7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16">
              <a:extLst>
                <a:ext uri="{FF2B5EF4-FFF2-40B4-BE49-F238E27FC236}">
                  <a16:creationId xmlns:a16="http://schemas.microsoft.com/office/drawing/2014/main" id="{64B501E7-450A-47FB-BC07-38488EBD0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0298" y="3939263"/>
              <a:ext cx="169877" cy="107195"/>
            </a:xfrm>
            <a:custGeom>
              <a:avLst/>
              <a:gdLst>
                <a:gd name="T0" fmla="*/ 0 w 79"/>
                <a:gd name="T1" fmla="*/ 33 h 50"/>
                <a:gd name="T2" fmla="*/ 10 w 79"/>
                <a:gd name="T3" fmla="*/ 50 h 50"/>
                <a:gd name="T4" fmla="*/ 44 w 79"/>
                <a:gd name="T5" fmla="*/ 32 h 50"/>
                <a:gd name="T6" fmla="*/ 79 w 79"/>
                <a:gd name="T7" fmla="*/ 18 h 50"/>
                <a:gd name="T8" fmla="*/ 73 w 79"/>
                <a:gd name="T9" fmla="*/ 0 h 50"/>
                <a:gd name="T10" fmla="*/ 36 w 79"/>
                <a:gd name="T11" fmla="*/ 14 h 50"/>
                <a:gd name="T12" fmla="*/ 0 w 79"/>
                <a:gd name="T13" fmla="*/ 3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50">
                  <a:moveTo>
                    <a:pt x="0" y="33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27" y="40"/>
                    <a:pt x="44" y="32"/>
                  </a:cubicBezTo>
                  <a:cubicBezTo>
                    <a:pt x="61" y="24"/>
                    <a:pt x="79" y="18"/>
                    <a:pt x="79" y="18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0"/>
                    <a:pt x="54" y="6"/>
                    <a:pt x="36" y="14"/>
                  </a:cubicBezTo>
                  <a:cubicBezTo>
                    <a:pt x="17" y="2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17">
              <a:extLst>
                <a:ext uri="{FF2B5EF4-FFF2-40B4-BE49-F238E27FC236}">
                  <a16:creationId xmlns:a16="http://schemas.microsoft.com/office/drawing/2014/main" id="{530A3854-91E8-494F-8C85-3784FD8A1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6802" y="4054634"/>
              <a:ext cx="152616" cy="144441"/>
            </a:xfrm>
            <a:custGeom>
              <a:avLst/>
              <a:gdLst>
                <a:gd name="T0" fmla="*/ 71 w 71"/>
                <a:gd name="T1" fmla="*/ 15 h 67"/>
                <a:gd name="T2" fmla="*/ 59 w 71"/>
                <a:gd name="T3" fmla="*/ 0 h 67"/>
                <a:gd name="T4" fmla="*/ 28 w 71"/>
                <a:gd name="T5" fmla="*/ 25 h 67"/>
                <a:gd name="T6" fmla="*/ 0 w 71"/>
                <a:gd name="T7" fmla="*/ 54 h 67"/>
                <a:gd name="T8" fmla="*/ 15 w 71"/>
                <a:gd name="T9" fmla="*/ 67 h 67"/>
                <a:gd name="T10" fmla="*/ 41 w 71"/>
                <a:gd name="T11" fmla="*/ 40 h 67"/>
                <a:gd name="T12" fmla="*/ 71 w 71"/>
                <a:gd name="T13" fmla="*/ 1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67">
                  <a:moveTo>
                    <a:pt x="71" y="15"/>
                  </a:move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43" y="12"/>
                    <a:pt x="28" y="25"/>
                  </a:cubicBezTo>
                  <a:cubicBezTo>
                    <a:pt x="13" y="39"/>
                    <a:pt x="0" y="54"/>
                    <a:pt x="0" y="54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15" y="67"/>
                    <a:pt x="27" y="52"/>
                    <a:pt x="41" y="40"/>
                  </a:cubicBezTo>
                  <a:cubicBezTo>
                    <a:pt x="55" y="27"/>
                    <a:pt x="71" y="15"/>
                    <a:pt x="71" y="15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18">
              <a:extLst>
                <a:ext uri="{FF2B5EF4-FFF2-40B4-BE49-F238E27FC236}">
                  <a16:creationId xmlns:a16="http://schemas.microsoft.com/office/drawing/2014/main" id="{AA22EB17-CAFB-4E04-8FAC-73C23DDDE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3263" y="4233595"/>
              <a:ext cx="118096" cy="165335"/>
            </a:xfrm>
            <a:custGeom>
              <a:avLst/>
              <a:gdLst>
                <a:gd name="T0" fmla="*/ 39 w 55"/>
                <a:gd name="T1" fmla="*/ 0 h 77"/>
                <a:gd name="T2" fmla="*/ 17 w 55"/>
                <a:gd name="T3" fmla="*/ 34 h 77"/>
                <a:gd name="T4" fmla="*/ 0 w 55"/>
                <a:gd name="T5" fmla="*/ 70 h 77"/>
                <a:gd name="T6" fmla="*/ 17 w 55"/>
                <a:gd name="T7" fmla="*/ 77 h 77"/>
                <a:gd name="T8" fmla="*/ 34 w 55"/>
                <a:gd name="T9" fmla="*/ 43 h 77"/>
                <a:gd name="T10" fmla="*/ 55 w 55"/>
                <a:gd name="T11" fmla="*/ 11 h 77"/>
                <a:gd name="T12" fmla="*/ 39 w 55"/>
                <a:gd name="T1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77">
                  <a:moveTo>
                    <a:pt x="39" y="0"/>
                  </a:moveTo>
                  <a:cubicBezTo>
                    <a:pt x="39" y="0"/>
                    <a:pt x="27" y="16"/>
                    <a:pt x="17" y="34"/>
                  </a:cubicBezTo>
                  <a:cubicBezTo>
                    <a:pt x="7" y="51"/>
                    <a:pt x="0" y="70"/>
                    <a:pt x="0" y="70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7"/>
                    <a:pt x="25" y="60"/>
                    <a:pt x="34" y="43"/>
                  </a:cubicBezTo>
                  <a:cubicBezTo>
                    <a:pt x="44" y="27"/>
                    <a:pt x="55" y="11"/>
                    <a:pt x="55" y="11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19">
              <a:extLst>
                <a:ext uri="{FF2B5EF4-FFF2-40B4-BE49-F238E27FC236}">
                  <a16:creationId xmlns:a16="http://schemas.microsoft.com/office/drawing/2014/main" id="{7657E84E-EC80-4692-B922-28E705EEC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8764" y="4458886"/>
              <a:ext cx="75400" cy="171694"/>
            </a:xfrm>
            <a:custGeom>
              <a:avLst/>
              <a:gdLst>
                <a:gd name="T0" fmla="*/ 21 w 35"/>
                <a:gd name="T1" fmla="*/ 68 h 80"/>
                <a:gd name="T2" fmla="*/ 25 w 35"/>
                <a:gd name="T3" fmla="*/ 42 h 80"/>
                <a:gd name="T4" fmla="*/ 35 w 35"/>
                <a:gd name="T5" fmla="*/ 6 h 80"/>
                <a:gd name="T6" fmla="*/ 16 w 35"/>
                <a:gd name="T7" fmla="*/ 0 h 80"/>
                <a:gd name="T8" fmla="*/ 6 w 35"/>
                <a:gd name="T9" fmla="*/ 38 h 80"/>
                <a:gd name="T10" fmla="*/ 2 w 35"/>
                <a:gd name="T11" fmla="*/ 66 h 80"/>
                <a:gd name="T12" fmla="*/ 0 w 35"/>
                <a:gd name="T13" fmla="*/ 78 h 80"/>
                <a:gd name="T14" fmla="*/ 20 w 35"/>
                <a:gd name="T15" fmla="*/ 80 h 80"/>
                <a:gd name="T16" fmla="*/ 21 w 35"/>
                <a:gd name="T17" fmla="*/ 6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80">
                  <a:moveTo>
                    <a:pt x="21" y="68"/>
                  </a:moveTo>
                  <a:cubicBezTo>
                    <a:pt x="22" y="61"/>
                    <a:pt x="24" y="52"/>
                    <a:pt x="25" y="42"/>
                  </a:cubicBezTo>
                  <a:cubicBezTo>
                    <a:pt x="29" y="24"/>
                    <a:pt x="35" y="6"/>
                    <a:pt x="35" y="6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0" y="19"/>
                    <a:pt x="6" y="38"/>
                  </a:cubicBezTo>
                  <a:cubicBezTo>
                    <a:pt x="4" y="48"/>
                    <a:pt x="3" y="58"/>
                    <a:pt x="2" y="66"/>
                  </a:cubicBezTo>
                  <a:cubicBezTo>
                    <a:pt x="1" y="73"/>
                    <a:pt x="0" y="78"/>
                    <a:pt x="0" y="78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20" y="80"/>
                    <a:pt x="20" y="75"/>
                    <a:pt x="21" y="68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20">
              <a:extLst>
                <a:ext uri="{FF2B5EF4-FFF2-40B4-BE49-F238E27FC236}">
                  <a16:creationId xmlns:a16="http://schemas.microsoft.com/office/drawing/2014/main" id="{5C389882-06AE-428B-8DC9-F41A7DABB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6947" y="4705980"/>
              <a:ext cx="59956" cy="171694"/>
            </a:xfrm>
            <a:custGeom>
              <a:avLst/>
              <a:gdLst>
                <a:gd name="T0" fmla="*/ 0 w 28"/>
                <a:gd name="T1" fmla="*/ 13 h 80"/>
                <a:gd name="T2" fmla="*/ 2 w 28"/>
                <a:gd name="T3" fmla="*/ 40 h 80"/>
                <a:gd name="T4" fmla="*/ 9 w 28"/>
                <a:gd name="T5" fmla="*/ 80 h 80"/>
                <a:gd name="T6" fmla="*/ 28 w 28"/>
                <a:gd name="T7" fmla="*/ 76 h 80"/>
                <a:gd name="T8" fmla="*/ 22 w 28"/>
                <a:gd name="T9" fmla="*/ 38 h 80"/>
                <a:gd name="T10" fmla="*/ 20 w 28"/>
                <a:gd name="T11" fmla="*/ 12 h 80"/>
                <a:gd name="T12" fmla="*/ 19 w 28"/>
                <a:gd name="T13" fmla="*/ 0 h 80"/>
                <a:gd name="T14" fmla="*/ 0 w 28"/>
                <a:gd name="T15" fmla="*/ 0 h 80"/>
                <a:gd name="T16" fmla="*/ 0 w 28"/>
                <a:gd name="T17" fmla="*/ 1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80">
                  <a:moveTo>
                    <a:pt x="0" y="13"/>
                  </a:moveTo>
                  <a:cubicBezTo>
                    <a:pt x="0" y="20"/>
                    <a:pt x="1" y="30"/>
                    <a:pt x="2" y="40"/>
                  </a:cubicBezTo>
                  <a:cubicBezTo>
                    <a:pt x="4" y="60"/>
                    <a:pt x="9" y="80"/>
                    <a:pt x="9" y="80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4" y="57"/>
                    <a:pt x="22" y="38"/>
                  </a:cubicBezTo>
                  <a:cubicBezTo>
                    <a:pt x="20" y="29"/>
                    <a:pt x="20" y="19"/>
                    <a:pt x="20" y="12"/>
                  </a:cubicBezTo>
                  <a:cubicBezTo>
                    <a:pt x="19" y="5"/>
                    <a:pt x="19" y="0"/>
                    <a:pt x="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5"/>
                    <a:pt x="0" y="1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21">
              <a:extLst>
                <a:ext uri="{FF2B5EF4-FFF2-40B4-BE49-F238E27FC236}">
                  <a16:creationId xmlns:a16="http://schemas.microsoft.com/office/drawing/2014/main" id="{925F4899-0A18-4E6B-866E-87E48BC5F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7827" y="4942172"/>
              <a:ext cx="105378" cy="169877"/>
            </a:xfrm>
            <a:custGeom>
              <a:avLst/>
              <a:gdLst>
                <a:gd name="T0" fmla="*/ 14 w 49"/>
                <a:gd name="T1" fmla="*/ 43 h 79"/>
                <a:gd name="T2" fmla="*/ 33 w 49"/>
                <a:gd name="T3" fmla="*/ 79 h 79"/>
                <a:gd name="T4" fmla="*/ 49 w 49"/>
                <a:gd name="T5" fmla="*/ 69 h 79"/>
                <a:gd name="T6" fmla="*/ 32 w 49"/>
                <a:gd name="T7" fmla="*/ 35 h 79"/>
                <a:gd name="T8" fmla="*/ 18 w 49"/>
                <a:gd name="T9" fmla="*/ 0 h 79"/>
                <a:gd name="T10" fmla="*/ 0 w 49"/>
                <a:gd name="T11" fmla="*/ 6 h 79"/>
                <a:gd name="T12" fmla="*/ 4 w 49"/>
                <a:gd name="T13" fmla="*/ 18 h 79"/>
                <a:gd name="T14" fmla="*/ 14 w 49"/>
                <a:gd name="T15" fmla="*/ 43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79">
                  <a:moveTo>
                    <a:pt x="14" y="43"/>
                  </a:moveTo>
                  <a:cubicBezTo>
                    <a:pt x="22" y="62"/>
                    <a:pt x="33" y="79"/>
                    <a:pt x="33" y="79"/>
                  </a:cubicBezTo>
                  <a:cubicBezTo>
                    <a:pt x="49" y="69"/>
                    <a:pt x="49" y="69"/>
                    <a:pt x="49" y="69"/>
                  </a:cubicBezTo>
                  <a:cubicBezTo>
                    <a:pt x="49" y="69"/>
                    <a:pt x="40" y="53"/>
                    <a:pt x="32" y="35"/>
                  </a:cubicBezTo>
                  <a:cubicBezTo>
                    <a:pt x="24" y="18"/>
                    <a:pt x="18" y="0"/>
                    <a:pt x="18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1" y="11"/>
                    <a:pt x="4" y="18"/>
                  </a:cubicBezTo>
                  <a:cubicBezTo>
                    <a:pt x="6" y="25"/>
                    <a:pt x="10" y="34"/>
                    <a:pt x="14" y="4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22">
              <a:extLst>
                <a:ext uri="{FF2B5EF4-FFF2-40B4-BE49-F238E27FC236}">
                  <a16:creationId xmlns:a16="http://schemas.microsoft.com/office/drawing/2014/main" id="{4DD54C58-1DD3-4F57-A86A-F24837677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1381" y="5154745"/>
              <a:ext cx="144441" cy="149891"/>
            </a:xfrm>
            <a:custGeom>
              <a:avLst/>
              <a:gdLst>
                <a:gd name="T0" fmla="*/ 54 w 67"/>
                <a:gd name="T1" fmla="*/ 70 h 70"/>
                <a:gd name="T2" fmla="*/ 67 w 67"/>
                <a:gd name="T3" fmla="*/ 56 h 70"/>
                <a:gd name="T4" fmla="*/ 40 w 67"/>
                <a:gd name="T5" fmla="*/ 29 h 70"/>
                <a:gd name="T6" fmla="*/ 16 w 67"/>
                <a:gd name="T7" fmla="*/ 0 h 70"/>
                <a:gd name="T8" fmla="*/ 0 w 67"/>
                <a:gd name="T9" fmla="*/ 11 h 70"/>
                <a:gd name="T10" fmla="*/ 26 w 67"/>
                <a:gd name="T11" fmla="*/ 42 h 70"/>
                <a:gd name="T12" fmla="*/ 54 w 67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70">
                  <a:moveTo>
                    <a:pt x="54" y="70"/>
                  </a:moveTo>
                  <a:cubicBezTo>
                    <a:pt x="67" y="56"/>
                    <a:pt x="67" y="56"/>
                    <a:pt x="67" y="56"/>
                  </a:cubicBezTo>
                  <a:cubicBezTo>
                    <a:pt x="67" y="56"/>
                    <a:pt x="53" y="43"/>
                    <a:pt x="40" y="29"/>
                  </a:cubicBezTo>
                  <a:cubicBezTo>
                    <a:pt x="27" y="15"/>
                    <a:pt x="16" y="0"/>
                    <a:pt x="16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2" y="27"/>
                    <a:pt x="26" y="42"/>
                  </a:cubicBezTo>
                  <a:cubicBezTo>
                    <a:pt x="39" y="57"/>
                    <a:pt x="54" y="70"/>
                    <a:pt x="54" y="7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23">
              <a:extLst>
                <a:ext uri="{FF2B5EF4-FFF2-40B4-BE49-F238E27FC236}">
                  <a16:creationId xmlns:a16="http://schemas.microsoft.com/office/drawing/2014/main" id="{604866B0-E84C-4714-8A46-82F928692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0342" y="5321896"/>
              <a:ext cx="165335" cy="118096"/>
            </a:xfrm>
            <a:custGeom>
              <a:avLst/>
              <a:gdLst>
                <a:gd name="T0" fmla="*/ 70 w 77"/>
                <a:gd name="T1" fmla="*/ 55 h 55"/>
                <a:gd name="T2" fmla="*/ 77 w 77"/>
                <a:gd name="T3" fmla="*/ 37 h 55"/>
                <a:gd name="T4" fmla="*/ 44 w 77"/>
                <a:gd name="T5" fmla="*/ 20 h 55"/>
                <a:gd name="T6" fmla="*/ 12 w 77"/>
                <a:gd name="T7" fmla="*/ 0 h 55"/>
                <a:gd name="T8" fmla="*/ 0 w 77"/>
                <a:gd name="T9" fmla="*/ 16 h 55"/>
                <a:gd name="T10" fmla="*/ 34 w 77"/>
                <a:gd name="T11" fmla="*/ 37 h 55"/>
                <a:gd name="T12" fmla="*/ 70 w 77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" h="55">
                  <a:moveTo>
                    <a:pt x="70" y="55"/>
                  </a:moveTo>
                  <a:cubicBezTo>
                    <a:pt x="77" y="37"/>
                    <a:pt x="77" y="37"/>
                    <a:pt x="77" y="37"/>
                  </a:cubicBezTo>
                  <a:cubicBezTo>
                    <a:pt x="77" y="37"/>
                    <a:pt x="60" y="30"/>
                    <a:pt x="44" y="20"/>
                  </a:cubicBezTo>
                  <a:cubicBezTo>
                    <a:pt x="27" y="11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16" y="27"/>
                    <a:pt x="34" y="37"/>
                  </a:cubicBezTo>
                  <a:cubicBezTo>
                    <a:pt x="51" y="47"/>
                    <a:pt x="70" y="55"/>
                    <a:pt x="70" y="55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24">
              <a:extLst>
                <a:ext uri="{FF2B5EF4-FFF2-40B4-BE49-F238E27FC236}">
                  <a16:creationId xmlns:a16="http://schemas.microsoft.com/office/drawing/2014/main" id="{2868E0F5-AD07-4C3F-A57B-07ED00AB9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5633" y="5429091"/>
              <a:ext cx="171694" cy="75400"/>
            </a:xfrm>
            <a:custGeom>
              <a:avLst/>
              <a:gdLst>
                <a:gd name="T0" fmla="*/ 78 w 80"/>
                <a:gd name="T1" fmla="*/ 35 h 35"/>
                <a:gd name="T2" fmla="*/ 80 w 80"/>
                <a:gd name="T3" fmla="*/ 15 h 35"/>
                <a:gd name="T4" fmla="*/ 42 w 80"/>
                <a:gd name="T5" fmla="*/ 10 h 35"/>
                <a:gd name="T6" fmla="*/ 6 w 80"/>
                <a:gd name="T7" fmla="*/ 0 h 35"/>
                <a:gd name="T8" fmla="*/ 0 w 80"/>
                <a:gd name="T9" fmla="*/ 19 h 35"/>
                <a:gd name="T10" fmla="*/ 38 w 80"/>
                <a:gd name="T11" fmla="*/ 29 h 35"/>
                <a:gd name="T12" fmla="*/ 78 w 80"/>
                <a:gd name="T13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35">
                  <a:moveTo>
                    <a:pt x="78" y="35"/>
                  </a:moveTo>
                  <a:cubicBezTo>
                    <a:pt x="80" y="15"/>
                    <a:pt x="80" y="15"/>
                    <a:pt x="80" y="15"/>
                  </a:cubicBezTo>
                  <a:cubicBezTo>
                    <a:pt x="80" y="15"/>
                    <a:pt x="61" y="14"/>
                    <a:pt x="42" y="10"/>
                  </a:cubicBezTo>
                  <a:cubicBezTo>
                    <a:pt x="24" y="6"/>
                    <a:pt x="6" y="0"/>
                    <a:pt x="6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19" y="25"/>
                    <a:pt x="38" y="29"/>
                  </a:cubicBezTo>
                  <a:cubicBezTo>
                    <a:pt x="58" y="33"/>
                    <a:pt x="78" y="35"/>
                    <a:pt x="78" y="35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25">
              <a:extLst>
                <a:ext uri="{FF2B5EF4-FFF2-40B4-BE49-F238E27FC236}">
                  <a16:creationId xmlns:a16="http://schemas.microsoft.com/office/drawing/2014/main" id="{57EE3BA4-C612-4CA5-9138-C88154DE0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2726" y="5449077"/>
              <a:ext cx="171694" cy="59956"/>
            </a:xfrm>
            <a:custGeom>
              <a:avLst/>
              <a:gdLst>
                <a:gd name="T0" fmla="*/ 40 w 80"/>
                <a:gd name="T1" fmla="*/ 26 h 28"/>
                <a:gd name="T2" fmla="*/ 80 w 80"/>
                <a:gd name="T3" fmla="*/ 19 h 28"/>
                <a:gd name="T4" fmla="*/ 76 w 80"/>
                <a:gd name="T5" fmla="*/ 0 h 28"/>
                <a:gd name="T6" fmla="*/ 38 w 80"/>
                <a:gd name="T7" fmla="*/ 6 h 28"/>
                <a:gd name="T8" fmla="*/ 0 w 80"/>
                <a:gd name="T9" fmla="*/ 8 h 28"/>
                <a:gd name="T10" fmla="*/ 0 w 80"/>
                <a:gd name="T11" fmla="*/ 28 h 28"/>
                <a:gd name="T12" fmla="*/ 40 w 80"/>
                <a:gd name="T13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28">
                  <a:moveTo>
                    <a:pt x="40" y="26"/>
                  </a:moveTo>
                  <a:cubicBezTo>
                    <a:pt x="60" y="24"/>
                    <a:pt x="80" y="19"/>
                    <a:pt x="80" y="19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7" y="4"/>
                    <a:pt x="38" y="6"/>
                  </a:cubicBezTo>
                  <a:cubicBezTo>
                    <a:pt x="19" y="8"/>
                    <a:pt x="0" y="8"/>
                    <a:pt x="0" y="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20" y="28"/>
                    <a:pt x="40" y="26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26">
              <a:extLst>
                <a:ext uri="{FF2B5EF4-FFF2-40B4-BE49-F238E27FC236}">
                  <a16:creationId xmlns:a16="http://schemas.microsoft.com/office/drawing/2014/main" id="{21261964-0482-4842-9C05-29F9D0E52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8918" y="5362776"/>
              <a:ext cx="169877" cy="107195"/>
            </a:xfrm>
            <a:custGeom>
              <a:avLst/>
              <a:gdLst>
                <a:gd name="T0" fmla="*/ 79 w 79"/>
                <a:gd name="T1" fmla="*/ 17 h 50"/>
                <a:gd name="T2" fmla="*/ 69 w 79"/>
                <a:gd name="T3" fmla="*/ 0 h 50"/>
                <a:gd name="T4" fmla="*/ 35 w 79"/>
                <a:gd name="T5" fmla="*/ 17 h 50"/>
                <a:gd name="T6" fmla="*/ 0 w 79"/>
                <a:gd name="T7" fmla="*/ 31 h 50"/>
                <a:gd name="T8" fmla="*/ 6 w 79"/>
                <a:gd name="T9" fmla="*/ 50 h 50"/>
                <a:gd name="T10" fmla="*/ 43 w 79"/>
                <a:gd name="T11" fmla="*/ 35 h 50"/>
                <a:gd name="T12" fmla="*/ 79 w 79"/>
                <a:gd name="T13" fmla="*/ 1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50">
                  <a:moveTo>
                    <a:pt x="79" y="17"/>
                  </a:moveTo>
                  <a:cubicBezTo>
                    <a:pt x="69" y="0"/>
                    <a:pt x="69" y="0"/>
                    <a:pt x="69" y="0"/>
                  </a:cubicBezTo>
                  <a:cubicBezTo>
                    <a:pt x="69" y="0"/>
                    <a:pt x="53" y="10"/>
                    <a:pt x="35" y="17"/>
                  </a:cubicBezTo>
                  <a:cubicBezTo>
                    <a:pt x="18" y="25"/>
                    <a:pt x="0" y="31"/>
                    <a:pt x="0" y="31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9"/>
                    <a:pt x="25" y="43"/>
                    <a:pt x="43" y="35"/>
                  </a:cubicBezTo>
                  <a:cubicBezTo>
                    <a:pt x="62" y="27"/>
                    <a:pt x="79" y="17"/>
                    <a:pt x="79" y="17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27">
              <a:extLst>
                <a:ext uri="{FF2B5EF4-FFF2-40B4-BE49-F238E27FC236}">
                  <a16:creationId xmlns:a16="http://schemas.microsoft.com/office/drawing/2014/main" id="{669BE892-23DE-4853-97B2-12DD05CF6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1491" y="5212885"/>
              <a:ext cx="152616" cy="141715"/>
            </a:xfrm>
            <a:custGeom>
              <a:avLst/>
              <a:gdLst>
                <a:gd name="T0" fmla="*/ 71 w 71"/>
                <a:gd name="T1" fmla="*/ 13 h 66"/>
                <a:gd name="T2" fmla="*/ 56 w 71"/>
                <a:gd name="T3" fmla="*/ 0 h 66"/>
                <a:gd name="T4" fmla="*/ 29 w 71"/>
                <a:gd name="T5" fmla="*/ 27 h 66"/>
                <a:gd name="T6" fmla="*/ 0 w 71"/>
                <a:gd name="T7" fmla="*/ 51 h 66"/>
                <a:gd name="T8" fmla="*/ 11 w 71"/>
                <a:gd name="T9" fmla="*/ 66 h 66"/>
                <a:gd name="T10" fmla="*/ 42 w 71"/>
                <a:gd name="T11" fmla="*/ 41 h 66"/>
                <a:gd name="T12" fmla="*/ 71 w 71"/>
                <a:gd name="T13" fmla="*/ 1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66">
                  <a:moveTo>
                    <a:pt x="71" y="13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0"/>
                    <a:pt x="43" y="14"/>
                    <a:pt x="29" y="27"/>
                  </a:cubicBezTo>
                  <a:cubicBezTo>
                    <a:pt x="15" y="39"/>
                    <a:pt x="0" y="51"/>
                    <a:pt x="0" y="51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1" y="66"/>
                    <a:pt x="27" y="55"/>
                    <a:pt x="42" y="41"/>
                  </a:cubicBezTo>
                  <a:cubicBezTo>
                    <a:pt x="57" y="28"/>
                    <a:pt x="71" y="13"/>
                    <a:pt x="71" y="1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28">
              <a:extLst>
                <a:ext uri="{FF2B5EF4-FFF2-40B4-BE49-F238E27FC236}">
                  <a16:creationId xmlns:a16="http://schemas.microsoft.com/office/drawing/2014/main" id="{DDEAE144-9876-46AF-89B5-BEA8CB07A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9551" y="5013030"/>
              <a:ext cx="119913" cy="165335"/>
            </a:xfrm>
            <a:custGeom>
              <a:avLst/>
              <a:gdLst>
                <a:gd name="T0" fmla="*/ 21 w 56"/>
                <a:gd name="T1" fmla="*/ 33 h 77"/>
                <a:gd name="T2" fmla="*/ 0 w 56"/>
                <a:gd name="T3" fmla="*/ 65 h 77"/>
                <a:gd name="T4" fmla="*/ 16 w 56"/>
                <a:gd name="T5" fmla="*/ 77 h 77"/>
                <a:gd name="T6" fmla="*/ 38 w 56"/>
                <a:gd name="T7" fmla="*/ 43 h 77"/>
                <a:gd name="T8" fmla="*/ 56 w 56"/>
                <a:gd name="T9" fmla="*/ 8 h 77"/>
                <a:gd name="T10" fmla="*/ 38 w 56"/>
                <a:gd name="T11" fmla="*/ 0 h 77"/>
                <a:gd name="T12" fmla="*/ 21 w 56"/>
                <a:gd name="T13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77">
                  <a:moveTo>
                    <a:pt x="21" y="33"/>
                  </a:moveTo>
                  <a:cubicBezTo>
                    <a:pt x="12" y="50"/>
                    <a:pt x="0" y="65"/>
                    <a:pt x="0" y="65"/>
                  </a:cubicBezTo>
                  <a:cubicBezTo>
                    <a:pt x="16" y="77"/>
                    <a:pt x="16" y="77"/>
                    <a:pt x="16" y="77"/>
                  </a:cubicBezTo>
                  <a:cubicBezTo>
                    <a:pt x="16" y="77"/>
                    <a:pt x="28" y="61"/>
                    <a:pt x="38" y="43"/>
                  </a:cubicBezTo>
                  <a:cubicBezTo>
                    <a:pt x="48" y="26"/>
                    <a:pt x="56" y="8"/>
                    <a:pt x="56" y="8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0"/>
                    <a:pt x="31" y="17"/>
                    <a:pt x="21" y="3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29">
              <a:extLst>
                <a:ext uri="{FF2B5EF4-FFF2-40B4-BE49-F238E27FC236}">
                  <a16:creationId xmlns:a16="http://schemas.microsoft.com/office/drawing/2014/main" id="{28CE15C0-A282-48B6-9093-645D04AD1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8563" y="4780471"/>
              <a:ext cx="75400" cy="174419"/>
            </a:xfrm>
            <a:custGeom>
              <a:avLst/>
              <a:gdLst>
                <a:gd name="T0" fmla="*/ 10 w 35"/>
                <a:gd name="T1" fmla="*/ 38 h 81"/>
                <a:gd name="T2" fmla="*/ 0 w 35"/>
                <a:gd name="T3" fmla="*/ 74 h 81"/>
                <a:gd name="T4" fmla="*/ 19 w 35"/>
                <a:gd name="T5" fmla="*/ 81 h 81"/>
                <a:gd name="T6" fmla="*/ 29 w 35"/>
                <a:gd name="T7" fmla="*/ 42 h 81"/>
                <a:gd name="T8" fmla="*/ 35 w 35"/>
                <a:gd name="T9" fmla="*/ 2 h 81"/>
                <a:gd name="T10" fmla="*/ 16 w 35"/>
                <a:gd name="T11" fmla="*/ 0 h 81"/>
                <a:gd name="T12" fmla="*/ 10 w 35"/>
                <a:gd name="T13" fmla="*/ 3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81">
                  <a:moveTo>
                    <a:pt x="10" y="38"/>
                  </a:moveTo>
                  <a:cubicBezTo>
                    <a:pt x="6" y="56"/>
                    <a:pt x="0" y="74"/>
                    <a:pt x="0" y="74"/>
                  </a:cubicBezTo>
                  <a:cubicBezTo>
                    <a:pt x="19" y="81"/>
                    <a:pt x="19" y="81"/>
                    <a:pt x="19" y="81"/>
                  </a:cubicBezTo>
                  <a:cubicBezTo>
                    <a:pt x="19" y="81"/>
                    <a:pt x="25" y="62"/>
                    <a:pt x="29" y="42"/>
                  </a:cubicBezTo>
                  <a:cubicBezTo>
                    <a:pt x="33" y="22"/>
                    <a:pt x="35" y="2"/>
                    <a:pt x="35" y="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4" y="19"/>
                    <a:pt x="10" y="38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30">
              <a:extLst>
                <a:ext uri="{FF2B5EF4-FFF2-40B4-BE49-F238E27FC236}">
                  <a16:creationId xmlns:a16="http://schemas.microsoft.com/office/drawing/2014/main" id="{5169E393-A008-476E-86FE-4A5FA3F4D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7625" y="4534286"/>
              <a:ext cx="58140" cy="171694"/>
            </a:xfrm>
            <a:custGeom>
              <a:avLst/>
              <a:gdLst>
                <a:gd name="T0" fmla="*/ 2 w 27"/>
                <a:gd name="T1" fmla="*/ 40 h 80"/>
                <a:gd name="T2" fmla="*/ 0 w 27"/>
                <a:gd name="T3" fmla="*/ 68 h 80"/>
                <a:gd name="T4" fmla="*/ 0 w 27"/>
                <a:gd name="T5" fmla="*/ 77 h 80"/>
                <a:gd name="T6" fmla="*/ 0 w 27"/>
                <a:gd name="T7" fmla="*/ 80 h 80"/>
                <a:gd name="T8" fmla="*/ 19 w 27"/>
                <a:gd name="T9" fmla="*/ 80 h 80"/>
                <a:gd name="T10" fmla="*/ 19 w 27"/>
                <a:gd name="T11" fmla="*/ 77 h 80"/>
                <a:gd name="T12" fmla="*/ 19 w 27"/>
                <a:gd name="T13" fmla="*/ 68 h 80"/>
                <a:gd name="T14" fmla="*/ 21 w 27"/>
                <a:gd name="T15" fmla="*/ 42 h 80"/>
                <a:gd name="T16" fmla="*/ 27 w 27"/>
                <a:gd name="T17" fmla="*/ 5 h 80"/>
                <a:gd name="T18" fmla="*/ 8 w 27"/>
                <a:gd name="T19" fmla="*/ 0 h 80"/>
                <a:gd name="T20" fmla="*/ 2 w 27"/>
                <a:gd name="T21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80">
                  <a:moveTo>
                    <a:pt x="2" y="40"/>
                  </a:moveTo>
                  <a:cubicBezTo>
                    <a:pt x="1" y="50"/>
                    <a:pt x="0" y="60"/>
                    <a:pt x="0" y="68"/>
                  </a:cubicBezTo>
                  <a:cubicBezTo>
                    <a:pt x="0" y="71"/>
                    <a:pt x="0" y="74"/>
                    <a:pt x="0" y="77"/>
                  </a:cubicBezTo>
                  <a:cubicBezTo>
                    <a:pt x="0" y="79"/>
                    <a:pt x="0" y="80"/>
                    <a:pt x="0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9" y="80"/>
                    <a:pt x="19" y="79"/>
                    <a:pt x="19" y="77"/>
                  </a:cubicBezTo>
                  <a:cubicBezTo>
                    <a:pt x="19" y="75"/>
                    <a:pt x="19" y="72"/>
                    <a:pt x="19" y="68"/>
                  </a:cubicBezTo>
                  <a:cubicBezTo>
                    <a:pt x="20" y="61"/>
                    <a:pt x="20" y="51"/>
                    <a:pt x="21" y="42"/>
                  </a:cubicBezTo>
                  <a:cubicBezTo>
                    <a:pt x="23" y="23"/>
                    <a:pt x="27" y="5"/>
                    <a:pt x="27" y="5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4" y="20"/>
                    <a:pt x="2" y="4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31">
              <a:extLst>
                <a:ext uri="{FF2B5EF4-FFF2-40B4-BE49-F238E27FC236}">
                  <a16:creationId xmlns:a16="http://schemas.microsoft.com/office/drawing/2014/main" id="{74185D24-AA06-4B05-BB6A-74D7C5575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3963" y="4299911"/>
              <a:ext cx="107195" cy="169877"/>
            </a:xfrm>
            <a:custGeom>
              <a:avLst/>
              <a:gdLst>
                <a:gd name="T0" fmla="*/ 32 w 50"/>
                <a:gd name="T1" fmla="*/ 44 h 79"/>
                <a:gd name="T2" fmla="*/ 50 w 50"/>
                <a:gd name="T3" fmla="*/ 10 h 79"/>
                <a:gd name="T4" fmla="*/ 33 w 50"/>
                <a:gd name="T5" fmla="*/ 0 h 79"/>
                <a:gd name="T6" fmla="*/ 15 w 50"/>
                <a:gd name="T7" fmla="*/ 36 h 79"/>
                <a:gd name="T8" fmla="*/ 0 w 50"/>
                <a:gd name="T9" fmla="*/ 73 h 79"/>
                <a:gd name="T10" fmla="*/ 19 w 50"/>
                <a:gd name="T11" fmla="*/ 79 h 79"/>
                <a:gd name="T12" fmla="*/ 32 w 50"/>
                <a:gd name="T13" fmla="*/ 4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79">
                  <a:moveTo>
                    <a:pt x="32" y="44"/>
                  </a:moveTo>
                  <a:cubicBezTo>
                    <a:pt x="40" y="26"/>
                    <a:pt x="50" y="10"/>
                    <a:pt x="50" y="1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23" y="17"/>
                    <a:pt x="15" y="36"/>
                  </a:cubicBezTo>
                  <a:cubicBezTo>
                    <a:pt x="6" y="54"/>
                    <a:pt x="0" y="73"/>
                    <a:pt x="0" y="73"/>
                  </a:cubicBezTo>
                  <a:cubicBezTo>
                    <a:pt x="19" y="79"/>
                    <a:pt x="19" y="79"/>
                    <a:pt x="19" y="79"/>
                  </a:cubicBezTo>
                  <a:cubicBezTo>
                    <a:pt x="19" y="79"/>
                    <a:pt x="25" y="61"/>
                    <a:pt x="32" y="44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32">
              <a:extLst>
                <a:ext uri="{FF2B5EF4-FFF2-40B4-BE49-F238E27FC236}">
                  <a16:creationId xmlns:a16="http://schemas.microsoft.com/office/drawing/2014/main" id="{D3E052E1-31F9-4345-B497-7AE6DC0F0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7517" y="4104598"/>
              <a:ext cx="141715" cy="152617"/>
            </a:xfrm>
            <a:custGeom>
              <a:avLst/>
              <a:gdLst>
                <a:gd name="T0" fmla="*/ 66 w 66"/>
                <a:gd name="T1" fmla="*/ 15 h 71"/>
                <a:gd name="T2" fmla="*/ 53 w 66"/>
                <a:gd name="T3" fmla="*/ 0 h 71"/>
                <a:gd name="T4" fmla="*/ 25 w 66"/>
                <a:gd name="T5" fmla="*/ 29 h 71"/>
                <a:gd name="T6" fmla="*/ 0 w 66"/>
                <a:gd name="T7" fmla="*/ 60 h 71"/>
                <a:gd name="T8" fmla="*/ 16 w 66"/>
                <a:gd name="T9" fmla="*/ 71 h 71"/>
                <a:gd name="T10" fmla="*/ 40 w 66"/>
                <a:gd name="T11" fmla="*/ 42 h 71"/>
                <a:gd name="T12" fmla="*/ 66 w 66"/>
                <a:gd name="T13" fmla="*/ 1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71">
                  <a:moveTo>
                    <a:pt x="66" y="15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38" y="13"/>
                    <a:pt x="25" y="29"/>
                  </a:cubicBezTo>
                  <a:cubicBezTo>
                    <a:pt x="12" y="43"/>
                    <a:pt x="0" y="60"/>
                    <a:pt x="0" y="60"/>
                  </a:cubicBezTo>
                  <a:cubicBezTo>
                    <a:pt x="16" y="71"/>
                    <a:pt x="16" y="71"/>
                    <a:pt x="16" y="71"/>
                  </a:cubicBezTo>
                  <a:cubicBezTo>
                    <a:pt x="16" y="71"/>
                    <a:pt x="27" y="56"/>
                    <a:pt x="40" y="42"/>
                  </a:cubicBezTo>
                  <a:cubicBezTo>
                    <a:pt x="52" y="27"/>
                    <a:pt x="66" y="15"/>
                    <a:pt x="66" y="15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133">
              <a:extLst>
                <a:ext uri="{FF2B5EF4-FFF2-40B4-BE49-F238E27FC236}">
                  <a16:creationId xmlns:a16="http://schemas.microsoft.com/office/drawing/2014/main" id="{33688459-301C-491B-A05C-70B3E189F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3752" y="3966516"/>
              <a:ext cx="165335" cy="120821"/>
            </a:xfrm>
            <a:custGeom>
              <a:avLst/>
              <a:gdLst>
                <a:gd name="T0" fmla="*/ 44 w 77"/>
                <a:gd name="T1" fmla="*/ 35 h 56"/>
                <a:gd name="T2" fmla="*/ 77 w 77"/>
                <a:gd name="T3" fmla="*/ 18 h 56"/>
                <a:gd name="T4" fmla="*/ 69 w 77"/>
                <a:gd name="T5" fmla="*/ 0 h 56"/>
                <a:gd name="T6" fmla="*/ 34 w 77"/>
                <a:gd name="T7" fmla="*/ 18 h 56"/>
                <a:gd name="T8" fmla="*/ 0 w 77"/>
                <a:gd name="T9" fmla="*/ 40 h 56"/>
                <a:gd name="T10" fmla="*/ 12 w 77"/>
                <a:gd name="T11" fmla="*/ 56 h 56"/>
                <a:gd name="T12" fmla="*/ 44 w 77"/>
                <a:gd name="T13" fmla="*/ 3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" h="56">
                  <a:moveTo>
                    <a:pt x="44" y="35"/>
                  </a:moveTo>
                  <a:cubicBezTo>
                    <a:pt x="60" y="26"/>
                    <a:pt x="77" y="18"/>
                    <a:pt x="77" y="18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0"/>
                    <a:pt x="51" y="8"/>
                    <a:pt x="34" y="18"/>
                  </a:cubicBezTo>
                  <a:cubicBezTo>
                    <a:pt x="16" y="28"/>
                    <a:pt x="0" y="40"/>
                    <a:pt x="0" y="40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2" y="56"/>
                    <a:pt x="27" y="45"/>
                    <a:pt x="44" y="35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134">
              <a:extLst>
                <a:ext uri="{FF2B5EF4-FFF2-40B4-BE49-F238E27FC236}">
                  <a16:creationId xmlns:a16="http://schemas.microsoft.com/office/drawing/2014/main" id="{335764D7-F6AB-4A3C-84CE-1CC02E9E1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7226" y="3902926"/>
              <a:ext cx="171694" cy="74491"/>
            </a:xfrm>
            <a:custGeom>
              <a:avLst/>
              <a:gdLst>
                <a:gd name="T0" fmla="*/ 80 w 80"/>
                <a:gd name="T1" fmla="*/ 19 h 35"/>
                <a:gd name="T2" fmla="*/ 78 w 80"/>
                <a:gd name="T3" fmla="*/ 0 h 35"/>
                <a:gd name="T4" fmla="*/ 39 w 80"/>
                <a:gd name="T5" fmla="*/ 6 h 35"/>
                <a:gd name="T6" fmla="*/ 0 w 80"/>
                <a:gd name="T7" fmla="*/ 17 h 35"/>
                <a:gd name="T8" fmla="*/ 6 w 80"/>
                <a:gd name="T9" fmla="*/ 35 h 35"/>
                <a:gd name="T10" fmla="*/ 43 w 80"/>
                <a:gd name="T11" fmla="*/ 25 h 35"/>
                <a:gd name="T12" fmla="*/ 80 w 80"/>
                <a:gd name="T13" fmla="*/ 1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35">
                  <a:moveTo>
                    <a:pt x="80" y="19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58" y="2"/>
                    <a:pt x="39" y="6"/>
                  </a:cubicBezTo>
                  <a:cubicBezTo>
                    <a:pt x="19" y="10"/>
                    <a:pt x="0" y="17"/>
                    <a:pt x="0" y="17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5"/>
                    <a:pt x="24" y="29"/>
                    <a:pt x="43" y="25"/>
                  </a:cubicBezTo>
                  <a:cubicBezTo>
                    <a:pt x="62" y="21"/>
                    <a:pt x="80" y="19"/>
                    <a:pt x="80" y="19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135">
              <a:extLst>
                <a:ext uri="{FF2B5EF4-FFF2-40B4-BE49-F238E27FC236}">
                  <a16:creationId xmlns:a16="http://schemas.microsoft.com/office/drawing/2014/main" id="{CA7B79FA-9515-404B-BE9A-F3FE076C1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7045" y="3895659"/>
              <a:ext cx="168968" cy="58140"/>
            </a:xfrm>
            <a:custGeom>
              <a:avLst/>
              <a:gdLst>
                <a:gd name="T0" fmla="*/ 12 w 79"/>
                <a:gd name="T1" fmla="*/ 20 h 27"/>
                <a:gd name="T2" fmla="*/ 38 w 79"/>
                <a:gd name="T3" fmla="*/ 22 h 27"/>
                <a:gd name="T4" fmla="*/ 75 w 79"/>
                <a:gd name="T5" fmla="*/ 27 h 27"/>
                <a:gd name="T6" fmla="*/ 79 w 79"/>
                <a:gd name="T7" fmla="*/ 8 h 27"/>
                <a:gd name="T8" fmla="*/ 40 w 79"/>
                <a:gd name="T9" fmla="*/ 2 h 27"/>
                <a:gd name="T10" fmla="*/ 12 w 79"/>
                <a:gd name="T11" fmla="*/ 0 h 27"/>
                <a:gd name="T12" fmla="*/ 0 w 79"/>
                <a:gd name="T13" fmla="*/ 0 h 27"/>
                <a:gd name="T14" fmla="*/ 0 w 79"/>
                <a:gd name="T15" fmla="*/ 20 h 27"/>
                <a:gd name="T16" fmla="*/ 12 w 79"/>
                <a:gd name="T17" fmla="*/ 2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27">
                  <a:moveTo>
                    <a:pt x="12" y="20"/>
                  </a:moveTo>
                  <a:cubicBezTo>
                    <a:pt x="19" y="20"/>
                    <a:pt x="28" y="21"/>
                    <a:pt x="38" y="22"/>
                  </a:cubicBezTo>
                  <a:cubicBezTo>
                    <a:pt x="57" y="23"/>
                    <a:pt x="75" y="27"/>
                    <a:pt x="75" y="27"/>
                  </a:cubicBezTo>
                  <a:cubicBezTo>
                    <a:pt x="79" y="8"/>
                    <a:pt x="79" y="8"/>
                    <a:pt x="79" y="8"/>
                  </a:cubicBezTo>
                  <a:cubicBezTo>
                    <a:pt x="79" y="8"/>
                    <a:pt x="60" y="4"/>
                    <a:pt x="40" y="2"/>
                  </a:cubicBezTo>
                  <a:cubicBezTo>
                    <a:pt x="30" y="1"/>
                    <a:pt x="20" y="1"/>
                    <a:pt x="12" y="0"/>
                  </a:cubicBezTo>
                  <a:cubicBezTo>
                    <a:pt x="5" y="0"/>
                    <a:pt x="0" y="0"/>
                    <a:pt x="0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5" y="20"/>
                    <a:pt x="12" y="2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136">
              <a:extLst>
                <a:ext uri="{FF2B5EF4-FFF2-40B4-BE49-F238E27FC236}">
                  <a16:creationId xmlns:a16="http://schemas.microsoft.com/office/drawing/2014/main" id="{D2218AC5-A56D-475B-B88E-5104C3C2B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3237" y="3934721"/>
              <a:ext cx="169877" cy="105378"/>
            </a:xfrm>
            <a:custGeom>
              <a:avLst/>
              <a:gdLst>
                <a:gd name="T0" fmla="*/ 59 w 79"/>
                <a:gd name="T1" fmla="*/ 43 h 49"/>
                <a:gd name="T2" fmla="*/ 69 w 79"/>
                <a:gd name="T3" fmla="*/ 49 h 49"/>
                <a:gd name="T4" fmla="*/ 79 w 79"/>
                <a:gd name="T5" fmla="*/ 32 h 49"/>
                <a:gd name="T6" fmla="*/ 68 w 79"/>
                <a:gd name="T7" fmla="*/ 26 h 49"/>
                <a:gd name="T8" fmla="*/ 43 w 79"/>
                <a:gd name="T9" fmla="*/ 14 h 49"/>
                <a:gd name="T10" fmla="*/ 17 w 79"/>
                <a:gd name="T11" fmla="*/ 4 h 49"/>
                <a:gd name="T12" fmla="*/ 5 w 79"/>
                <a:gd name="T13" fmla="*/ 0 h 49"/>
                <a:gd name="T14" fmla="*/ 0 w 79"/>
                <a:gd name="T15" fmla="*/ 18 h 49"/>
                <a:gd name="T16" fmla="*/ 11 w 79"/>
                <a:gd name="T17" fmla="*/ 22 h 49"/>
                <a:gd name="T18" fmla="*/ 35 w 79"/>
                <a:gd name="T19" fmla="*/ 32 h 49"/>
                <a:gd name="T20" fmla="*/ 59 w 79"/>
                <a:gd name="T21" fmla="*/ 4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" h="49">
                  <a:moveTo>
                    <a:pt x="59" y="43"/>
                  </a:moveTo>
                  <a:cubicBezTo>
                    <a:pt x="65" y="46"/>
                    <a:pt x="69" y="49"/>
                    <a:pt x="69" y="49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9" y="32"/>
                    <a:pt x="74" y="29"/>
                    <a:pt x="68" y="26"/>
                  </a:cubicBezTo>
                  <a:cubicBezTo>
                    <a:pt x="61" y="22"/>
                    <a:pt x="52" y="18"/>
                    <a:pt x="43" y="14"/>
                  </a:cubicBezTo>
                  <a:cubicBezTo>
                    <a:pt x="34" y="10"/>
                    <a:pt x="24" y="6"/>
                    <a:pt x="17" y="4"/>
                  </a:cubicBezTo>
                  <a:cubicBezTo>
                    <a:pt x="10" y="1"/>
                    <a:pt x="5" y="0"/>
                    <a:pt x="5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4" y="20"/>
                    <a:pt x="11" y="22"/>
                  </a:cubicBezTo>
                  <a:cubicBezTo>
                    <a:pt x="18" y="24"/>
                    <a:pt x="26" y="28"/>
                    <a:pt x="35" y="32"/>
                  </a:cubicBezTo>
                  <a:cubicBezTo>
                    <a:pt x="44" y="35"/>
                    <a:pt x="52" y="40"/>
                    <a:pt x="59" y="4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137">
              <a:extLst>
                <a:ext uri="{FF2B5EF4-FFF2-40B4-BE49-F238E27FC236}">
                  <a16:creationId xmlns:a16="http://schemas.microsoft.com/office/drawing/2014/main" id="{F7E56720-D591-4F66-AA88-69AC7B01F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5810" y="4046458"/>
              <a:ext cx="152616" cy="141715"/>
            </a:xfrm>
            <a:custGeom>
              <a:avLst/>
              <a:gdLst>
                <a:gd name="T0" fmla="*/ 43 w 71"/>
                <a:gd name="T1" fmla="*/ 25 h 66"/>
                <a:gd name="T2" fmla="*/ 11 w 71"/>
                <a:gd name="T3" fmla="*/ 0 h 66"/>
                <a:gd name="T4" fmla="*/ 0 w 71"/>
                <a:gd name="T5" fmla="*/ 16 h 66"/>
                <a:gd name="T6" fmla="*/ 30 w 71"/>
                <a:gd name="T7" fmla="*/ 39 h 66"/>
                <a:gd name="T8" fmla="*/ 57 w 71"/>
                <a:gd name="T9" fmla="*/ 66 h 66"/>
                <a:gd name="T10" fmla="*/ 71 w 71"/>
                <a:gd name="T11" fmla="*/ 53 h 66"/>
                <a:gd name="T12" fmla="*/ 43 w 71"/>
                <a:gd name="T13" fmla="*/ 2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66">
                  <a:moveTo>
                    <a:pt x="43" y="25"/>
                  </a:moveTo>
                  <a:cubicBezTo>
                    <a:pt x="28" y="11"/>
                    <a:pt x="11" y="0"/>
                    <a:pt x="11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16" y="27"/>
                    <a:pt x="30" y="39"/>
                  </a:cubicBezTo>
                  <a:cubicBezTo>
                    <a:pt x="44" y="52"/>
                    <a:pt x="57" y="66"/>
                    <a:pt x="57" y="66"/>
                  </a:cubicBezTo>
                  <a:cubicBezTo>
                    <a:pt x="71" y="53"/>
                    <a:pt x="71" y="53"/>
                    <a:pt x="71" y="53"/>
                  </a:cubicBezTo>
                  <a:cubicBezTo>
                    <a:pt x="71" y="53"/>
                    <a:pt x="58" y="38"/>
                    <a:pt x="43" y="25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38">
              <a:extLst>
                <a:ext uri="{FF2B5EF4-FFF2-40B4-BE49-F238E27FC236}">
                  <a16:creationId xmlns:a16="http://schemas.microsoft.com/office/drawing/2014/main" id="{48971BB7-F5CB-49F5-9AAD-67618936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5687" y="4222694"/>
              <a:ext cx="121730" cy="165335"/>
            </a:xfrm>
            <a:custGeom>
              <a:avLst/>
              <a:gdLst>
                <a:gd name="T0" fmla="*/ 38 w 57"/>
                <a:gd name="T1" fmla="*/ 33 h 77"/>
                <a:gd name="T2" fmla="*/ 16 w 57"/>
                <a:gd name="T3" fmla="*/ 0 h 77"/>
                <a:gd name="T4" fmla="*/ 0 w 57"/>
                <a:gd name="T5" fmla="*/ 11 h 77"/>
                <a:gd name="T6" fmla="*/ 21 w 57"/>
                <a:gd name="T7" fmla="*/ 43 h 77"/>
                <a:gd name="T8" fmla="*/ 39 w 57"/>
                <a:gd name="T9" fmla="*/ 77 h 77"/>
                <a:gd name="T10" fmla="*/ 57 w 57"/>
                <a:gd name="T11" fmla="*/ 69 h 77"/>
                <a:gd name="T12" fmla="*/ 38 w 57"/>
                <a:gd name="T13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77">
                  <a:moveTo>
                    <a:pt x="38" y="33"/>
                  </a:moveTo>
                  <a:cubicBezTo>
                    <a:pt x="28" y="16"/>
                    <a:pt x="16" y="0"/>
                    <a:pt x="16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2" y="27"/>
                    <a:pt x="21" y="43"/>
                  </a:cubicBezTo>
                  <a:cubicBezTo>
                    <a:pt x="31" y="59"/>
                    <a:pt x="39" y="77"/>
                    <a:pt x="39" y="77"/>
                  </a:cubicBezTo>
                  <a:cubicBezTo>
                    <a:pt x="57" y="69"/>
                    <a:pt x="57" y="69"/>
                    <a:pt x="57" y="69"/>
                  </a:cubicBezTo>
                  <a:cubicBezTo>
                    <a:pt x="57" y="69"/>
                    <a:pt x="48" y="50"/>
                    <a:pt x="38" y="3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39">
              <a:extLst>
                <a:ext uri="{FF2B5EF4-FFF2-40B4-BE49-F238E27FC236}">
                  <a16:creationId xmlns:a16="http://schemas.microsoft.com/office/drawing/2014/main" id="{F4FE179E-C544-41D5-BBF8-A3ACACDD6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7424" y="4443443"/>
              <a:ext cx="77217" cy="174419"/>
            </a:xfrm>
            <a:custGeom>
              <a:avLst/>
              <a:gdLst>
                <a:gd name="T0" fmla="*/ 29 w 36"/>
                <a:gd name="T1" fmla="*/ 39 h 81"/>
                <a:gd name="T2" fmla="*/ 18 w 36"/>
                <a:gd name="T3" fmla="*/ 0 h 81"/>
                <a:gd name="T4" fmla="*/ 0 w 36"/>
                <a:gd name="T5" fmla="*/ 7 h 81"/>
                <a:gd name="T6" fmla="*/ 10 w 36"/>
                <a:gd name="T7" fmla="*/ 43 h 81"/>
                <a:gd name="T8" fmla="*/ 16 w 36"/>
                <a:gd name="T9" fmla="*/ 81 h 81"/>
                <a:gd name="T10" fmla="*/ 36 w 36"/>
                <a:gd name="T11" fmla="*/ 78 h 81"/>
                <a:gd name="T12" fmla="*/ 29 w 36"/>
                <a:gd name="T13" fmla="*/ 3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81">
                  <a:moveTo>
                    <a:pt x="29" y="39"/>
                  </a:moveTo>
                  <a:cubicBezTo>
                    <a:pt x="25" y="19"/>
                    <a:pt x="18" y="0"/>
                    <a:pt x="18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6" y="25"/>
                    <a:pt x="10" y="43"/>
                  </a:cubicBezTo>
                  <a:cubicBezTo>
                    <a:pt x="14" y="62"/>
                    <a:pt x="16" y="81"/>
                    <a:pt x="16" y="81"/>
                  </a:cubicBezTo>
                  <a:cubicBezTo>
                    <a:pt x="36" y="78"/>
                    <a:pt x="36" y="78"/>
                    <a:pt x="36" y="78"/>
                  </a:cubicBezTo>
                  <a:cubicBezTo>
                    <a:pt x="36" y="78"/>
                    <a:pt x="34" y="58"/>
                    <a:pt x="29" y="39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40">
              <a:extLst>
                <a:ext uri="{FF2B5EF4-FFF2-40B4-BE49-F238E27FC236}">
                  <a16:creationId xmlns:a16="http://schemas.microsoft.com/office/drawing/2014/main" id="{9B51E2ED-24B7-4BDB-A287-EC160FC20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5578" y="4693262"/>
              <a:ext cx="42696" cy="167151"/>
            </a:xfrm>
            <a:custGeom>
              <a:avLst/>
              <a:gdLst>
                <a:gd name="T0" fmla="*/ 0 w 47"/>
                <a:gd name="T1" fmla="*/ 0 h 184"/>
                <a:gd name="T2" fmla="*/ 3 w 47"/>
                <a:gd name="T3" fmla="*/ 184 h 184"/>
                <a:gd name="T4" fmla="*/ 47 w 47"/>
                <a:gd name="T5" fmla="*/ 184 h 184"/>
                <a:gd name="T6" fmla="*/ 47 w 47"/>
                <a:gd name="T7" fmla="*/ 0 h 184"/>
                <a:gd name="T8" fmla="*/ 0 w 47"/>
                <a:gd name="T9" fmla="*/ 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84">
                  <a:moveTo>
                    <a:pt x="0" y="0"/>
                  </a:moveTo>
                  <a:lnTo>
                    <a:pt x="3" y="184"/>
                  </a:lnTo>
                  <a:lnTo>
                    <a:pt x="47" y="184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Rectangle 143">
              <a:extLst>
                <a:ext uri="{FF2B5EF4-FFF2-40B4-BE49-F238E27FC236}">
                  <a16:creationId xmlns:a16="http://schemas.microsoft.com/office/drawing/2014/main" id="{F6C38059-52B3-4803-AFE0-21CB03FCC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303" y="4937630"/>
              <a:ext cx="39971" cy="167151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144">
              <a:extLst>
                <a:ext uri="{FF2B5EF4-FFF2-40B4-BE49-F238E27FC236}">
                  <a16:creationId xmlns:a16="http://schemas.microsoft.com/office/drawing/2014/main" id="{D7FD9127-0D81-49BA-9295-3216FC33E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303" y="5184723"/>
              <a:ext cx="39971" cy="167151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145">
              <a:extLst>
                <a:ext uri="{FF2B5EF4-FFF2-40B4-BE49-F238E27FC236}">
                  <a16:creationId xmlns:a16="http://schemas.microsoft.com/office/drawing/2014/main" id="{5B8377B5-CEA5-4932-BAAB-CF701770A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303" y="5429091"/>
              <a:ext cx="39971" cy="16806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146">
              <a:extLst>
                <a:ext uri="{FF2B5EF4-FFF2-40B4-BE49-F238E27FC236}">
                  <a16:creationId xmlns:a16="http://schemas.microsoft.com/office/drawing/2014/main" id="{143BFF94-339C-4199-AB8D-3ADEA7F56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303" y="5676185"/>
              <a:ext cx="39971" cy="16806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Rectangle 147">
              <a:extLst>
                <a:ext uri="{FF2B5EF4-FFF2-40B4-BE49-F238E27FC236}">
                  <a16:creationId xmlns:a16="http://schemas.microsoft.com/office/drawing/2014/main" id="{61E62AEC-3AC7-4DA3-B84E-5C90EAC7B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303" y="5921461"/>
              <a:ext cx="39971" cy="167151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Rectangle 148">
              <a:extLst>
                <a:ext uri="{FF2B5EF4-FFF2-40B4-BE49-F238E27FC236}">
                  <a16:creationId xmlns:a16="http://schemas.microsoft.com/office/drawing/2014/main" id="{B83B7EC9-B2EA-481C-9539-53479A4B1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303" y="6168555"/>
              <a:ext cx="39971" cy="167151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Rectangle 149">
              <a:extLst>
                <a:ext uri="{FF2B5EF4-FFF2-40B4-BE49-F238E27FC236}">
                  <a16:creationId xmlns:a16="http://schemas.microsoft.com/office/drawing/2014/main" id="{9B703445-DA49-422A-848E-019277C5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303" y="6412923"/>
              <a:ext cx="39971" cy="16806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8" name="Google Shape;298;p16">
            <a:extLst>
              <a:ext uri="{FF2B5EF4-FFF2-40B4-BE49-F238E27FC236}">
                <a16:creationId xmlns:a16="http://schemas.microsoft.com/office/drawing/2014/main" id="{CEE9D669-05B1-45FA-84FE-B42DA7F55F3A}"/>
              </a:ext>
            </a:extLst>
          </p:cNvPr>
          <p:cNvSpPr/>
          <p:nvPr/>
        </p:nvSpPr>
        <p:spPr>
          <a:xfrm>
            <a:off x="8060909" y="1164658"/>
            <a:ext cx="1157261" cy="1140005"/>
          </a:xfrm>
          <a:prstGeom prst="arc">
            <a:avLst>
              <a:gd name="adj1" fmla="val 7657406"/>
              <a:gd name="adj2" fmla="val 3598278"/>
            </a:avLst>
          </a:prstGeom>
          <a:noFill/>
          <a:ln w="127000" cap="rnd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3600" dirty="0">
              <a:solidFill>
                <a:srgbClr val="2C2C2C"/>
              </a:solidFill>
              <a:latin typeface="+mj-lt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89" name="Google Shape;299;p16">
            <a:extLst>
              <a:ext uri="{FF2B5EF4-FFF2-40B4-BE49-F238E27FC236}">
                <a16:creationId xmlns:a16="http://schemas.microsoft.com/office/drawing/2014/main" id="{0AAEED8E-F3BA-41D9-B6A6-1888D62DAC5B}"/>
              </a:ext>
            </a:extLst>
          </p:cNvPr>
          <p:cNvSpPr/>
          <p:nvPr/>
        </p:nvSpPr>
        <p:spPr>
          <a:xfrm>
            <a:off x="8217952" y="1315281"/>
            <a:ext cx="842906" cy="83090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Lato"/>
            </a:endParaRPr>
          </a:p>
        </p:txBody>
      </p:sp>
      <p:sp>
        <p:nvSpPr>
          <p:cNvPr id="90" name="Google Shape;301;p16">
            <a:extLst>
              <a:ext uri="{FF2B5EF4-FFF2-40B4-BE49-F238E27FC236}">
                <a16:creationId xmlns:a16="http://schemas.microsoft.com/office/drawing/2014/main" id="{BECCD05A-0F5B-48C4-BA98-834A9CC2663B}"/>
              </a:ext>
            </a:extLst>
          </p:cNvPr>
          <p:cNvSpPr/>
          <p:nvPr/>
        </p:nvSpPr>
        <p:spPr>
          <a:xfrm>
            <a:off x="8060909" y="1164658"/>
            <a:ext cx="1157261" cy="1140005"/>
          </a:xfrm>
          <a:prstGeom prst="arc">
            <a:avLst>
              <a:gd name="adj1" fmla="val 7634344"/>
              <a:gd name="adj2" fmla="val 616038"/>
            </a:avLst>
          </a:prstGeom>
          <a:noFill/>
          <a:ln w="1270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3600">
              <a:solidFill>
                <a:srgbClr val="2C2C2C"/>
              </a:solidFill>
              <a:latin typeface="+mj-lt"/>
              <a:ea typeface="Lato"/>
              <a:cs typeface="Arial" panose="020B0604020202020204" pitchFamily="34" charset="0"/>
              <a:sym typeface="Lato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B22FEAE-5A95-41E9-81C9-E2533AD2D774}"/>
              </a:ext>
            </a:extLst>
          </p:cNvPr>
          <p:cNvGrpSpPr/>
          <p:nvPr/>
        </p:nvGrpSpPr>
        <p:grpSpPr>
          <a:xfrm>
            <a:off x="9436460" y="1312750"/>
            <a:ext cx="2426891" cy="843821"/>
            <a:chOff x="8348201" y="3269465"/>
            <a:chExt cx="2426891" cy="843821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C559FA4-2E82-453F-A050-5F735AF048FA}"/>
                </a:ext>
              </a:extLst>
            </p:cNvPr>
            <p:cNvSpPr txBox="1"/>
            <p:nvPr/>
          </p:nvSpPr>
          <p:spPr>
            <a:xfrm>
              <a:off x="8348201" y="3269465"/>
              <a:ext cx="24268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>Project Progress C</a:t>
              </a:r>
              <a:endParaRPr lang="en-ID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06C17B8-9320-463C-A9CF-85F5CE34811F}"/>
                </a:ext>
              </a:extLst>
            </p:cNvPr>
            <p:cNvSpPr txBox="1"/>
            <p:nvPr/>
          </p:nvSpPr>
          <p:spPr>
            <a:xfrm>
              <a:off x="8348203" y="3638797"/>
              <a:ext cx="2191612" cy="474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Lorem ipsum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dolor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sit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consectetuer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adipiscing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elit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enean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commodo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</p:txBody>
        </p:sp>
      </p:grpSp>
      <p:grpSp>
        <p:nvGrpSpPr>
          <p:cNvPr id="93" name="Graphic 4">
            <a:extLst>
              <a:ext uri="{FF2B5EF4-FFF2-40B4-BE49-F238E27FC236}">
                <a16:creationId xmlns:a16="http://schemas.microsoft.com/office/drawing/2014/main" id="{7CCE6D40-9EFC-4202-89AB-1BCE9C16D0CD}"/>
              </a:ext>
            </a:extLst>
          </p:cNvPr>
          <p:cNvGrpSpPr/>
          <p:nvPr/>
        </p:nvGrpSpPr>
        <p:grpSpPr>
          <a:xfrm>
            <a:off x="7428387" y="2057295"/>
            <a:ext cx="375935" cy="564800"/>
            <a:chOff x="9268674" y="75498"/>
            <a:chExt cx="614121" cy="922647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5AA750F-2396-4185-9A57-8599370A7B79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7B295E1-F021-4884-A04B-53695D9DE7D8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22E7B67-59A7-40F0-ACC2-B2888FB134AE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" name="Google Shape;298;p16">
            <a:extLst>
              <a:ext uri="{FF2B5EF4-FFF2-40B4-BE49-F238E27FC236}">
                <a16:creationId xmlns:a16="http://schemas.microsoft.com/office/drawing/2014/main" id="{C2C1AB52-241E-499E-B502-66DDFD8C817D}"/>
              </a:ext>
            </a:extLst>
          </p:cNvPr>
          <p:cNvSpPr/>
          <p:nvPr/>
        </p:nvSpPr>
        <p:spPr>
          <a:xfrm>
            <a:off x="2862639" y="2753467"/>
            <a:ext cx="1157261" cy="1140005"/>
          </a:xfrm>
          <a:prstGeom prst="arc">
            <a:avLst>
              <a:gd name="adj1" fmla="val 7657406"/>
              <a:gd name="adj2" fmla="val 3598278"/>
            </a:avLst>
          </a:prstGeom>
          <a:noFill/>
          <a:ln w="127000" cap="rnd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3600" dirty="0">
              <a:solidFill>
                <a:srgbClr val="2C2C2C"/>
              </a:solidFill>
              <a:latin typeface="+mj-lt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99" name="Google Shape;299;p16">
            <a:extLst>
              <a:ext uri="{FF2B5EF4-FFF2-40B4-BE49-F238E27FC236}">
                <a16:creationId xmlns:a16="http://schemas.microsoft.com/office/drawing/2014/main" id="{B67590A9-B305-4767-BE34-769062C4B525}"/>
              </a:ext>
            </a:extLst>
          </p:cNvPr>
          <p:cNvSpPr/>
          <p:nvPr/>
        </p:nvSpPr>
        <p:spPr>
          <a:xfrm>
            <a:off x="3019682" y="2904090"/>
            <a:ext cx="842906" cy="83090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Lato"/>
            </a:endParaRPr>
          </a:p>
        </p:txBody>
      </p:sp>
      <p:sp>
        <p:nvSpPr>
          <p:cNvPr id="100" name="Google Shape;301;p16">
            <a:extLst>
              <a:ext uri="{FF2B5EF4-FFF2-40B4-BE49-F238E27FC236}">
                <a16:creationId xmlns:a16="http://schemas.microsoft.com/office/drawing/2014/main" id="{4CD40FF1-2F30-455F-9FCD-674243ADB953}"/>
              </a:ext>
            </a:extLst>
          </p:cNvPr>
          <p:cNvSpPr/>
          <p:nvPr/>
        </p:nvSpPr>
        <p:spPr>
          <a:xfrm>
            <a:off x="2862639" y="2753467"/>
            <a:ext cx="1157261" cy="1140005"/>
          </a:xfrm>
          <a:prstGeom prst="arc">
            <a:avLst>
              <a:gd name="adj1" fmla="val 7634344"/>
              <a:gd name="adj2" fmla="val 19396687"/>
            </a:avLst>
          </a:prstGeom>
          <a:noFill/>
          <a:ln w="1270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3600">
              <a:solidFill>
                <a:srgbClr val="2C2C2C"/>
              </a:solidFill>
              <a:latin typeface="+mj-lt"/>
              <a:ea typeface="Lato"/>
              <a:cs typeface="Arial" panose="020B0604020202020204" pitchFamily="34" charset="0"/>
              <a:sym typeface="Lato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8B66C35-CD65-4F12-9D06-4927CC556F3C}"/>
              </a:ext>
            </a:extLst>
          </p:cNvPr>
          <p:cNvGrpSpPr/>
          <p:nvPr/>
        </p:nvGrpSpPr>
        <p:grpSpPr>
          <a:xfrm>
            <a:off x="230827" y="2901559"/>
            <a:ext cx="2426891" cy="843821"/>
            <a:chOff x="73571" y="2901559"/>
            <a:chExt cx="2426891" cy="843821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DADCF91-9F54-4FEF-9DA9-E02A4DC56B8A}"/>
                </a:ext>
              </a:extLst>
            </p:cNvPr>
            <p:cNvSpPr txBox="1"/>
            <p:nvPr/>
          </p:nvSpPr>
          <p:spPr>
            <a:xfrm>
              <a:off x="73571" y="2901559"/>
              <a:ext cx="24268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>Project Progress B</a:t>
              </a:r>
              <a:endParaRPr lang="en-ID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CBDB040-97E0-4038-900E-C67F120910DA}"/>
                </a:ext>
              </a:extLst>
            </p:cNvPr>
            <p:cNvSpPr txBox="1"/>
            <p:nvPr/>
          </p:nvSpPr>
          <p:spPr>
            <a:xfrm>
              <a:off x="308850" y="3270891"/>
              <a:ext cx="2191612" cy="474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Lorem ipsum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dolor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sit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consectetuer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adipiscing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elit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enean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commodo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</p:txBody>
        </p:sp>
      </p:grpSp>
      <p:sp>
        <p:nvSpPr>
          <p:cNvPr id="106" name="Google Shape;298;p16">
            <a:extLst>
              <a:ext uri="{FF2B5EF4-FFF2-40B4-BE49-F238E27FC236}">
                <a16:creationId xmlns:a16="http://schemas.microsoft.com/office/drawing/2014/main" id="{DD385460-A915-4410-832B-F7C52C0A2FBA}"/>
              </a:ext>
            </a:extLst>
          </p:cNvPr>
          <p:cNvSpPr/>
          <p:nvPr/>
        </p:nvSpPr>
        <p:spPr>
          <a:xfrm>
            <a:off x="4637584" y="5207558"/>
            <a:ext cx="1157261" cy="1140005"/>
          </a:xfrm>
          <a:prstGeom prst="arc">
            <a:avLst>
              <a:gd name="adj1" fmla="val 7657406"/>
              <a:gd name="adj2" fmla="val 3598278"/>
            </a:avLst>
          </a:prstGeom>
          <a:noFill/>
          <a:ln w="127000" cap="rnd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3600" dirty="0">
              <a:solidFill>
                <a:srgbClr val="2C2C2C"/>
              </a:solidFill>
              <a:latin typeface="+mj-lt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07" name="Google Shape;299;p16">
            <a:extLst>
              <a:ext uri="{FF2B5EF4-FFF2-40B4-BE49-F238E27FC236}">
                <a16:creationId xmlns:a16="http://schemas.microsoft.com/office/drawing/2014/main" id="{E1941F59-0905-4AFA-8645-B15865A82E1C}"/>
              </a:ext>
            </a:extLst>
          </p:cNvPr>
          <p:cNvSpPr/>
          <p:nvPr/>
        </p:nvSpPr>
        <p:spPr>
          <a:xfrm>
            <a:off x="4794627" y="5358181"/>
            <a:ext cx="842906" cy="83090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Lato"/>
            </a:endParaRPr>
          </a:p>
        </p:txBody>
      </p:sp>
      <p:sp>
        <p:nvSpPr>
          <p:cNvPr id="108" name="Google Shape;301;p16">
            <a:extLst>
              <a:ext uri="{FF2B5EF4-FFF2-40B4-BE49-F238E27FC236}">
                <a16:creationId xmlns:a16="http://schemas.microsoft.com/office/drawing/2014/main" id="{D9BFFD8D-2491-4336-AF9B-45F7BD841E56}"/>
              </a:ext>
            </a:extLst>
          </p:cNvPr>
          <p:cNvSpPr/>
          <p:nvPr/>
        </p:nvSpPr>
        <p:spPr>
          <a:xfrm>
            <a:off x="4637584" y="5207558"/>
            <a:ext cx="1157261" cy="1140005"/>
          </a:xfrm>
          <a:prstGeom prst="arc">
            <a:avLst>
              <a:gd name="adj1" fmla="val 7634344"/>
              <a:gd name="adj2" fmla="val 16142844"/>
            </a:avLst>
          </a:prstGeom>
          <a:noFill/>
          <a:ln w="1270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3600">
              <a:solidFill>
                <a:srgbClr val="2C2C2C"/>
              </a:solidFill>
              <a:latin typeface="+mj-lt"/>
              <a:ea typeface="Lato"/>
              <a:cs typeface="Arial" panose="020B0604020202020204" pitchFamily="34" charset="0"/>
              <a:sym typeface="Lato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6EABF05-65C7-4495-91D9-9673DAE101C8}"/>
              </a:ext>
            </a:extLst>
          </p:cNvPr>
          <p:cNvGrpSpPr/>
          <p:nvPr/>
        </p:nvGrpSpPr>
        <p:grpSpPr>
          <a:xfrm>
            <a:off x="2005772" y="5355650"/>
            <a:ext cx="2426891" cy="843821"/>
            <a:chOff x="73571" y="2901559"/>
            <a:chExt cx="2426891" cy="843821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9F08D79-CC0B-4B08-808F-B9BFFADF4C37}"/>
                </a:ext>
              </a:extLst>
            </p:cNvPr>
            <p:cNvSpPr txBox="1"/>
            <p:nvPr/>
          </p:nvSpPr>
          <p:spPr>
            <a:xfrm>
              <a:off x="73571" y="2901559"/>
              <a:ext cx="24268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>Project Progress A</a:t>
              </a:r>
              <a:endParaRPr lang="en-ID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4DA07D5-20EB-438F-81E0-64AAF24E83A5}"/>
                </a:ext>
              </a:extLst>
            </p:cNvPr>
            <p:cNvSpPr txBox="1"/>
            <p:nvPr/>
          </p:nvSpPr>
          <p:spPr>
            <a:xfrm>
              <a:off x="308850" y="3270891"/>
              <a:ext cx="2191612" cy="474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Lorem ipsum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dolor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sit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consectetuer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adipiscing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elit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enean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commodo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</p:txBody>
        </p:sp>
      </p:grpSp>
      <p:grpSp>
        <p:nvGrpSpPr>
          <p:cNvPr id="112" name="Graphic 4">
            <a:extLst>
              <a:ext uri="{FF2B5EF4-FFF2-40B4-BE49-F238E27FC236}">
                <a16:creationId xmlns:a16="http://schemas.microsoft.com/office/drawing/2014/main" id="{89641285-E58E-41EC-9201-4B9AFCB2B6BD}"/>
              </a:ext>
            </a:extLst>
          </p:cNvPr>
          <p:cNvGrpSpPr/>
          <p:nvPr/>
        </p:nvGrpSpPr>
        <p:grpSpPr>
          <a:xfrm>
            <a:off x="4504082" y="2753467"/>
            <a:ext cx="375935" cy="564800"/>
            <a:chOff x="9268674" y="75498"/>
            <a:chExt cx="614121" cy="922647"/>
          </a:xfrm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6D41B9C-B14E-4DFA-BCEE-FB761654EBC7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F3726DE-5FF7-4A8B-A74C-9934100182FE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17D0A09-D414-4B15-A483-989436838B9D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6" name="Graphic 4">
            <a:extLst>
              <a:ext uri="{FF2B5EF4-FFF2-40B4-BE49-F238E27FC236}">
                <a16:creationId xmlns:a16="http://schemas.microsoft.com/office/drawing/2014/main" id="{682F79EE-9BA1-49D4-9435-72634ED936FF}"/>
              </a:ext>
            </a:extLst>
          </p:cNvPr>
          <p:cNvGrpSpPr/>
          <p:nvPr/>
        </p:nvGrpSpPr>
        <p:grpSpPr>
          <a:xfrm>
            <a:off x="6209189" y="4761226"/>
            <a:ext cx="375935" cy="564800"/>
            <a:chOff x="9268674" y="75498"/>
            <a:chExt cx="614121" cy="922647"/>
          </a:xfrm>
        </p:grpSpPr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4DC268AC-1F7E-46A9-B745-4D89DD37453B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FBAEF99-B265-4C8B-86D3-E8BA762C0B1F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F31C553-20E0-44EA-9141-1CB9280CE524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8A4EBE85-7B6F-414F-9FD1-DDE955C4019F}"/>
              </a:ext>
            </a:extLst>
          </p:cNvPr>
          <p:cNvSpPr txBox="1"/>
          <p:nvPr/>
        </p:nvSpPr>
        <p:spPr>
          <a:xfrm>
            <a:off x="9486665" y="5937861"/>
            <a:ext cx="2111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2026</a:t>
            </a:r>
            <a:endParaRPr lang="en-ID" sz="2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984EBF0-3231-4570-9BBE-1DB8BBE2DE1E}"/>
              </a:ext>
            </a:extLst>
          </p:cNvPr>
          <p:cNvSpPr txBox="1"/>
          <p:nvPr/>
        </p:nvSpPr>
        <p:spPr>
          <a:xfrm>
            <a:off x="8250035" y="1588328"/>
            <a:ext cx="778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89%</a:t>
            </a:r>
            <a:endParaRPr lang="en-ID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39893CF-D5CA-4706-A37F-CC82A850FB1B}"/>
              </a:ext>
            </a:extLst>
          </p:cNvPr>
          <p:cNvSpPr txBox="1"/>
          <p:nvPr/>
        </p:nvSpPr>
        <p:spPr>
          <a:xfrm>
            <a:off x="3051765" y="3181041"/>
            <a:ext cx="778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75%</a:t>
            </a:r>
            <a:endParaRPr lang="en-ID" sz="1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89E2DBE-7723-4318-8618-613C0C51BC41}"/>
              </a:ext>
            </a:extLst>
          </p:cNvPr>
          <p:cNvSpPr txBox="1"/>
          <p:nvPr/>
        </p:nvSpPr>
        <p:spPr>
          <a:xfrm>
            <a:off x="4826710" y="5635132"/>
            <a:ext cx="778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55%</a:t>
            </a:r>
            <a:endParaRPr lang="en-ID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3489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aphic 45">
            <a:extLst>
              <a:ext uri="{FF2B5EF4-FFF2-40B4-BE49-F238E27FC236}">
                <a16:creationId xmlns:a16="http://schemas.microsoft.com/office/drawing/2014/main" id="{443BE4CE-A529-4920-97EF-796776E53861}"/>
              </a:ext>
            </a:extLst>
          </p:cNvPr>
          <p:cNvGrpSpPr/>
          <p:nvPr/>
        </p:nvGrpSpPr>
        <p:grpSpPr>
          <a:xfrm>
            <a:off x="451090" y="1780466"/>
            <a:ext cx="404883" cy="536723"/>
            <a:chOff x="1869848" y="-91796"/>
            <a:chExt cx="1515808" cy="2009394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C3F94A9-3B9C-427D-8865-38A8E7D0F6E6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FBBD5C6-0404-4B29-8E95-FB995B202872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184F6FA-1A15-4D6F-A691-3E2890BFE14C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38227DC-9242-4EF4-8A0B-72946603C4BD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E8AA2B3-AB12-4C38-9871-306BBF6F3843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59" name="Graphic 45">
            <a:extLst>
              <a:ext uri="{FF2B5EF4-FFF2-40B4-BE49-F238E27FC236}">
                <a16:creationId xmlns:a16="http://schemas.microsoft.com/office/drawing/2014/main" id="{03A4007D-C30E-4204-B9B6-CBA040B2E672}"/>
              </a:ext>
            </a:extLst>
          </p:cNvPr>
          <p:cNvGrpSpPr/>
          <p:nvPr/>
        </p:nvGrpSpPr>
        <p:grpSpPr>
          <a:xfrm>
            <a:off x="3928574" y="3529513"/>
            <a:ext cx="404883" cy="536723"/>
            <a:chOff x="1869848" y="-91796"/>
            <a:chExt cx="1515808" cy="2009394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6801298-62AA-48B2-9EA4-EEA51A8E7A52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77069AC-D761-4026-ACB8-7D4D8B25C6D0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38B853-008D-43FF-8F47-FBA5A18118B8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A60F136-80F0-46EC-87AE-E9BC5293C4D8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D627325-C142-4F2A-B650-CE78B8B292D2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65" name="Graphic 69">
            <a:extLst>
              <a:ext uri="{FF2B5EF4-FFF2-40B4-BE49-F238E27FC236}">
                <a16:creationId xmlns:a16="http://schemas.microsoft.com/office/drawing/2014/main" id="{0D98D473-89D3-4BA2-8F91-244B3DE81F7F}"/>
              </a:ext>
            </a:extLst>
          </p:cNvPr>
          <p:cNvGrpSpPr/>
          <p:nvPr/>
        </p:nvGrpSpPr>
        <p:grpSpPr>
          <a:xfrm>
            <a:off x="3492002" y="3463479"/>
            <a:ext cx="415966" cy="602757"/>
            <a:chOff x="5320703" y="3652300"/>
            <a:chExt cx="1355534" cy="1964239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B121392-C342-4665-9500-B78F5D5B8718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D88A17E-A6E2-49BC-A15C-FB856B823C31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3456C8C-DFB0-4E74-ABF3-2B69C1D40306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9C14C07-9836-4F52-8B1A-B5977F64508D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6736196-9AF6-4FD8-90FD-EFF4CDCBFCA5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1D04644-4123-44A5-9F78-83318C0AC052}"/>
              </a:ext>
            </a:extLst>
          </p:cNvPr>
          <p:cNvGrpSpPr/>
          <p:nvPr/>
        </p:nvGrpSpPr>
        <p:grpSpPr>
          <a:xfrm>
            <a:off x="0" y="2305280"/>
            <a:ext cx="12192000" cy="4003445"/>
            <a:chOff x="0" y="2850760"/>
            <a:chExt cx="12192000" cy="4003445"/>
          </a:xfrm>
        </p:grpSpPr>
        <p:sp>
          <p:nvSpPr>
            <p:cNvPr id="3" name="Freeform 8">
              <a:extLst>
                <a:ext uri="{FF2B5EF4-FFF2-40B4-BE49-F238E27FC236}">
                  <a16:creationId xmlns:a16="http://schemas.microsoft.com/office/drawing/2014/main" id="{71899FDB-636C-411F-A317-5B8A489E0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3" y="2850760"/>
              <a:ext cx="12186907" cy="4003445"/>
            </a:xfrm>
            <a:custGeom>
              <a:avLst/>
              <a:gdLst>
                <a:gd name="T0" fmla="*/ 3412 w 3412"/>
                <a:gd name="T1" fmla="*/ 1120 h 1120"/>
                <a:gd name="T2" fmla="*/ 2954 w 3412"/>
                <a:gd name="T3" fmla="*/ 1120 h 1120"/>
                <a:gd name="T4" fmla="*/ 2882 w 3412"/>
                <a:gd name="T5" fmla="*/ 1074 h 1120"/>
                <a:gd name="T6" fmla="*/ 2681 w 3412"/>
                <a:gd name="T7" fmla="*/ 648 h 1120"/>
                <a:gd name="T8" fmla="*/ 2160 w 3412"/>
                <a:gd name="T9" fmla="*/ 648 h 1120"/>
                <a:gd name="T10" fmla="*/ 2082 w 3412"/>
                <a:gd name="T11" fmla="*/ 588 h 1120"/>
                <a:gd name="T12" fmla="*/ 2038 w 3412"/>
                <a:gd name="T13" fmla="*/ 416 h 1120"/>
                <a:gd name="T14" fmla="*/ 1553 w 3412"/>
                <a:gd name="T15" fmla="*/ 416 h 1120"/>
                <a:gd name="T16" fmla="*/ 1527 w 3412"/>
                <a:gd name="T17" fmla="*/ 580 h 1120"/>
                <a:gd name="T18" fmla="*/ 1448 w 3412"/>
                <a:gd name="T19" fmla="*/ 648 h 1120"/>
                <a:gd name="T20" fmla="*/ 584 w 3412"/>
                <a:gd name="T21" fmla="*/ 648 h 1120"/>
                <a:gd name="T22" fmla="*/ 516 w 3412"/>
                <a:gd name="T23" fmla="*/ 610 h 1120"/>
                <a:gd name="T24" fmla="*/ 512 w 3412"/>
                <a:gd name="T25" fmla="*/ 532 h 1120"/>
                <a:gd name="T26" fmla="*/ 699 w 3412"/>
                <a:gd name="T27" fmla="*/ 160 h 1120"/>
                <a:gd name="T28" fmla="*/ 0 w 3412"/>
                <a:gd name="T29" fmla="*/ 160 h 1120"/>
                <a:gd name="T30" fmla="*/ 0 w 3412"/>
                <a:gd name="T31" fmla="*/ 0 h 1120"/>
                <a:gd name="T32" fmla="*/ 828 w 3412"/>
                <a:gd name="T33" fmla="*/ 0 h 1120"/>
                <a:gd name="T34" fmla="*/ 896 w 3412"/>
                <a:gd name="T35" fmla="*/ 38 h 1120"/>
                <a:gd name="T36" fmla="*/ 900 w 3412"/>
                <a:gd name="T37" fmla="*/ 116 h 1120"/>
                <a:gd name="T38" fmla="*/ 713 w 3412"/>
                <a:gd name="T39" fmla="*/ 488 h 1120"/>
                <a:gd name="T40" fmla="*/ 1379 w 3412"/>
                <a:gd name="T41" fmla="*/ 488 h 1120"/>
                <a:gd name="T42" fmla="*/ 1405 w 3412"/>
                <a:gd name="T43" fmla="*/ 324 h 1120"/>
                <a:gd name="T44" fmla="*/ 1484 w 3412"/>
                <a:gd name="T45" fmla="*/ 256 h 1120"/>
                <a:gd name="T46" fmla="*/ 2100 w 3412"/>
                <a:gd name="T47" fmla="*/ 256 h 1120"/>
                <a:gd name="T48" fmla="*/ 2177 w 3412"/>
                <a:gd name="T49" fmla="*/ 316 h 1120"/>
                <a:gd name="T50" fmla="*/ 2222 w 3412"/>
                <a:gd name="T51" fmla="*/ 488 h 1120"/>
                <a:gd name="T52" fmla="*/ 2732 w 3412"/>
                <a:gd name="T53" fmla="*/ 488 h 1120"/>
                <a:gd name="T54" fmla="*/ 2804 w 3412"/>
                <a:gd name="T55" fmla="*/ 534 h 1120"/>
                <a:gd name="T56" fmla="*/ 3005 w 3412"/>
                <a:gd name="T57" fmla="*/ 960 h 1120"/>
                <a:gd name="T58" fmla="*/ 3412 w 3412"/>
                <a:gd name="T59" fmla="*/ 960 h 1120"/>
                <a:gd name="T60" fmla="*/ 3412 w 3412"/>
                <a:gd name="T61" fmla="*/ 1120 h 1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12" h="1120">
                  <a:moveTo>
                    <a:pt x="3412" y="1120"/>
                  </a:moveTo>
                  <a:cubicBezTo>
                    <a:pt x="2954" y="1120"/>
                    <a:pt x="2954" y="1120"/>
                    <a:pt x="2954" y="1120"/>
                  </a:cubicBezTo>
                  <a:cubicBezTo>
                    <a:pt x="2923" y="1120"/>
                    <a:pt x="2895" y="1102"/>
                    <a:pt x="2882" y="1074"/>
                  </a:cubicBezTo>
                  <a:cubicBezTo>
                    <a:pt x="2681" y="648"/>
                    <a:pt x="2681" y="648"/>
                    <a:pt x="2681" y="648"/>
                  </a:cubicBezTo>
                  <a:cubicBezTo>
                    <a:pt x="2160" y="648"/>
                    <a:pt x="2160" y="648"/>
                    <a:pt x="2160" y="648"/>
                  </a:cubicBezTo>
                  <a:cubicBezTo>
                    <a:pt x="2123" y="648"/>
                    <a:pt x="2091" y="623"/>
                    <a:pt x="2082" y="588"/>
                  </a:cubicBezTo>
                  <a:cubicBezTo>
                    <a:pt x="2038" y="416"/>
                    <a:pt x="2038" y="416"/>
                    <a:pt x="2038" y="416"/>
                  </a:cubicBezTo>
                  <a:cubicBezTo>
                    <a:pt x="1553" y="416"/>
                    <a:pt x="1553" y="416"/>
                    <a:pt x="1553" y="416"/>
                  </a:cubicBezTo>
                  <a:cubicBezTo>
                    <a:pt x="1527" y="580"/>
                    <a:pt x="1527" y="580"/>
                    <a:pt x="1527" y="580"/>
                  </a:cubicBezTo>
                  <a:cubicBezTo>
                    <a:pt x="1521" y="619"/>
                    <a:pt x="1487" y="648"/>
                    <a:pt x="1448" y="648"/>
                  </a:cubicBezTo>
                  <a:cubicBezTo>
                    <a:pt x="584" y="648"/>
                    <a:pt x="584" y="648"/>
                    <a:pt x="584" y="648"/>
                  </a:cubicBezTo>
                  <a:cubicBezTo>
                    <a:pt x="556" y="648"/>
                    <a:pt x="531" y="634"/>
                    <a:pt x="516" y="610"/>
                  </a:cubicBezTo>
                  <a:cubicBezTo>
                    <a:pt x="501" y="586"/>
                    <a:pt x="500" y="557"/>
                    <a:pt x="512" y="532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28" y="0"/>
                    <a:pt x="828" y="0"/>
                    <a:pt x="828" y="0"/>
                  </a:cubicBezTo>
                  <a:cubicBezTo>
                    <a:pt x="856" y="0"/>
                    <a:pt x="881" y="14"/>
                    <a:pt x="896" y="38"/>
                  </a:cubicBezTo>
                  <a:cubicBezTo>
                    <a:pt x="911" y="62"/>
                    <a:pt x="912" y="91"/>
                    <a:pt x="900" y="116"/>
                  </a:cubicBezTo>
                  <a:cubicBezTo>
                    <a:pt x="713" y="488"/>
                    <a:pt x="713" y="488"/>
                    <a:pt x="713" y="488"/>
                  </a:cubicBezTo>
                  <a:cubicBezTo>
                    <a:pt x="1379" y="488"/>
                    <a:pt x="1379" y="488"/>
                    <a:pt x="1379" y="488"/>
                  </a:cubicBezTo>
                  <a:cubicBezTo>
                    <a:pt x="1405" y="324"/>
                    <a:pt x="1405" y="324"/>
                    <a:pt x="1405" y="324"/>
                  </a:cubicBezTo>
                  <a:cubicBezTo>
                    <a:pt x="1411" y="285"/>
                    <a:pt x="1445" y="256"/>
                    <a:pt x="1484" y="256"/>
                  </a:cubicBezTo>
                  <a:cubicBezTo>
                    <a:pt x="2100" y="256"/>
                    <a:pt x="2100" y="256"/>
                    <a:pt x="2100" y="256"/>
                  </a:cubicBezTo>
                  <a:cubicBezTo>
                    <a:pt x="2137" y="256"/>
                    <a:pt x="2168" y="281"/>
                    <a:pt x="2177" y="316"/>
                  </a:cubicBezTo>
                  <a:cubicBezTo>
                    <a:pt x="2222" y="488"/>
                    <a:pt x="2222" y="488"/>
                    <a:pt x="2222" y="488"/>
                  </a:cubicBezTo>
                  <a:cubicBezTo>
                    <a:pt x="2732" y="488"/>
                    <a:pt x="2732" y="488"/>
                    <a:pt x="2732" y="488"/>
                  </a:cubicBezTo>
                  <a:cubicBezTo>
                    <a:pt x="2763" y="488"/>
                    <a:pt x="2791" y="506"/>
                    <a:pt x="2804" y="534"/>
                  </a:cubicBezTo>
                  <a:cubicBezTo>
                    <a:pt x="3005" y="960"/>
                    <a:pt x="3005" y="960"/>
                    <a:pt x="3005" y="960"/>
                  </a:cubicBezTo>
                  <a:cubicBezTo>
                    <a:pt x="3412" y="960"/>
                    <a:pt x="3412" y="960"/>
                    <a:pt x="3412" y="960"/>
                  </a:cubicBezTo>
                  <a:cubicBezTo>
                    <a:pt x="3412" y="1120"/>
                    <a:pt x="3412" y="1120"/>
                    <a:pt x="3412" y="1120"/>
                  </a:cubicBezTo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A63B33A-14B8-4498-A8DD-E556DF999509}"/>
                </a:ext>
              </a:extLst>
            </p:cNvPr>
            <p:cNvGrpSpPr/>
            <p:nvPr/>
          </p:nvGrpSpPr>
          <p:grpSpPr>
            <a:xfrm>
              <a:off x="0" y="3093547"/>
              <a:ext cx="12188605" cy="3489008"/>
              <a:chOff x="0" y="2854554"/>
              <a:chExt cx="12188605" cy="3489008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61504C3E-A957-41F6-99B0-BDD7ABC43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854554"/>
                <a:ext cx="263161" cy="57726"/>
              </a:xfrm>
              <a:custGeom>
                <a:avLst/>
                <a:gdLst>
                  <a:gd name="connsiteX0" fmla="*/ 6032 w 246062"/>
                  <a:gd name="connsiteY0" fmla="*/ 0 h 53975"/>
                  <a:gd name="connsiteX1" fmla="*/ 219392 w 246062"/>
                  <a:gd name="connsiteY1" fmla="*/ 0 h 53975"/>
                  <a:gd name="connsiteX2" fmla="*/ 246062 w 246062"/>
                  <a:gd name="connsiteY2" fmla="*/ 26988 h 53975"/>
                  <a:gd name="connsiteX3" fmla="*/ 219392 w 246062"/>
                  <a:gd name="connsiteY3" fmla="*/ 53975 h 53975"/>
                  <a:gd name="connsiteX4" fmla="*/ 6032 w 246062"/>
                  <a:gd name="connsiteY4" fmla="*/ 53975 h 53975"/>
                  <a:gd name="connsiteX5" fmla="*/ 0 w 246062"/>
                  <a:gd name="connsiteY5" fmla="*/ 51201 h 53975"/>
                  <a:gd name="connsiteX6" fmla="*/ 0 w 246062"/>
                  <a:gd name="connsiteY6" fmla="*/ 2775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6062" h="53975">
                    <a:moveTo>
                      <a:pt x="6032" y="0"/>
                    </a:moveTo>
                    <a:cubicBezTo>
                      <a:pt x="219392" y="0"/>
                      <a:pt x="219392" y="0"/>
                      <a:pt x="219392" y="0"/>
                    </a:cubicBezTo>
                    <a:cubicBezTo>
                      <a:pt x="232727" y="0"/>
                      <a:pt x="246062" y="13494"/>
                      <a:pt x="246062" y="26988"/>
                    </a:cubicBezTo>
                    <a:cubicBezTo>
                      <a:pt x="246062" y="40481"/>
                      <a:pt x="232727" y="53975"/>
                      <a:pt x="219392" y="53975"/>
                    </a:cubicBezTo>
                    <a:cubicBezTo>
                      <a:pt x="6032" y="53975"/>
                      <a:pt x="6032" y="53975"/>
                      <a:pt x="6032" y="53975"/>
                    </a:cubicBezTo>
                    <a:lnTo>
                      <a:pt x="0" y="51201"/>
                    </a:lnTo>
                    <a:lnTo>
                      <a:pt x="0" y="27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6" name="Freeform 10">
                <a:extLst>
                  <a:ext uri="{FF2B5EF4-FFF2-40B4-BE49-F238E27FC236}">
                    <a16:creationId xmlns:a16="http://schemas.microsoft.com/office/drawing/2014/main" id="{F7F59A4A-0533-446B-B764-728191EAA7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291" y="2854554"/>
                <a:ext cx="1556896" cy="57726"/>
              </a:xfrm>
              <a:custGeom>
                <a:avLst/>
                <a:gdLst>
                  <a:gd name="T0" fmla="*/ 428 w 436"/>
                  <a:gd name="T1" fmla="*/ 16 h 16"/>
                  <a:gd name="T2" fmla="*/ 288 w 436"/>
                  <a:gd name="T3" fmla="*/ 16 h 16"/>
                  <a:gd name="T4" fmla="*/ 280 w 436"/>
                  <a:gd name="T5" fmla="*/ 8 h 16"/>
                  <a:gd name="T6" fmla="*/ 288 w 436"/>
                  <a:gd name="T7" fmla="*/ 0 h 16"/>
                  <a:gd name="T8" fmla="*/ 428 w 436"/>
                  <a:gd name="T9" fmla="*/ 0 h 16"/>
                  <a:gd name="T10" fmla="*/ 436 w 436"/>
                  <a:gd name="T11" fmla="*/ 8 h 16"/>
                  <a:gd name="T12" fmla="*/ 428 w 436"/>
                  <a:gd name="T13" fmla="*/ 16 h 16"/>
                  <a:gd name="T14" fmla="*/ 148 w 436"/>
                  <a:gd name="T15" fmla="*/ 16 h 16"/>
                  <a:gd name="T16" fmla="*/ 8 w 436"/>
                  <a:gd name="T17" fmla="*/ 16 h 16"/>
                  <a:gd name="T18" fmla="*/ 0 w 436"/>
                  <a:gd name="T19" fmla="*/ 8 h 16"/>
                  <a:gd name="T20" fmla="*/ 8 w 436"/>
                  <a:gd name="T21" fmla="*/ 0 h 16"/>
                  <a:gd name="T22" fmla="*/ 148 w 436"/>
                  <a:gd name="T23" fmla="*/ 0 h 16"/>
                  <a:gd name="T24" fmla="*/ 156 w 436"/>
                  <a:gd name="T25" fmla="*/ 8 h 16"/>
                  <a:gd name="T26" fmla="*/ 148 w 436"/>
                  <a:gd name="T2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36" h="16">
                    <a:moveTo>
                      <a:pt x="428" y="16"/>
                    </a:moveTo>
                    <a:cubicBezTo>
                      <a:pt x="288" y="16"/>
                      <a:pt x="288" y="16"/>
                      <a:pt x="288" y="16"/>
                    </a:cubicBezTo>
                    <a:cubicBezTo>
                      <a:pt x="284" y="16"/>
                      <a:pt x="280" y="12"/>
                      <a:pt x="280" y="8"/>
                    </a:cubicBezTo>
                    <a:cubicBezTo>
                      <a:pt x="280" y="4"/>
                      <a:pt x="284" y="0"/>
                      <a:pt x="288" y="0"/>
                    </a:cubicBezTo>
                    <a:cubicBezTo>
                      <a:pt x="428" y="0"/>
                      <a:pt x="428" y="0"/>
                      <a:pt x="428" y="0"/>
                    </a:cubicBezTo>
                    <a:cubicBezTo>
                      <a:pt x="432" y="0"/>
                      <a:pt x="436" y="4"/>
                      <a:pt x="436" y="8"/>
                    </a:cubicBezTo>
                    <a:cubicBezTo>
                      <a:pt x="436" y="12"/>
                      <a:pt x="432" y="16"/>
                      <a:pt x="428" y="16"/>
                    </a:cubicBezTo>
                    <a:moveTo>
                      <a:pt x="148" y="16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2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152" y="0"/>
                      <a:pt x="156" y="4"/>
                      <a:pt x="156" y="8"/>
                    </a:cubicBezTo>
                    <a:cubicBezTo>
                      <a:pt x="156" y="12"/>
                      <a:pt x="152" y="16"/>
                      <a:pt x="148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7" name="Freeform 11">
                <a:extLst>
                  <a:ext uri="{FF2B5EF4-FFF2-40B4-BE49-F238E27FC236}">
                    <a16:creationId xmlns:a16="http://schemas.microsoft.com/office/drawing/2014/main" id="{E17CEFCA-D6FF-438D-A1FA-6DFF1060F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6315" y="2854554"/>
                <a:ext cx="285233" cy="261463"/>
              </a:xfrm>
              <a:custGeom>
                <a:avLst/>
                <a:gdLst>
                  <a:gd name="T0" fmla="*/ 43 w 80"/>
                  <a:gd name="T1" fmla="*/ 73 h 73"/>
                  <a:gd name="T2" fmla="*/ 40 w 80"/>
                  <a:gd name="T3" fmla="*/ 72 h 73"/>
                  <a:gd name="T4" fmla="*/ 36 w 80"/>
                  <a:gd name="T5" fmla="*/ 62 h 73"/>
                  <a:gd name="T6" fmla="*/ 59 w 80"/>
                  <a:gd name="T7" fmla="*/ 16 h 73"/>
                  <a:gd name="T8" fmla="*/ 8 w 80"/>
                  <a:gd name="T9" fmla="*/ 16 h 73"/>
                  <a:gd name="T10" fmla="*/ 0 w 80"/>
                  <a:gd name="T11" fmla="*/ 8 h 73"/>
                  <a:gd name="T12" fmla="*/ 8 w 80"/>
                  <a:gd name="T13" fmla="*/ 0 h 73"/>
                  <a:gd name="T14" fmla="*/ 72 w 80"/>
                  <a:gd name="T15" fmla="*/ 0 h 73"/>
                  <a:gd name="T16" fmla="*/ 79 w 80"/>
                  <a:gd name="T17" fmla="*/ 4 h 73"/>
                  <a:gd name="T18" fmla="*/ 79 w 80"/>
                  <a:gd name="T19" fmla="*/ 12 h 73"/>
                  <a:gd name="T20" fmla="*/ 51 w 80"/>
                  <a:gd name="T21" fmla="*/ 69 h 73"/>
                  <a:gd name="T22" fmla="*/ 43 w 80"/>
                  <a:gd name="T2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73">
                    <a:moveTo>
                      <a:pt x="43" y="73"/>
                    </a:moveTo>
                    <a:cubicBezTo>
                      <a:pt x="42" y="73"/>
                      <a:pt x="41" y="73"/>
                      <a:pt x="40" y="72"/>
                    </a:cubicBezTo>
                    <a:cubicBezTo>
                      <a:pt x="36" y="70"/>
                      <a:pt x="34" y="66"/>
                      <a:pt x="36" y="62"/>
                    </a:cubicBezTo>
                    <a:cubicBezTo>
                      <a:pt x="59" y="16"/>
                      <a:pt x="59" y="16"/>
                      <a:pt x="59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2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5" y="0"/>
                      <a:pt x="77" y="1"/>
                      <a:pt x="79" y="4"/>
                    </a:cubicBezTo>
                    <a:cubicBezTo>
                      <a:pt x="80" y="6"/>
                      <a:pt x="80" y="9"/>
                      <a:pt x="79" y="12"/>
                    </a:cubicBezTo>
                    <a:cubicBezTo>
                      <a:pt x="51" y="69"/>
                      <a:pt x="51" y="69"/>
                      <a:pt x="51" y="69"/>
                    </a:cubicBezTo>
                    <a:cubicBezTo>
                      <a:pt x="49" y="72"/>
                      <a:pt x="46" y="73"/>
                      <a:pt x="43" y="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8" name="Freeform 12">
                <a:extLst>
                  <a:ext uri="{FF2B5EF4-FFF2-40B4-BE49-F238E27FC236}">
                    <a16:creationId xmlns:a16="http://schemas.microsoft.com/office/drawing/2014/main" id="{2939B783-00BA-45A8-8CB6-DF66A7BA7B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731" y="3501421"/>
                <a:ext cx="286931" cy="504251"/>
              </a:xfrm>
              <a:custGeom>
                <a:avLst/>
                <a:gdLst>
                  <a:gd name="T0" fmla="*/ 9 w 80"/>
                  <a:gd name="T1" fmla="*/ 141 h 141"/>
                  <a:gd name="T2" fmla="*/ 5 w 80"/>
                  <a:gd name="T3" fmla="*/ 140 h 141"/>
                  <a:gd name="T4" fmla="*/ 2 w 80"/>
                  <a:gd name="T5" fmla="*/ 130 h 141"/>
                  <a:gd name="T6" fmla="*/ 64 w 80"/>
                  <a:gd name="T7" fmla="*/ 5 h 141"/>
                  <a:gd name="T8" fmla="*/ 75 w 80"/>
                  <a:gd name="T9" fmla="*/ 2 h 141"/>
                  <a:gd name="T10" fmla="*/ 78 w 80"/>
                  <a:gd name="T11" fmla="*/ 12 h 141"/>
                  <a:gd name="T12" fmla="*/ 16 w 80"/>
                  <a:gd name="T13" fmla="*/ 137 h 141"/>
                  <a:gd name="T14" fmla="*/ 9 w 80"/>
                  <a:gd name="T15" fmla="*/ 141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0" h="141">
                    <a:moveTo>
                      <a:pt x="9" y="141"/>
                    </a:moveTo>
                    <a:cubicBezTo>
                      <a:pt x="8" y="141"/>
                      <a:pt x="6" y="141"/>
                      <a:pt x="5" y="140"/>
                    </a:cubicBezTo>
                    <a:cubicBezTo>
                      <a:pt x="1" y="138"/>
                      <a:pt x="0" y="134"/>
                      <a:pt x="2" y="130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6" y="1"/>
                      <a:pt x="71" y="0"/>
                      <a:pt x="75" y="2"/>
                    </a:cubicBezTo>
                    <a:cubicBezTo>
                      <a:pt x="79" y="4"/>
                      <a:pt x="80" y="8"/>
                      <a:pt x="78" y="12"/>
                    </a:cubicBezTo>
                    <a:cubicBezTo>
                      <a:pt x="16" y="137"/>
                      <a:pt x="16" y="137"/>
                      <a:pt x="16" y="137"/>
                    </a:cubicBezTo>
                    <a:cubicBezTo>
                      <a:pt x="15" y="140"/>
                      <a:pt x="12" y="141"/>
                      <a:pt x="9" y="1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9" name="Freeform 13">
                <a:extLst>
                  <a:ext uri="{FF2B5EF4-FFF2-40B4-BE49-F238E27FC236}">
                    <a16:creationId xmlns:a16="http://schemas.microsoft.com/office/drawing/2014/main" id="{68D09526-ADF2-4019-AF09-C2B546DF96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2843" y="4391076"/>
                <a:ext cx="285233" cy="264859"/>
              </a:xfrm>
              <a:custGeom>
                <a:avLst/>
                <a:gdLst>
                  <a:gd name="T0" fmla="*/ 72 w 80"/>
                  <a:gd name="T1" fmla="*/ 74 h 74"/>
                  <a:gd name="T2" fmla="*/ 8 w 80"/>
                  <a:gd name="T3" fmla="*/ 74 h 74"/>
                  <a:gd name="T4" fmla="*/ 1 w 80"/>
                  <a:gd name="T5" fmla="*/ 70 h 74"/>
                  <a:gd name="T6" fmla="*/ 1 w 80"/>
                  <a:gd name="T7" fmla="*/ 62 h 74"/>
                  <a:gd name="T8" fmla="*/ 29 w 80"/>
                  <a:gd name="T9" fmla="*/ 5 h 74"/>
                  <a:gd name="T10" fmla="*/ 40 w 80"/>
                  <a:gd name="T11" fmla="*/ 2 h 74"/>
                  <a:gd name="T12" fmla="*/ 44 w 80"/>
                  <a:gd name="T13" fmla="*/ 12 h 74"/>
                  <a:gd name="T14" fmla="*/ 21 w 80"/>
                  <a:gd name="T15" fmla="*/ 58 h 74"/>
                  <a:gd name="T16" fmla="*/ 72 w 80"/>
                  <a:gd name="T17" fmla="*/ 58 h 74"/>
                  <a:gd name="T18" fmla="*/ 80 w 80"/>
                  <a:gd name="T19" fmla="*/ 66 h 74"/>
                  <a:gd name="T20" fmla="*/ 72 w 80"/>
                  <a:gd name="T21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" h="74">
                    <a:moveTo>
                      <a:pt x="72" y="74"/>
                    </a:moveTo>
                    <a:cubicBezTo>
                      <a:pt x="8" y="74"/>
                      <a:pt x="8" y="74"/>
                      <a:pt x="8" y="74"/>
                    </a:cubicBezTo>
                    <a:cubicBezTo>
                      <a:pt x="5" y="74"/>
                      <a:pt x="3" y="73"/>
                      <a:pt x="1" y="70"/>
                    </a:cubicBezTo>
                    <a:cubicBezTo>
                      <a:pt x="0" y="68"/>
                      <a:pt x="0" y="65"/>
                      <a:pt x="1" y="62"/>
                    </a:cubicBezTo>
                    <a:cubicBezTo>
                      <a:pt x="29" y="5"/>
                      <a:pt x="29" y="5"/>
                      <a:pt x="29" y="5"/>
                    </a:cubicBezTo>
                    <a:cubicBezTo>
                      <a:pt x="31" y="1"/>
                      <a:pt x="36" y="0"/>
                      <a:pt x="40" y="2"/>
                    </a:cubicBezTo>
                    <a:cubicBezTo>
                      <a:pt x="44" y="4"/>
                      <a:pt x="46" y="8"/>
                      <a:pt x="44" y="12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72" y="58"/>
                      <a:pt x="72" y="58"/>
                      <a:pt x="72" y="58"/>
                    </a:cubicBezTo>
                    <a:cubicBezTo>
                      <a:pt x="76" y="58"/>
                      <a:pt x="80" y="62"/>
                      <a:pt x="80" y="66"/>
                    </a:cubicBezTo>
                    <a:cubicBezTo>
                      <a:pt x="80" y="70"/>
                      <a:pt x="76" y="74"/>
                      <a:pt x="72" y="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10" name="Freeform 14">
                <a:extLst>
                  <a:ext uri="{FF2B5EF4-FFF2-40B4-BE49-F238E27FC236}">
                    <a16:creationId xmlns:a16="http://schemas.microsoft.com/office/drawing/2014/main" id="{FF678AC3-64A5-4CA3-93F4-5B107D0AEBD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20068" y="4598209"/>
                <a:ext cx="1643484" cy="57726"/>
              </a:xfrm>
              <a:custGeom>
                <a:avLst/>
                <a:gdLst>
                  <a:gd name="T0" fmla="*/ 452 w 460"/>
                  <a:gd name="T1" fmla="*/ 16 h 16"/>
                  <a:gd name="T2" fmla="*/ 304 w 460"/>
                  <a:gd name="T3" fmla="*/ 16 h 16"/>
                  <a:gd name="T4" fmla="*/ 296 w 460"/>
                  <a:gd name="T5" fmla="*/ 8 h 16"/>
                  <a:gd name="T6" fmla="*/ 304 w 460"/>
                  <a:gd name="T7" fmla="*/ 0 h 16"/>
                  <a:gd name="T8" fmla="*/ 452 w 460"/>
                  <a:gd name="T9" fmla="*/ 0 h 16"/>
                  <a:gd name="T10" fmla="*/ 460 w 460"/>
                  <a:gd name="T11" fmla="*/ 8 h 16"/>
                  <a:gd name="T12" fmla="*/ 452 w 460"/>
                  <a:gd name="T13" fmla="*/ 16 h 16"/>
                  <a:gd name="T14" fmla="*/ 156 w 460"/>
                  <a:gd name="T15" fmla="*/ 16 h 16"/>
                  <a:gd name="T16" fmla="*/ 8 w 460"/>
                  <a:gd name="T17" fmla="*/ 16 h 16"/>
                  <a:gd name="T18" fmla="*/ 0 w 460"/>
                  <a:gd name="T19" fmla="*/ 8 h 16"/>
                  <a:gd name="T20" fmla="*/ 8 w 460"/>
                  <a:gd name="T21" fmla="*/ 0 h 16"/>
                  <a:gd name="T22" fmla="*/ 156 w 460"/>
                  <a:gd name="T23" fmla="*/ 0 h 16"/>
                  <a:gd name="T24" fmla="*/ 164 w 460"/>
                  <a:gd name="T25" fmla="*/ 8 h 16"/>
                  <a:gd name="T26" fmla="*/ 156 w 460"/>
                  <a:gd name="T2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0" h="16">
                    <a:moveTo>
                      <a:pt x="452" y="16"/>
                    </a:moveTo>
                    <a:cubicBezTo>
                      <a:pt x="304" y="16"/>
                      <a:pt x="304" y="16"/>
                      <a:pt x="304" y="16"/>
                    </a:cubicBezTo>
                    <a:cubicBezTo>
                      <a:pt x="300" y="16"/>
                      <a:pt x="296" y="12"/>
                      <a:pt x="296" y="8"/>
                    </a:cubicBezTo>
                    <a:cubicBezTo>
                      <a:pt x="296" y="4"/>
                      <a:pt x="300" y="0"/>
                      <a:pt x="304" y="0"/>
                    </a:cubicBezTo>
                    <a:cubicBezTo>
                      <a:pt x="452" y="0"/>
                      <a:pt x="452" y="0"/>
                      <a:pt x="452" y="0"/>
                    </a:cubicBezTo>
                    <a:cubicBezTo>
                      <a:pt x="456" y="0"/>
                      <a:pt x="460" y="4"/>
                      <a:pt x="460" y="8"/>
                    </a:cubicBezTo>
                    <a:cubicBezTo>
                      <a:pt x="460" y="12"/>
                      <a:pt x="456" y="16"/>
                      <a:pt x="452" y="16"/>
                    </a:cubicBezTo>
                    <a:moveTo>
                      <a:pt x="156" y="16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2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60" y="0"/>
                      <a:pt x="164" y="4"/>
                      <a:pt x="164" y="8"/>
                    </a:cubicBezTo>
                    <a:cubicBezTo>
                      <a:pt x="164" y="12"/>
                      <a:pt x="160" y="16"/>
                      <a:pt x="156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11" name="Freeform 15">
                <a:extLst>
                  <a:ext uri="{FF2B5EF4-FFF2-40B4-BE49-F238E27FC236}">
                    <a16:creationId xmlns:a16="http://schemas.microsoft.com/office/drawing/2014/main" id="{F2B4A80E-FA34-45FD-9FEA-443D4BBC2F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0264" y="4370702"/>
                <a:ext cx="320887" cy="285233"/>
              </a:xfrm>
              <a:custGeom>
                <a:avLst/>
                <a:gdLst>
                  <a:gd name="T0" fmla="*/ 72 w 90"/>
                  <a:gd name="T1" fmla="*/ 80 h 80"/>
                  <a:gd name="T2" fmla="*/ 8 w 90"/>
                  <a:gd name="T3" fmla="*/ 80 h 80"/>
                  <a:gd name="T4" fmla="*/ 0 w 90"/>
                  <a:gd name="T5" fmla="*/ 72 h 80"/>
                  <a:gd name="T6" fmla="*/ 8 w 90"/>
                  <a:gd name="T7" fmla="*/ 64 h 80"/>
                  <a:gd name="T8" fmla="*/ 65 w 90"/>
                  <a:gd name="T9" fmla="*/ 64 h 80"/>
                  <a:gd name="T10" fmla="*/ 74 w 90"/>
                  <a:gd name="T11" fmla="*/ 8 h 80"/>
                  <a:gd name="T12" fmla="*/ 83 w 90"/>
                  <a:gd name="T13" fmla="*/ 1 h 80"/>
                  <a:gd name="T14" fmla="*/ 90 w 90"/>
                  <a:gd name="T15" fmla="*/ 10 h 80"/>
                  <a:gd name="T16" fmla="*/ 80 w 90"/>
                  <a:gd name="T17" fmla="*/ 73 h 80"/>
                  <a:gd name="T18" fmla="*/ 72 w 90"/>
                  <a:gd name="T19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0" h="80">
                    <a:moveTo>
                      <a:pt x="72" y="80"/>
                    </a:moveTo>
                    <a:cubicBezTo>
                      <a:pt x="8" y="80"/>
                      <a:pt x="8" y="80"/>
                      <a:pt x="8" y="80"/>
                    </a:cubicBezTo>
                    <a:cubicBezTo>
                      <a:pt x="4" y="80"/>
                      <a:pt x="0" y="76"/>
                      <a:pt x="0" y="72"/>
                    </a:cubicBezTo>
                    <a:cubicBezTo>
                      <a:pt x="0" y="68"/>
                      <a:pt x="4" y="64"/>
                      <a:pt x="8" y="64"/>
                    </a:cubicBezTo>
                    <a:cubicBezTo>
                      <a:pt x="65" y="64"/>
                      <a:pt x="65" y="64"/>
                      <a:pt x="65" y="64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5" y="3"/>
                      <a:pt x="79" y="0"/>
                      <a:pt x="83" y="1"/>
                    </a:cubicBezTo>
                    <a:cubicBezTo>
                      <a:pt x="87" y="2"/>
                      <a:pt x="90" y="6"/>
                      <a:pt x="90" y="10"/>
                    </a:cubicBezTo>
                    <a:cubicBezTo>
                      <a:pt x="80" y="73"/>
                      <a:pt x="80" y="73"/>
                      <a:pt x="80" y="73"/>
                    </a:cubicBezTo>
                    <a:cubicBezTo>
                      <a:pt x="79" y="77"/>
                      <a:pt x="76" y="80"/>
                      <a:pt x="72" y="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12" name="Freeform 16">
                <a:extLst>
                  <a:ext uri="{FF2B5EF4-FFF2-40B4-BE49-F238E27FC236}">
                    <a16:creationId xmlns:a16="http://schemas.microsoft.com/office/drawing/2014/main" id="{17E0E0F3-95D0-4377-A3C9-2D7925A11A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1151" y="3769676"/>
                <a:ext cx="322585" cy="281837"/>
              </a:xfrm>
              <a:custGeom>
                <a:avLst/>
                <a:gdLst>
                  <a:gd name="T0" fmla="*/ 8 w 90"/>
                  <a:gd name="T1" fmla="*/ 79 h 79"/>
                  <a:gd name="T2" fmla="*/ 7 w 90"/>
                  <a:gd name="T3" fmla="*/ 79 h 79"/>
                  <a:gd name="T4" fmla="*/ 0 w 90"/>
                  <a:gd name="T5" fmla="*/ 70 h 79"/>
                  <a:gd name="T6" fmla="*/ 10 w 90"/>
                  <a:gd name="T7" fmla="*/ 7 h 79"/>
                  <a:gd name="T8" fmla="*/ 18 w 90"/>
                  <a:gd name="T9" fmla="*/ 0 h 79"/>
                  <a:gd name="T10" fmla="*/ 82 w 90"/>
                  <a:gd name="T11" fmla="*/ 0 h 79"/>
                  <a:gd name="T12" fmla="*/ 90 w 90"/>
                  <a:gd name="T13" fmla="*/ 8 h 79"/>
                  <a:gd name="T14" fmla="*/ 82 w 90"/>
                  <a:gd name="T15" fmla="*/ 16 h 79"/>
                  <a:gd name="T16" fmla="*/ 25 w 90"/>
                  <a:gd name="T17" fmla="*/ 16 h 79"/>
                  <a:gd name="T18" fmla="*/ 16 w 90"/>
                  <a:gd name="T19" fmla="*/ 72 h 79"/>
                  <a:gd name="T20" fmla="*/ 8 w 90"/>
                  <a:gd name="T21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79">
                    <a:moveTo>
                      <a:pt x="8" y="79"/>
                    </a:moveTo>
                    <a:cubicBezTo>
                      <a:pt x="8" y="79"/>
                      <a:pt x="7" y="79"/>
                      <a:pt x="7" y="79"/>
                    </a:cubicBezTo>
                    <a:cubicBezTo>
                      <a:pt x="3" y="78"/>
                      <a:pt x="0" y="74"/>
                      <a:pt x="0" y="70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1" y="3"/>
                      <a:pt x="14" y="0"/>
                      <a:pt x="18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90" y="4"/>
                      <a:pt x="90" y="8"/>
                    </a:cubicBezTo>
                    <a:cubicBezTo>
                      <a:pt x="90" y="12"/>
                      <a:pt x="86" y="16"/>
                      <a:pt x="82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5" y="76"/>
                      <a:pt x="12" y="79"/>
                      <a:pt x="8" y="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13" name="Freeform 17">
                <a:extLst>
                  <a:ext uri="{FF2B5EF4-FFF2-40B4-BE49-F238E27FC236}">
                    <a16:creationId xmlns:a16="http://schemas.microsoft.com/office/drawing/2014/main" id="{440CD139-61B2-4CA9-BA58-3B8F6257D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1756" y="3769676"/>
                <a:ext cx="641774" cy="57726"/>
              </a:xfrm>
              <a:custGeom>
                <a:avLst/>
                <a:gdLst>
                  <a:gd name="T0" fmla="*/ 172 w 180"/>
                  <a:gd name="T1" fmla="*/ 16 h 16"/>
                  <a:gd name="T2" fmla="*/ 8 w 180"/>
                  <a:gd name="T3" fmla="*/ 16 h 16"/>
                  <a:gd name="T4" fmla="*/ 0 w 180"/>
                  <a:gd name="T5" fmla="*/ 8 h 16"/>
                  <a:gd name="T6" fmla="*/ 8 w 180"/>
                  <a:gd name="T7" fmla="*/ 0 h 16"/>
                  <a:gd name="T8" fmla="*/ 172 w 180"/>
                  <a:gd name="T9" fmla="*/ 0 h 16"/>
                  <a:gd name="T10" fmla="*/ 180 w 180"/>
                  <a:gd name="T11" fmla="*/ 8 h 16"/>
                  <a:gd name="T12" fmla="*/ 172 w 180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0" h="16">
                    <a:moveTo>
                      <a:pt x="172" y="16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2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72" y="0"/>
                      <a:pt x="172" y="0"/>
                      <a:pt x="172" y="0"/>
                    </a:cubicBezTo>
                    <a:cubicBezTo>
                      <a:pt x="176" y="0"/>
                      <a:pt x="180" y="4"/>
                      <a:pt x="180" y="8"/>
                    </a:cubicBezTo>
                    <a:cubicBezTo>
                      <a:pt x="180" y="12"/>
                      <a:pt x="176" y="16"/>
                      <a:pt x="172" y="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14" name="Freeform 18">
                <a:extLst>
                  <a:ext uri="{FF2B5EF4-FFF2-40B4-BE49-F238E27FC236}">
                    <a16:creationId xmlns:a16="http://schemas.microsoft.com/office/drawing/2014/main" id="{181F9EF4-84EF-413F-94D4-062926855F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7966" y="3769676"/>
                <a:ext cx="346354" cy="278441"/>
              </a:xfrm>
              <a:custGeom>
                <a:avLst/>
                <a:gdLst>
                  <a:gd name="T0" fmla="*/ 88 w 97"/>
                  <a:gd name="T1" fmla="*/ 78 h 78"/>
                  <a:gd name="T2" fmla="*/ 80 w 97"/>
                  <a:gd name="T3" fmla="*/ 72 h 78"/>
                  <a:gd name="T4" fmla="*/ 66 w 97"/>
                  <a:gd name="T5" fmla="*/ 16 h 78"/>
                  <a:gd name="T6" fmla="*/ 8 w 97"/>
                  <a:gd name="T7" fmla="*/ 16 h 78"/>
                  <a:gd name="T8" fmla="*/ 0 w 97"/>
                  <a:gd name="T9" fmla="*/ 8 h 78"/>
                  <a:gd name="T10" fmla="*/ 8 w 97"/>
                  <a:gd name="T11" fmla="*/ 0 h 78"/>
                  <a:gd name="T12" fmla="*/ 72 w 97"/>
                  <a:gd name="T13" fmla="*/ 0 h 78"/>
                  <a:gd name="T14" fmla="*/ 80 w 97"/>
                  <a:gd name="T15" fmla="*/ 6 h 78"/>
                  <a:gd name="T16" fmla="*/ 96 w 97"/>
                  <a:gd name="T17" fmla="*/ 68 h 78"/>
                  <a:gd name="T18" fmla="*/ 90 w 97"/>
                  <a:gd name="T19" fmla="*/ 78 h 78"/>
                  <a:gd name="T20" fmla="*/ 88 w 97"/>
                  <a:gd name="T21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7" h="78">
                    <a:moveTo>
                      <a:pt x="88" y="78"/>
                    </a:moveTo>
                    <a:cubicBezTo>
                      <a:pt x="84" y="78"/>
                      <a:pt x="81" y="76"/>
                      <a:pt x="80" y="72"/>
                    </a:cubicBezTo>
                    <a:cubicBezTo>
                      <a:pt x="66" y="16"/>
                      <a:pt x="66" y="16"/>
                      <a:pt x="66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2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6" y="0"/>
                      <a:pt x="79" y="2"/>
                      <a:pt x="80" y="6"/>
                    </a:cubicBezTo>
                    <a:cubicBezTo>
                      <a:pt x="96" y="68"/>
                      <a:pt x="96" y="68"/>
                      <a:pt x="96" y="68"/>
                    </a:cubicBezTo>
                    <a:cubicBezTo>
                      <a:pt x="97" y="72"/>
                      <a:pt x="94" y="77"/>
                      <a:pt x="90" y="78"/>
                    </a:cubicBezTo>
                    <a:cubicBezTo>
                      <a:pt x="89" y="78"/>
                      <a:pt x="89" y="78"/>
                      <a:pt x="88" y="78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15" name="Freeform 19">
                <a:extLst>
                  <a:ext uri="{FF2B5EF4-FFF2-40B4-BE49-F238E27FC236}">
                    <a16:creationId xmlns:a16="http://schemas.microsoft.com/office/drawing/2014/main" id="{DC1A9BCE-FFA6-42FB-94C8-7C0023729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9975" y="4374098"/>
                <a:ext cx="348052" cy="281837"/>
              </a:xfrm>
              <a:custGeom>
                <a:avLst/>
                <a:gdLst>
                  <a:gd name="T0" fmla="*/ 89 w 97"/>
                  <a:gd name="T1" fmla="*/ 79 h 79"/>
                  <a:gd name="T2" fmla="*/ 25 w 97"/>
                  <a:gd name="T3" fmla="*/ 79 h 79"/>
                  <a:gd name="T4" fmla="*/ 17 w 97"/>
                  <a:gd name="T5" fmla="*/ 73 h 79"/>
                  <a:gd name="T6" fmla="*/ 1 w 97"/>
                  <a:gd name="T7" fmla="*/ 11 h 79"/>
                  <a:gd name="T8" fmla="*/ 7 w 97"/>
                  <a:gd name="T9" fmla="*/ 1 h 79"/>
                  <a:gd name="T10" fmla="*/ 17 w 97"/>
                  <a:gd name="T11" fmla="*/ 7 h 79"/>
                  <a:gd name="T12" fmla="*/ 31 w 97"/>
                  <a:gd name="T13" fmla="*/ 63 h 79"/>
                  <a:gd name="T14" fmla="*/ 89 w 97"/>
                  <a:gd name="T15" fmla="*/ 63 h 79"/>
                  <a:gd name="T16" fmla="*/ 97 w 97"/>
                  <a:gd name="T17" fmla="*/ 71 h 79"/>
                  <a:gd name="T18" fmla="*/ 89 w 97"/>
                  <a:gd name="T19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7" h="79">
                    <a:moveTo>
                      <a:pt x="89" y="79"/>
                    </a:moveTo>
                    <a:cubicBezTo>
                      <a:pt x="25" y="79"/>
                      <a:pt x="25" y="79"/>
                      <a:pt x="25" y="79"/>
                    </a:cubicBezTo>
                    <a:cubicBezTo>
                      <a:pt x="21" y="79"/>
                      <a:pt x="18" y="77"/>
                      <a:pt x="17" y="73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7"/>
                      <a:pt x="3" y="2"/>
                      <a:pt x="7" y="1"/>
                    </a:cubicBezTo>
                    <a:cubicBezTo>
                      <a:pt x="11" y="0"/>
                      <a:pt x="16" y="3"/>
                      <a:pt x="17" y="7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89" y="63"/>
                      <a:pt x="89" y="63"/>
                      <a:pt x="89" y="63"/>
                    </a:cubicBezTo>
                    <a:cubicBezTo>
                      <a:pt x="93" y="63"/>
                      <a:pt x="97" y="67"/>
                      <a:pt x="97" y="71"/>
                    </a:cubicBezTo>
                    <a:cubicBezTo>
                      <a:pt x="97" y="75"/>
                      <a:pt x="93" y="79"/>
                      <a:pt x="89" y="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16" name="Freeform 20">
                <a:extLst>
                  <a:ext uri="{FF2B5EF4-FFF2-40B4-BE49-F238E27FC236}">
                    <a16:creationId xmlns:a16="http://schemas.microsoft.com/office/drawing/2014/main" id="{ECEA32B9-0B29-43CD-9A78-C2A0C9A99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8321" y="4598209"/>
                <a:ext cx="585746" cy="57726"/>
              </a:xfrm>
              <a:custGeom>
                <a:avLst/>
                <a:gdLst>
                  <a:gd name="T0" fmla="*/ 156 w 164"/>
                  <a:gd name="T1" fmla="*/ 16 h 16"/>
                  <a:gd name="T2" fmla="*/ 8 w 164"/>
                  <a:gd name="T3" fmla="*/ 16 h 16"/>
                  <a:gd name="T4" fmla="*/ 0 w 164"/>
                  <a:gd name="T5" fmla="*/ 8 h 16"/>
                  <a:gd name="T6" fmla="*/ 8 w 164"/>
                  <a:gd name="T7" fmla="*/ 0 h 16"/>
                  <a:gd name="T8" fmla="*/ 156 w 164"/>
                  <a:gd name="T9" fmla="*/ 0 h 16"/>
                  <a:gd name="T10" fmla="*/ 164 w 164"/>
                  <a:gd name="T11" fmla="*/ 8 h 16"/>
                  <a:gd name="T12" fmla="*/ 156 w 16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4" h="16">
                    <a:moveTo>
                      <a:pt x="156" y="16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2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60" y="0"/>
                      <a:pt x="164" y="4"/>
                      <a:pt x="164" y="8"/>
                    </a:cubicBezTo>
                    <a:cubicBezTo>
                      <a:pt x="164" y="12"/>
                      <a:pt x="160" y="16"/>
                      <a:pt x="156" y="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17" name="Freeform 21">
                <a:extLst>
                  <a:ext uri="{FF2B5EF4-FFF2-40B4-BE49-F238E27FC236}">
                    <a16:creationId xmlns:a16="http://schemas.microsoft.com/office/drawing/2014/main" id="{A0A93DEB-E35C-4AD2-B020-CDB93FB609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6059" y="4598209"/>
                <a:ext cx="385404" cy="264859"/>
              </a:xfrm>
              <a:custGeom>
                <a:avLst/>
                <a:gdLst>
                  <a:gd name="T0" fmla="*/ 99 w 108"/>
                  <a:gd name="T1" fmla="*/ 74 h 74"/>
                  <a:gd name="T2" fmla="*/ 92 w 108"/>
                  <a:gd name="T3" fmla="*/ 69 h 74"/>
                  <a:gd name="T4" fmla="*/ 67 w 108"/>
                  <a:gd name="T5" fmla="*/ 16 h 74"/>
                  <a:gd name="T6" fmla="*/ 8 w 108"/>
                  <a:gd name="T7" fmla="*/ 16 h 74"/>
                  <a:gd name="T8" fmla="*/ 0 w 108"/>
                  <a:gd name="T9" fmla="*/ 8 h 74"/>
                  <a:gd name="T10" fmla="*/ 8 w 108"/>
                  <a:gd name="T11" fmla="*/ 0 h 74"/>
                  <a:gd name="T12" fmla="*/ 72 w 108"/>
                  <a:gd name="T13" fmla="*/ 0 h 74"/>
                  <a:gd name="T14" fmla="*/ 79 w 108"/>
                  <a:gd name="T15" fmla="*/ 5 h 74"/>
                  <a:gd name="T16" fmla="*/ 107 w 108"/>
                  <a:gd name="T17" fmla="*/ 62 h 74"/>
                  <a:gd name="T18" fmla="*/ 103 w 108"/>
                  <a:gd name="T19" fmla="*/ 73 h 74"/>
                  <a:gd name="T20" fmla="*/ 99 w 108"/>
                  <a:gd name="T21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74">
                    <a:moveTo>
                      <a:pt x="99" y="74"/>
                    </a:moveTo>
                    <a:cubicBezTo>
                      <a:pt x="96" y="74"/>
                      <a:pt x="93" y="72"/>
                      <a:pt x="92" y="69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2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5" y="0"/>
                      <a:pt x="78" y="2"/>
                      <a:pt x="79" y="5"/>
                    </a:cubicBezTo>
                    <a:cubicBezTo>
                      <a:pt x="107" y="62"/>
                      <a:pt x="107" y="62"/>
                      <a:pt x="107" y="62"/>
                    </a:cubicBezTo>
                    <a:cubicBezTo>
                      <a:pt x="108" y="66"/>
                      <a:pt x="107" y="71"/>
                      <a:pt x="103" y="73"/>
                    </a:cubicBezTo>
                    <a:cubicBezTo>
                      <a:pt x="102" y="74"/>
                      <a:pt x="100" y="74"/>
                      <a:pt x="99" y="74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18" name="Freeform 22">
                <a:extLst>
                  <a:ext uri="{FF2B5EF4-FFF2-40B4-BE49-F238E27FC236}">
                    <a16:creationId xmlns:a16="http://schemas.microsoft.com/office/drawing/2014/main" id="{71F6984A-DCE5-4BCD-B7D1-78293E492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7288" y="5228098"/>
                <a:ext cx="264859" cy="482179"/>
              </a:xfrm>
              <a:custGeom>
                <a:avLst/>
                <a:gdLst>
                  <a:gd name="T0" fmla="*/ 65 w 74"/>
                  <a:gd name="T1" fmla="*/ 135 h 135"/>
                  <a:gd name="T2" fmla="*/ 58 w 74"/>
                  <a:gd name="T3" fmla="*/ 131 h 135"/>
                  <a:gd name="T4" fmla="*/ 2 w 74"/>
                  <a:gd name="T5" fmla="*/ 12 h 135"/>
                  <a:gd name="T6" fmla="*/ 6 w 74"/>
                  <a:gd name="T7" fmla="*/ 1 h 135"/>
                  <a:gd name="T8" fmla="*/ 16 w 74"/>
                  <a:gd name="T9" fmla="*/ 5 h 135"/>
                  <a:gd name="T10" fmla="*/ 72 w 74"/>
                  <a:gd name="T11" fmla="*/ 124 h 135"/>
                  <a:gd name="T12" fmla="*/ 69 w 74"/>
                  <a:gd name="T13" fmla="*/ 135 h 135"/>
                  <a:gd name="T14" fmla="*/ 65 w 74"/>
                  <a:gd name="T15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4" h="135">
                    <a:moveTo>
                      <a:pt x="65" y="135"/>
                    </a:moveTo>
                    <a:cubicBezTo>
                      <a:pt x="62" y="135"/>
                      <a:pt x="59" y="134"/>
                      <a:pt x="58" y="131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0" y="8"/>
                      <a:pt x="2" y="3"/>
                      <a:pt x="6" y="1"/>
                    </a:cubicBezTo>
                    <a:cubicBezTo>
                      <a:pt x="10" y="0"/>
                      <a:pt x="15" y="1"/>
                      <a:pt x="16" y="5"/>
                    </a:cubicBezTo>
                    <a:cubicBezTo>
                      <a:pt x="72" y="124"/>
                      <a:pt x="72" y="124"/>
                      <a:pt x="72" y="124"/>
                    </a:cubicBezTo>
                    <a:cubicBezTo>
                      <a:pt x="74" y="128"/>
                      <a:pt x="73" y="133"/>
                      <a:pt x="69" y="135"/>
                    </a:cubicBezTo>
                    <a:cubicBezTo>
                      <a:pt x="67" y="135"/>
                      <a:pt x="66" y="135"/>
                      <a:pt x="65" y="1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19" name="Freeform 23">
                <a:extLst>
                  <a:ext uri="{FF2B5EF4-FFF2-40B4-BE49-F238E27FC236}">
                    <a16:creationId xmlns:a16="http://schemas.microsoft.com/office/drawing/2014/main" id="{C1A1F6B7-4473-434C-99EE-462A99362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31368" y="6075307"/>
                <a:ext cx="388800" cy="268255"/>
              </a:xfrm>
              <a:custGeom>
                <a:avLst/>
                <a:gdLst>
                  <a:gd name="T0" fmla="*/ 101 w 109"/>
                  <a:gd name="T1" fmla="*/ 75 h 75"/>
                  <a:gd name="T2" fmla="*/ 35 w 109"/>
                  <a:gd name="T3" fmla="*/ 75 h 75"/>
                  <a:gd name="T4" fmla="*/ 28 w 109"/>
                  <a:gd name="T5" fmla="*/ 70 h 75"/>
                  <a:gd name="T6" fmla="*/ 2 w 109"/>
                  <a:gd name="T7" fmla="*/ 12 h 75"/>
                  <a:gd name="T8" fmla="*/ 6 w 109"/>
                  <a:gd name="T9" fmla="*/ 2 h 75"/>
                  <a:gd name="T10" fmla="*/ 16 w 109"/>
                  <a:gd name="T11" fmla="*/ 6 h 75"/>
                  <a:gd name="T12" fmla="*/ 40 w 109"/>
                  <a:gd name="T13" fmla="*/ 59 h 75"/>
                  <a:gd name="T14" fmla="*/ 101 w 109"/>
                  <a:gd name="T15" fmla="*/ 59 h 75"/>
                  <a:gd name="T16" fmla="*/ 109 w 109"/>
                  <a:gd name="T17" fmla="*/ 67 h 75"/>
                  <a:gd name="T18" fmla="*/ 101 w 109"/>
                  <a:gd name="T19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75">
                    <a:moveTo>
                      <a:pt x="101" y="75"/>
                    </a:moveTo>
                    <a:cubicBezTo>
                      <a:pt x="35" y="75"/>
                      <a:pt x="35" y="75"/>
                      <a:pt x="35" y="75"/>
                    </a:cubicBezTo>
                    <a:cubicBezTo>
                      <a:pt x="32" y="75"/>
                      <a:pt x="29" y="73"/>
                      <a:pt x="28" y="70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0" y="8"/>
                      <a:pt x="2" y="4"/>
                      <a:pt x="6" y="2"/>
                    </a:cubicBezTo>
                    <a:cubicBezTo>
                      <a:pt x="10" y="0"/>
                      <a:pt x="14" y="2"/>
                      <a:pt x="16" y="6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101" y="59"/>
                      <a:pt x="101" y="59"/>
                      <a:pt x="101" y="59"/>
                    </a:cubicBezTo>
                    <a:cubicBezTo>
                      <a:pt x="105" y="59"/>
                      <a:pt x="109" y="63"/>
                      <a:pt x="109" y="67"/>
                    </a:cubicBezTo>
                    <a:cubicBezTo>
                      <a:pt x="109" y="71"/>
                      <a:pt x="105" y="75"/>
                      <a:pt x="101" y="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20" name="Freeform 24">
                <a:extLst>
                  <a:ext uri="{FF2B5EF4-FFF2-40B4-BE49-F238E27FC236}">
                    <a16:creationId xmlns:a16="http://schemas.microsoft.com/office/drawing/2014/main" id="{9BE00F0B-D688-4CB5-B105-88EB2E5B5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7845" y="6285836"/>
                <a:ext cx="443130" cy="57726"/>
              </a:xfrm>
              <a:custGeom>
                <a:avLst/>
                <a:gdLst>
                  <a:gd name="T0" fmla="*/ 116 w 124"/>
                  <a:gd name="T1" fmla="*/ 16 h 16"/>
                  <a:gd name="T2" fmla="*/ 8 w 124"/>
                  <a:gd name="T3" fmla="*/ 16 h 16"/>
                  <a:gd name="T4" fmla="*/ 0 w 124"/>
                  <a:gd name="T5" fmla="*/ 8 h 16"/>
                  <a:gd name="T6" fmla="*/ 8 w 124"/>
                  <a:gd name="T7" fmla="*/ 0 h 16"/>
                  <a:gd name="T8" fmla="*/ 116 w 124"/>
                  <a:gd name="T9" fmla="*/ 0 h 16"/>
                  <a:gd name="T10" fmla="*/ 124 w 124"/>
                  <a:gd name="T11" fmla="*/ 8 h 16"/>
                  <a:gd name="T12" fmla="*/ 116 w 12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4" h="16">
                    <a:moveTo>
                      <a:pt x="116" y="16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2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16" y="0"/>
                      <a:pt x="116" y="0"/>
                      <a:pt x="116" y="0"/>
                    </a:cubicBezTo>
                    <a:cubicBezTo>
                      <a:pt x="120" y="0"/>
                      <a:pt x="124" y="4"/>
                      <a:pt x="124" y="8"/>
                    </a:cubicBezTo>
                    <a:cubicBezTo>
                      <a:pt x="124" y="12"/>
                      <a:pt x="120" y="16"/>
                      <a:pt x="116" y="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7C73374-1B16-4877-8CB4-1F6E8C80E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33933" y="6285836"/>
                <a:ext cx="254672" cy="57726"/>
              </a:xfrm>
              <a:custGeom>
                <a:avLst/>
                <a:gdLst>
                  <a:gd name="connsiteX0" fmla="*/ 26829 w 238125"/>
                  <a:gd name="connsiteY0" fmla="*/ 0 h 53975"/>
                  <a:gd name="connsiteX1" fmla="*/ 238105 w 238125"/>
                  <a:gd name="connsiteY1" fmla="*/ 0 h 53975"/>
                  <a:gd name="connsiteX2" fmla="*/ 238125 w 238125"/>
                  <a:gd name="connsiteY2" fmla="*/ 0 h 53975"/>
                  <a:gd name="connsiteX3" fmla="*/ 238125 w 238125"/>
                  <a:gd name="connsiteY3" fmla="*/ 53975 h 53975"/>
                  <a:gd name="connsiteX4" fmla="*/ 170614 w 238125"/>
                  <a:gd name="connsiteY4" fmla="*/ 53975 h 53975"/>
                  <a:gd name="connsiteX5" fmla="*/ 26829 w 238125"/>
                  <a:gd name="connsiteY5" fmla="*/ 53975 h 53975"/>
                  <a:gd name="connsiteX6" fmla="*/ 0 w 238125"/>
                  <a:gd name="connsiteY6" fmla="*/ 26988 h 53975"/>
                  <a:gd name="connsiteX7" fmla="*/ 26829 w 238125"/>
                  <a:gd name="connsiteY7" fmla="*/ 0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8125" h="53975">
                    <a:moveTo>
                      <a:pt x="26829" y="0"/>
                    </a:moveTo>
                    <a:cubicBezTo>
                      <a:pt x="187802" y="0"/>
                      <a:pt x="228045" y="0"/>
                      <a:pt x="238105" y="0"/>
                    </a:cubicBezTo>
                    <a:lnTo>
                      <a:pt x="238125" y="0"/>
                    </a:lnTo>
                    <a:lnTo>
                      <a:pt x="238125" y="53975"/>
                    </a:lnTo>
                    <a:lnTo>
                      <a:pt x="170614" y="53975"/>
                    </a:lnTo>
                    <a:cubicBezTo>
                      <a:pt x="26829" y="53975"/>
                      <a:pt x="26829" y="53975"/>
                      <a:pt x="26829" y="53975"/>
                    </a:cubicBezTo>
                    <a:cubicBezTo>
                      <a:pt x="13414" y="53975"/>
                      <a:pt x="0" y="40481"/>
                      <a:pt x="0" y="26988"/>
                    </a:cubicBezTo>
                    <a:cubicBezTo>
                      <a:pt x="0" y="13494"/>
                      <a:pt x="13414" y="0"/>
                      <a:pt x="26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600">
                  <a:latin typeface="+mj-lt"/>
                </a:endParaRP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678B26-40EE-4E81-A51C-D5485D1DFC55}"/>
              </a:ext>
            </a:extLst>
          </p:cNvPr>
          <p:cNvGrpSpPr/>
          <p:nvPr/>
        </p:nvGrpSpPr>
        <p:grpSpPr>
          <a:xfrm>
            <a:off x="1684234" y="1005962"/>
            <a:ext cx="2779318" cy="1048708"/>
            <a:chOff x="1684234" y="1005962"/>
            <a:chExt cx="2779318" cy="104870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7CE033-0EDE-48FB-9EC4-E5128876F831}"/>
                </a:ext>
              </a:extLst>
            </p:cNvPr>
            <p:cNvGrpSpPr/>
            <p:nvPr/>
          </p:nvGrpSpPr>
          <p:grpSpPr>
            <a:xfrm>
              <a:off x="1748747" y="1493625"/>
              <a:ext cx="1867654" cy="165908"/>
              <a:chOff x="3138565" y="1684351"/>
              <a:chExt cx="1867654" cy="131763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59A6FD4-B0A8-4ABE-A7AB-E08A847AE4C6}"/>
                  </a:ext>
                </a:extLst>
              </p:cNvPr>
              <p:cNvSpPr/>
              <p:nvPr/>
            </p:nvSpPr>
            <p:spPr>
              <a:xfrm>
                <a:off x="3138565" y="1684351"/>
                <a:ext cx="1867654" cy="13176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01BBB28-4ADC-4E33-9CBA-15A0F74F8C1A}"/>
                  </a:ext>
                </a:extLst>
              </p:cNvPr>
              <p:cNvSpPr/>
              <p:nvPr/>
            </p:nvSpPr>
            <p:spPr>
              <a:xfrm>
                <a:off x="3138567" y="1684351"/>
                <a:ext cx="861102" cy="13176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0ADBB91-4494-4B15-B904-5CDC58DE96DD}"/>
                </a:ext>
              </a:extLst>
            </p:cNvPr>
            <p:cNvSpPr txBox="1"/>
            <p:nvPr/>
          </p:nvSpPr>
          <p:spPr>
            <a:xfrm>
              <a:off x="3682828" y="1422691"/>
              <a:ext cx="6825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 xml:space="preserve">f'(x)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68A7088-1B6D-4FD0-AEF7-E3DC18EF221C}"/>
                </a:ext>
              </a:extLst>
            </p:cNvPr>
            <p:cNvSpPr txBox="1"/>
            <p:nvPr/>
          </p:nvSpPr>
          <p:spPr>
            <a:xfrm>
              <a:off x="1684234" y="1005962"/>
              <a:ext cx="24268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 xml:space="preserve">Definisi Turunan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1C4CC3F-F624-429C-B09D-3F230F74AE52}"/>
                </a:ext>
              </a:extLst>
            </p:cNvPr>
            <p:cNvSpPr txBox="1"/>
            <p:nvPr/>
          </p:nvSpPr>
          <p:spPr>
            <a:xfrm>
              <a:off x="1684236" y="1780236"/>
              <a:ext cx="2779316" cy="274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 xml:space="preserve">Limit perbandingan perubahan fungsi per unit</a:t>
              </a:r>
            </a:p>
          </p:txBody>
        </p:sp>
      </p:grpSp>
      <p:grpSp>
        <p:nvGrpSpPr>
          <p:cNvPr id="29" name="Graphic 4">
            <a:extLst>
              <a:ext uri="{FF2B5EF4-FFF2-40B4-BE49-F238E27FC236}">
                <a16:creationId xmlns:a16="http://schemas.microsoft.com/office/drawing/2014/main" id="{745AEC84-9471-4220-9E57-3320FDA53C5E}"/>
              </a:ext>
            </a:extLst>
          </p:cNvPr>
          <p:cNvGrpSpPr/>
          <p:nvPr/>
        </p:nvGrpSpPr>
        <p:grpSpPr>
          <a:xfrm>
            <a:off x="1108804" y="1973742"/>
            <a:ext cx="375935" cy="564800"/>
            <a:chOff x="9268674" y="75498"/>
            <a:chExt cx="614121" cy="922647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C856B1B-11C1-4199-83F0-02E06F10C5A3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6263607-CB98-4721-8F31-E9F660872E9B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3D069C8-19AC-43B2-BC45-07DE2D61915A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EA3B36-A60E-48D4-85B8-0DC3A6D7AC8E}"/>
              </a:ext>
            </a:extLst>
          </p:cNvPr>
          <p:cNvGrpSpPr/>
          <p:nvPr/>
        </p:nvGrpSpPr>
        <p:grpSpPr>
          <a:xfrm>
            <a:off x="5241151" y="1815413"/>
            <a:ext cx="2779318" cy="1048708"/>
            <a:chOff x="1684234" y="1005962"/>
            <a:chExt cx="2779318" cy="104870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6244574-3C2D-486A-AA5A-7B80F75EBF1C}"/>
                </a:ext>
              </a:extLst>
            </p:cNvPr>
            <p:cNvGrpSpPr/>
            <p:nvPr/>
          </p:nvGrpSpPr>
          <p:grpSpPr>
            <a:xfrm>
              <a:off x="1748747" y="1493625"/>
              <a:ext cx="1867654" cy="165908"/>
              <a:chOff x="3138565" y="1684351"/>
              <a:chExt cx="1867654" cy="131763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2C0BB748-406A-42D2-99C3-AEBD578AFC83}"/>
                  </a:ext>
                </a:extLst>
              </p:cNvPr>
              <p:cNvSpPr/>
              <p:nvPr/>
            </p:nvSpPr>
            <p:spPr>
              <a:xfrm>
                <a:off x="3138565" y="1684351"/>
                <a:ext cx="1867654" cy="13176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D6D41CF-F096-4C04-A164-0B708F2C0D73}"/>
                  </a:ext>
                </a:extLst>
              </p:cNvPr>
              <p:cNvSpPr/>
              <p:nvPr/>
            </p:nvSpPr>
            <p:spPr>
              <a:xfrm>
                <a:off x="3138566" y="1684351"/>
                <a:ext cx="1233248" cy="131763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F3915DA-A81E-4AD9-9308-E7299CBFB5D2}"/>
                </a:ext>
              </a:extLst>
            </p:cNvPr>
            <p:cNvSpPr txBox="1"/>
            <p:nvPr/>
          </p:nvSpPr>
          <p:spPr>
            <a:xfrm>
              <a:off x="3682828" y="1422691"/>
              <a:ext cx="6825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 xml:space="preserve">dy/dx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380264-AE5C-4BAE-9343-AD32BB7E85BB}"/>
                </a:ext>
              </a:extLst>
            </p:cNvPr>
            <p:cNvSpPr txBox="1"/>
            <p:nvPr/>
          </p:nvSpPr>
          <p:spPr>
            <a:xfrm>
              <a:off x="1684234" y="1005962"/>
              <a:ext cx="24268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 xml:space="preserve">Notasi Leibniz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288C02C-D5C6-4D5F-A4DA-22BBE04F5C74}"/>
                </a:ext>
              </a:extLst>
            </p:cNvPr>
            <p:cNvSpPr txBox="1"/>
            <p:nvPr/>
          </p:nvSpPr>
          <p:spPr>
            <a:xfrm>
              <a:off x="1684236" y="1780236"/>
              <a:ext cx="2779316" cy="274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 xml:space="preserve">Menunjukkan perubahan y terhadap perubahan x</a:t>
              </a:r>
            </a:p>
          </p:txBody>
        </p:sp>
      </p:grpSp>
      <p:grpSp>
        <p:nvGrpSpPr>
          <p:cNvPr id="41" name="Graphic 4">
            <a:extLst>
              <a:ext uri="{FF2B5EF4-FFF2-40B4-BE49-F238E27FC236}">
                <a16:creationId xmlns:a16="http://schemas.microsoft.com/office/drawing/2014/main" id="{22843DD0-6BD0-4CB3-9B6B-244D8D58A90F}"/>
              </a:ext>
            </a:extLst>
          </p:cNvPr>
          <p:cNvGrpSpPr/>
          <p:nvPr/>
        </p:nvGrpSpPr>
        <p:grpSpPr>
          <a:xfrm>
            <a:off x="6239491" y="2984824"/>
            <a:ext cx="375935" cy="564800"/>
            <a:chOff x="9268674" y="75498"/>
            <a:chExt cx="614121" cy="922647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9CE3A80-8BA0-463A-9DBD-919B104691E1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477F3A3-51B3-487D-8866-88F300F83709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D56779C-2569-4C37-807D-2AA15A448C3B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25CC5B2-FC48-4F01-997C-7378DAD2C20E}"/>
              </a:ext>
            </a:extLst>
          </p:cNvPr>
          <p:cNvGrpSpPr/>
          <p:nvPr/>
        </p:nvGrpSpPr>
        <p:grpSpPr>
          <a:xfrm>
            <a:off x="8856030" y="2615934"/>
            <a:ext cx="2779318" cy="1048708"/>
            <a:chOff x="1684234" y="1005962"/>
            <a:chExt cx="2779318" cy="1048708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2ECD751-4830-4703-A301-E40695C02890}"/>
                </a:ext>
              </a:extLst>
            </p:cNvPr>
            <p:cNvGrpSpPr/>
            <p:nvPr/>
          </p:nvGrpSpPr>
          <p:grpSpPr>
            <a:xfrm>
              <a:off x="1748747" y="1493625"/>
              <a:ext cx="1867654" cy="165908"/>
              <a:chOff x="3138565" y="1684351"/>
              <a:chExt cx="1867654" cy="131763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1BFFF13-9691-4C86-B9AD-0F76E28FBF55}"/>
                  </a:ext>
                </a:extLst>
              </p:cNvPr>
              <p:cNvSpPr/>
              <p:nvPr/>
            </p:nvSpPr>
            <p:spPr>
              <a:xfrm>
                <a:off x="3138565" y="1684351"/>
                <a:ext cx="1867654" cy="13176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C7755D58-33BA-494A-8CCD-44F5FD3946B9}"/>
                  </a:ext>
                </a:extLst>
              </p:cNvPr>
              <p:cNvSpPr/>
              <p:nvPr/>
            </p:nvSpPr>
            <p:spPr>
              <a:xfrm>
                <a:off x="3138566" y="1684351"/>
                <a:ext cx="1571244" cy="13176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3815863-A60D-4662-8190-9C23A0C6BF7E}"/>
                </a:ext>
              </a:extLst>
            </p:cNvPr>
            <p:cNvSpPr txBox="1"/>
            <p:nvPr/>
          </p:nvSpPr>
          <p:spPr>
            <a:xfrm>
              <a:off x="3682828" y="1422691"/>
              <a:ext cx="6825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 xml:space="preserve">d/dx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E9AFF24-2CF6-4900-9854-C6AD6E070D20}"/>
                </a:ext>
              </a:extLst>
            </p:cNvPr>
            <p:cNvSpPr txBox="1"/>
            <p:nvPr/>
          </p:nvSpPr>
          <p:spPr>
            <a:xfrm>
              <a:off x="1684234" y="1005962"/>
              <a:ext cx="24268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 xml:space="preserve">Operator Turunan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2E30D4E-ACED-4A07-BE98-29C96D114D75}"/>
                </a:ext>
              </a:extLst>
            </p:cNvPr>
            <p:cNvSpPr txBox="1"/>
            <p:nvPr/>
          </p:nvSpPr>
          <p:spPr>
            <a:xfrm>
              <a:off x="1684236" y="1780236"/>
              <a:ext cx="2779316" cy="274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 xml:space="preserve">Simbol operasi diferensiasi terhadap variabel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9A09314-E347-447C-97EB-9920FA793998}"/>
              </a:ext>
            </a:extLst>
          </p:cNvPr>
          <p:cNvSpPr txBox="1"/>
          <p:nvPr/>
        </p:nvSpPr>
        <p:spPr>
          <a:xfrm>
            <a:off x="9486665" y="968046"/>
            <a:ext cx="2111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 xml:space="preserve">Turunan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F3E3B6-6732-4536-A1A3-B8BE0F0FE11F}"/>
              </a:ext>
            </a:extLst>
          </p:cNvPr>
          <p:cNvSpPr txBox="1"/>
          <p:nvPr/>
        </p:nvSpPr>
        <p:spPr>
          <a:xfrm>
            <a:off x="598025" y="5592713"/>
            <a:ext cx="30990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 xml:space="preserve">Mengukur Laju Perubahan Sesaat Fungsi Terhadap Variabelnya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7CB1DF9-90FB-43B6-BE52-7DD20CA6F6D1}"/>
              </a:ext>
            </a:extLst>
          </p:cNvPr>
          <p:cNvSpPr txBox="1"/>
          <p:nvPr/>
        </p:nvSpPr>
        <p:spPr>
          <a:xfrm>
            <a:off x="3671045" y="5592713"/>
            <a:ext cx="2909804" cy="67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 xml:space="preserve">Konsep fundamental kalkulus untuk analisis perubahan dinamis dalam matematika dan aplikasi fisika</a:t>
            </a:r>
          </a:p>
        </p:txBody>
      </p:sp>
      <p:grpSp>
        <p:nvGrpSpPr>
          <p:cNvPr id="55" name="Graphic 4">
            <a:extLst>
              <a:ext uri="{FF2B5EF4-FFF2-40B4-BE49-F238E27FC236}">
                <a16:creationId xmlns:a16="http://schemas.microsoft.com/office/drawing/2014/main" id="{D06E147C-8B9C-4C30-B059-C8AE1734E0F1}"/>
              </a:ext>
            </a:extLst>
          </p:cNvPr>
          <p:cNvGrpSpPr/>
          <p:nvPr/>
        </p:nvGrpSpPr>
        <p:grpSpPr>
          <a:xfrm>
            <a:off x="8528608" y="3724177"/>
            <a:ext cx="375935" cy="564800"/>
            <a:chOff x="9268674" y="75498"/>
            <a:chExt cx="614121" cy="922647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F248531-4A37-417F-B74F-72160117EA67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C87998F-1EAF-4C55-8F7C-F80CF5C9B842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4CE0105-4D0D-4ED0-B451-1F3B08697D84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" name="Graphic 69">
            <a:extLst>
              <a:ext uri="{FF2B5EF4-FFF2-40B4-BE49-F238E27FC236}">
                <a16:creationId xmlns:a16="http://schemas.microsoft.com/office/drawing/2014/main" id="{5306A8E4-1FDE-4FE7-9EE3-7247FA18D982}"/>
              </a:ext>
            </a:extLst>
          </p:cNvPr>
          <p:cNvGrpSpPr/>
          <p:nvPr/>
        </p:nvGrpSpPr>
        <p:grpSpPr>
          <a:xfrm>
            <a:off x="11060103" y="5135127"/>
            <a:ext cx="415966" cy="602757"/>
            <a:chOff x="5320703" y="3652300"/>
            <a:chExt cx="1355534" cy="1964239"/>
          </a:xfrm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856AE12-C342-48C7-AD58-EA1E677FB7D5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0D77237-7785-4FB3-ABDE-941956BD215D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E651A56-DC00-4881-B5D0-AFEB41B8C499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EE8200F-D3E7-4211-9F58-CC9DB712994D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652F79E-C52A-4615-B771-F28A2D837958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694225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215F4F87-4BEF-4B32-BE4E-1D92CABD3A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grpSp>
        <p:nvGrpSpPr>
          <p:cNvPr id="53" name="Graphic 45">
            <a:extLst>
              <a:ext uri="{FF2B5EF4-FFF2-40B4-BE49-F238E27FC236}">
                <a16:creationId xmlns:a16="http://schemas.microsoft.com/office/drawing/2014/main" id="{E62AEA62-C5AD-4392-9D46-F6AC3CC1A7B4}"/>
              </a:ext>
            </a:extLst>
          </p:cNvPr>
          <p:cNvGrpSpPr/>
          <p:nvPr/>
        </p:nvGrpSpPr>
        <p:grpSpPr>
          <a:xfrm>
            <a:off x="10258419" y="949342"/>
            <a:ext cx="404883" cy="536723"/>
            <a:chOff x="1869848" y="-91796"/>
            <a:chExt cx="1515808" cy="2009394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13A9B10-C553-43EC-ACDB-499C0934F561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5EA102-6E1C-4C82-904A-3661506A85E5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A112D59-5A4A-4C38-92A7-D57044EFA8E5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885CC16-AE77-4237-AFE2-AADAC11E829F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2B3F0BD-E7ED-4FD5-8C22-DCD489D468B1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59" name="Graphic 69">
            <a:extLst>
              <a:ext uri="{FF2B5EF4-FFF2-40B4-BE49-F238E27FC236}">
                <a16:creationId xmlns:a16="http://schemas.microsoft.com/office/drawing/2014/main" id="{C410877C-2606-412A-9D0A-161F0C4EE5F3}"/>
              </a:ext>
            </a:extLst>
          </p:cNvPr>
          <p:cNvGrpSpPr/>
          <p:nvPr/>
        </p:nvGrpSpPr>
        <p:grpSpPr>
          <a:xfrm>
            <a:off x="10729147" y="987537"/>
            <a:ext cx="415966" cy="602757"/>
            <a:chOff x="5320703" y="3652300"/>
            <a:chExt cx="1355534" cy="1964239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39B29AE-9884-4CAD-B5F8-55E3AC4820ED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1578EFB-EBC2-4027-AA65-ED207DC30652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A952C08-18B8-42D8-BA91-97D7DAD633A6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245BBA7-B2F9-4E70-A87F-0D879B661AD2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400B82C-E180-43FB-A075-8DFA12A003FD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41" name="Graphic 45">
            <a:extLst>
              <a:ext uri="{FF2B5EF4-FFF2-40B4-BE49-F238E27FC236}">
                <a16:creationId xmlns:a16="http://schemas.microsoft.com/office/drawing/2014/main" id="{8516E310-367F-4456-A189-774C0380AF4C}"/>
              </a:ext>
            </a:extLst>
          </p:cNvPr>
          <p:cNvGrpSpPr/>
          <p:nvPr/>
        </p:nvGrpSpPr>
        <p:grpSpPr>
          <a:xfrm>
            <a:off x="6726962" y="4016168"/>
            <a:ext cx="404883" cy="536723"/>
            <a:chOff x="1869848" y="-91796"/>
            <a:chExt cx="1515808" cy="20093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6F2150E-A498-45B2-A196-124E3C5960A1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402D5F4-1F7E-4FB7-82AB-C751FE905995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74F1E93-907F-4AAC-87EF-CB6B28F7035E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AF2AB08-D7AC-464D-AA68-7AEE5372926B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9978E09-7BCE-42BA-9518-6297244CF96D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47" name="Graphic 69">
            <a:extLst>
              <a:ext uri="{FF2B5EF4-FFF2-40B4-BE49-F238E27FC236}">
                <a16:creationId xmlns:a16="http://schemas.microsoft.com/office/drawing/2014/main" id="{A4A8B7E5-7C88-4E21-A7CD-4F39EBCB5AC6}"/>
              </a:ext>
            </a:extLst>
          </p:cNvPr>
          <p:cNvGrpSpPr/>
          <p:nvPr/>
        </p:nvGrpSpPr>
        <p:grpSpPr>
          <a:xfrm>
            <a:off x="7197690" y="4054363"/>
            <a:ext cx="415966" cy="602757"/>
            <a:chOff x="5320703" y="3652300"/>
            <a:chExt cx="1355534" cy="1964239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B706A9D-B59F-4B96-8E7F-C3BF3023429A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EF34551-ED43-4D11-9F98-FFD8BCC3DBFD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1BF283D-4F0C-49EB-8B85-D038F9C124D3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64890B5-88DD-43BB-B1DA-D6CDB5A31FAE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A5FA06C-48B3-4E43-A69D-E5137F6FA613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16E92DA-B2B1-42BF-90A4-E3365CB58C0E}"/>
              </a:ext>
            </a:extLst>
          </p:cNvPr>
          <p:cNvGrpSpPr/>
          <p:nvPr/>
        </p:nvGrpSpPr>
        <p:grpSpPr>
          <a:xfrm>
            <a:off x="-823351" y="2306668"/>
            <a:ext cx="13573004" cy="4152172"/>
            <a:chOff x="-2612903" y="-5181872"/>
            <a:chExt cx="13573004" cy="4152172"/>
          </a:xfrm>
        </p:grpSpPr>
        <p:sp>
          <p:nvSpPr>
            <p:cNvPr id="4" name="Google Shape;557;p14">
              <a:extLst>
                <a:ext uri="{FF2B5EF4-FFF2-40B4-BE49-F238E27FC236}">
                  <a16:creationId xmlns:a16="http://schemas.microsoft.com/office/drawing/2014/main" id="{BB39315C-A479-4700-84C2-FC1F06B50D26}"/>
                </a:ext>
              </a:extLst>
            </p:cNvPr>
            <p:cNvSpPr/>
            <p:nvPr/>
          </p:nvSpPr>
          <p:spPr>
            <a:xfrm rot="20934014" flipH="1">
              <a:off x="-2612903" y="-5181872"/>
              <a:ext cx="13573004" cy="4152172"/>
            </a:xfrm>
            <a:custGeom>
              <a:avLst/>
              <a:gdLst/>
              <a:ahLst/>
              <a:cxnLst/>
              <a:rect l="l" t="t" r="r" b="b"/>
              <a:pathLst>
                <a:path w="12797629" h="3914974" extrusionOk="0">
                  <a:moveTo>
                    <a:pt x="1858535" y="49027"/>
                  </a:moveTo>
                  <a:cubicBezTo>
                    <a:pt x="2219575" y="-32580"/>
                    <a:pt x="2602103" y="-13064"/>
                    <a:pt x="2955343" y="113241"/>
                  </a:cubicBezTo>
                  <a:cubicBezTo>
                    <a:pt x="3520528" y="315329"/>
                    <a:pt x="3970577" y="776062"/>
                    <a:pt x="4159033" y="1346035"/>
                  </a:cubicBezTo>
                  <a:cubicBezTo>
                    <a:pt x="4212087" y="1507044"/>
                    <a:pt x="4241746" y="1665288"/>
                    <a:pt x="4270302" y="1818558"/>
                  </a:cubicBezTo>
                  <a:cubicBezTo>
                    <a:pt x="4295907" y="1956170"/>
                    <a:pt x="4320041" y="2086229"/>
                    <a:pt x="4359279" y="2204497"/>
                  </a:cubicBezTo>
                  <a:cubicBezTo>
                    <a:pt x="4415834" y="2375821"/>
                    <a:pt x="4537971" y="2559856"/>
                    <a:pt x="4682952" y="2584542"/>
                  </a:cubicBezTo>
                  <a:cubicBezTo>
                    <a:pt x="4808222" y="2606096"/>
                    <a:pt x="4976782" y="2523382"/>
                    <a:pt x="5155474" y="2435877"/>
                  </a:cubicBezTo>
                  <a:cubicBezTo>
                    <a:pt x="5422777" y="2304896"/>
                    <a:pt x="5755478" y="2142046"/>
                    <a:pt x="6126680" y="2262896"/>
                  </a:cubicBezTo>
                  <a:cubicBezTo>
                    <a:pt x="6454773" y="2369742"/>
                    <a:pt x="6628677" y="2641834"/>
                    <a:pt x="6768499" y="2860502"/>
                  </a:cubicBezTo>
                  <a:cubicBezTo>
                    <a:pt x="6845503" y="2981165"/>
                    <a:pt x="6918269" y="3095013"/>
                    <a:pt x="7000431" y="3161517"/>
                  </a:cubicBezTo>
                  <a:cubicBezTo>
                    <a:pt x="7197732" y="3321418"/>
                    <a:pt x="7541299" y="3249941"/>
                    <a:pt x="7759232" y="3088382"/>
                  </a:cubicBezTo>
                  <a:cubicBezTo>
                    <a:pt x="8035193" y="2883898"/>
                    <a:pt x="8218121" y="2555803"/>
                    <a:pt x="8411920" y="2208550"/>
                  </a:cubicBezTo>
                  <a:lnTo>
                    <a:pt x="8418000" y="2197682"/>
                  </a:lnTo>
                  <a:cubicBezTo>
                    <a:pt x="8606640" y="1859456"/>
                    <a:pt x="8865099" y="1396144"/>
                    <a:pt x="9295435" y="1107104"/>
                  </a:cubicBezTo>
                  <a:cubicBezTo>
                    <a:pt x="9917730" y="689110"/>
                    <a:pt x="10810639" y="748429"/>
                    <a:pt x="11372326" y="1244899"/>
                  </a:cubicBezTo>
                  <a:cubicBezTo>
                    <a:pt x="11580861" y="1429304"/>
                    <a:pt x="11726948" y="1647418"/>
                    <a:pt x="11868244" y="1858349"/>
                  </a:cubicBezTo>
                  <a:cubicBezTo>
                    <a:pt x="11902692" y="1909932"/>
                    <a:pt x="11935483" y="1958750"/>
                    <a:pt x="11969012" y="2007015"/>
                  </a:cubicBezTo>
                  <a:cubicBezTo>
                    <a:pt x="12092071" y="2183865"/>
                    <a:pt x="12259894" y="2397743"/>
                    <a:pt x="12467694" y="2480826"/>
                  </a:cubicBezTo>
                  <a:cubicBezTo>
                    <a:pt x="12527933" y="2504866"/>
                    <a:pt x="12594805" y="2513341"/>
                    <a:pt x="12656518" y="2508367"/>
                  </a:cubicBezTo>
                  <a:lnTo>
                    <a:pt x="12669199" y="2505855"/>
                  </a:lnTo>
                  <a:lnTo>
                    <a:pt x="12797629" y="3160480"/>
                  </a:lnTo>
                  <a:lnTo>
                    <a:pt x="12669146" y="3174817"/>
                  </a:lnTo>
                  <a:cubicBezTo>
                    <a:pt x="12521335" y="3180940"/>
                    <a:pt x="12368214" y="3156313"/>
                    <a:pt x="12221207" y="3097592"/>
                  </a:cubicBezTo>
                  <a:cubicBezTo>
                    <a:pt x="11849270" y="2948928"/>
                    <a:pt x="11599651" y="2639071"/>
                    <a:pt x="11423538" y="2385954"/>
                  </a:cubicBezTo>
                  <a:cubicBezTo>
                    <a:pt x="11386695" y="2333083"/>
                    <a:pt x="11350772" y="2279474"/>
                    <a:pt x="11316138" y="2227710"/>
                  </a:cubicBezTo>
                  <a:cubicBezTo>
                    <a:pt x="11193079" y="2043674"/>
                    <a:pt x="11076653" y="1869956"/>
                    <a:pt x="10932409" y="1742476"/>
                  </a:cubicBezTo>
                  <a:cubicBezTo>
                    <a:pt x="10595471" y="1444778"/>
                    <a:pt x="10039498" y="1407933"/>
                    <a:pt x="9666270" y="1658472"/>
                  </a:cubicBezTo>
                  <a:cubicBezTo>
                    <a:pt x="9390678" y="1843612"/>
                    <a:pt x="9200933" y="2158627"/>
                    <a:pt x="8998658" y="2520987"/>
                  </a:cubicBezTo>
                  <a:lnTo>
                    <a:pt x="8992580" y="2531855"/>
                  </a:lnTo>
                  <a:cubicBezTo>
                    <a:pt x="8783307" y="2907110"/>
                    <a:pt x="8546031" y="3332287"/>
                    <a:pt x="8155119" y="3621881"/>
                  </a:cubicBezTo>
                  <a:cubicBezTo>
                    <a:pt x="7915818" y="3799284"/>
                    <a:pt x="7597302" y="3914974"/>
                    <a:pt x="7280998" y="3914974"/>
                  </a:cubicBezTo>
                  <a:cubicBezTo>
                    <a:pt x="7033959" y="3914974"/>
                    <a:pt x="6788026" y="3844417"/>
                    <a:pt x="6582070" y="3677514"/>
                  </a:cubicBezTo>
                  <a:cubicBezTo>
                    <a:pt x="6416272" y="3543220"/>
                    <a:pt x="6305925" y="3370421"/>
                    <a:pt x="6208472" y="3218071"/>
                  </a:cubicBezTo>
                  <a:cubicBezTo>
                    <a:pt x="6108810" y="3062406"/>
                    <a:pt x="6022964" y="2927742"/>
                    <a:pt x="5920907" y="2894583"/>
                  </a:cubicBezTo>
                  <a:cubicBezTo>
                    <a:pt x="5805953" y="2857186"/>
                    <a:pt x="5639972" y="2938427"/>
                    <a:pt x="5447830" y="3032564"/>
                  </a:cubicBezTo>
                  <a:cubicBezTo>
                    <a:pt x="5194713" y="3156543"/>
                    <a:pt x="4907700" y="3296917"/>
                    <a:pt x="4570948" y="3239442"/>
                  </a:cubicBezTo>
                  <a:cubicBezTo>
                    <a:pt x="4193113" y="3174780"/>
                    <a:pt x="3878098" y="2865845"/>
                    <a:pt x="3728143" y="2413034"/>
                  </a:cubicBezTo>
                  <a:cubicBezTo>
                    <a:pt x="3674905" y="2252025"/>
                    <a:pt x="3645244" y="2093414"/>
                    <a:pt x="3616690" y="1940144"/>
                  </a:cubicBezTo>
                  <a:cubicBezTo>
                    <a:pt x="3591085" y="1802716"/>
                    <a:pt x="3566767" y="1672842"/>
                    <a:pt x="3527713" y="1554572"/>
                  </a:cubicBezTo>
                  <a:cubicBezTo>
                    <a:pt x="3404838" y="1183187"/>
                    <a:pt x="3099772" y="870751"/>
                    <a:pt x="2731332" y="739033"/>
                  </a:cubicBezTo>
                  <a:cubicBezTo>
                    <a:pt x="2362894" y="607318"/>
                    <a:pt x="1928873" y="655583"/>
                    <a:pt x="1598383" y="865040"/>
                  </a:cubicBezTo>
                  <a:cubicBezTo>
                    <a:pt x="1440876" y="964887"/>
                    <a:pt x="1298474" y="1102314"/>
                    <a:pt x="1147599" y="1247664"/>
                  </a:cubicBezTo>
                  <a:cubicBezTo>
                    <a:pt x="1027672" y="1363537"/>
                    <a:pt x="903507" y="1483096"/>
                    <a:pt x="762949" y="1592338"/>
                  </a:cubicBezTo>
                  <a:cubicBezTo>
                    <a:pt x="587756" y="1728499"/>
                    <a:pt x="404273" y="1827252"/>
                    <a:pt x="221516" y="1886926"/>
                  </a:cubicBezTo>
                  <a:lnTo>
                    <a:pt x="128044" y="1910828"/>
                  </a:lnTo>
                  <a:lnTo>
                    <a:pt x="0" y="1258165"/>
                  </a:lnTo>
                  <a:lnTo>
                    <a:pt x="7995" y="1256137"/>
                  </a:lnTo>
                  <a:cubicBezTo>
                    <a:pt x="134531" y="1215471"/>
                    <a:pt x="258557" y="1143027"/>
                    <a:pt x="355456" y="1067681"/>
                  </a:cubicBezTo>
                  <a:cubicBezTo>
                    <a:pt x="468014" y="980362"/>
                    <a:pt x="574124" y="877936"/>
                    <a:pt x="686682" y="769431"/>
                  </a:cubicBezTo>
                  <a:cubicBezTo>
                    <a:pt x="854691" y="607318"/>
                    <a:pt x="1028409" y="439862"/>
                    <a:pt x="1242840" y="303908"/>
                  </a:cubicBezTo>
                  <a:cubicBezTo>
                    <a:pt x="1433024" y="183360"/>
                    <a:pt x="1641912" y="97991"/>
                    <a:pt x="1858535" y="49027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" name="Google Shape;559;p14">
              <a:extLst>
                <a:ext uri="{FF2B5EF4-FFF2-40B4-BE49-F238E27FC236}">
                  <a16:creationId xmlns:a16="http://schemas.microsoft.com/office/drawing/2014/main" id="{119A6FCD-65A9-446E-8EF5-256EB24751D5}"/>
                </a:ext>
              </a:extLst>
            </p:cNvPr>
            <p:cNvSpPr/>
            <p:nvPr/>
          </p:nvSpPr>
          <p:spPr>
            <a:xfrm rot="20934014" flipH="1">
              <a:off x="-2539781" y="-4836605"/>
              <a:ext cx="13445169" cy="3447081"/>
            </a:xfrm>
            <a:custGeom>
              <a:avLst/>
              <a:gdLst>
                <a:gd name="csX0" fmla="*/ 8449953 w 8449953"/>
                <a:gd name="csY0" fmla="*/ 1451612 h 1927066"/>
                <a:gd name="csX1" fmla="*/ 8113318 w 8449953"/>
                <a:gd name="csY1" fmla="*/ 1456090 h 1927066"/>
                <a:gd name="csX2" fmla="*/ 7729061 w 8449953"/>
                <a:gd name="csY2" fmla="*/ 1104600 h 1927066"/>
                <a:gd name="csX3" fmla="*/ 7406517 w 8449953"/>
                <a:gd name="csY3" fmla="*/ 687902 h 1927066"/>
                <a:gd name="csX4" fmla="*/ 6415398 w 8449953"/>
                <a:gd name="csY4" fmla="*/ 622148 h 1927066"/>
                <a:gd name="csX5" fmla="*/ 5957304 w 8449953"/>
                <a:gd name="csY5" fmla="*/ 1201156 h 1927066"/>
                <a:gd name="csX6" fmla="*/ 5511989 w 8449953"/>
                <a:gd name="csY6" fmla="*/ 1791632 h 1927066"/>
                <a:gd name="csX7" fmla="*/ 4820696 w 8449953"/>
                <a:gd name="csY7" fmla="*/ 1829752 h 1927066"/>
                <a:gd name="csX8" fmla="*/ 4365660 w 8449953"/>
                <a:gd name="csY8" fmla="*/ 1331244 h 1927066"/>
                <a:gd name="csX9" fmla="*/ 3537398 w 8449953"/>
                <a:gd name="csY9" fmla="*/ 1528834 h 1927066"/>
                <a:gd name="csX10" fmla="*/ 3191588 w 8449953"/>
                <a:gd name="csY10" fmla="*/ 1171119 h 1927066"/>
                <a:gd name="csX11" fmla="*/ 3072750 w 8449953"/>
                <a:gd name="csY11" fmla="*/ 662125 h 1927066"/>
                <a:gd name="csX12" fmla="*/ 2479761 w 8449953"/>
                <a:gd name="csY12" fmla="*/ 54937 h 1927066"/>
                <a:gd name="csX13" fmla="*/ 1636317 w 8449953"/>
                <a:gd name="csY13" fmla="*/ 148762 h 1927066"/>
                <a:gd name="csX14" fmla="*/ 1125576 w 8449953"/>
                <a:gd name="csY14" fmla="*/ 590691 h 1927066"/>
                <a:gd name="csX15" fmla="*/ 824752 w 8449953"/>
                <a:gd name="csY15" fmla="*/ 743424 h 1927066"/>
                <a:gd name="csX16" fmla="*/ 497853 w 8449953"/>
                <a:gd name="csY16" fmla="*/ 722855 h 1927066"/>
                <a:gd name="csX17" fmla="*/ 201850 w 8449953"/>
                <a:gd name="csY17" fmla="*/ 541539 h 1927066"/>
                <a:gd name="csX18" fmla="*/ 0 w 8449953"/>
                <a:gd name="csY18" fmla="*/ 593203 h 1927066"/>
                <a:gd name="csX0" fmla="*/ 8449953 w 8449953"/>
                <a:gd name="csY0" fmla="*/ 1451612 h 1927066"/>
                <a:gd name="csX1" fmla="*/ 8113318 w 8449953"/>
                <a:gd name="csY1" fmla="*/ 1456090 h 1927066"/>
                <a:gd name="csX2" fmla="*/ 7729061 w 8449953"/>
                <a:gd name="csY2" fmla="*/ 1104600 h 1927066"/>
                <a:gd name="csX3" fmla="*/ 7406517 w 8449953"/>
                <a:gd name="csY3" fmla="*/ 687902 h 1927066"/>
                <a:gd name="csX4" fmla="*/ 6415398 w 8449953"/>
                <a:gd name="csY4" fmla="*/ 622148 h 1927066"/>
                <a:gd name="csX5" fmla="*/ 5957304 w 8449953"/>
                <a:gd name="csY5" fmla="*/ 1201156 h 1927066"/>
                <a:gd name="csX6" fmla="*/ 5511989 w 8449953"/>
                <a:gd name="csY6" fmla="*/ 1791632 h 1927066"/>
                <a:gd name="csX7" fmla="*/ 4820696 w 8449953"/>
                <a:gd name="csY7" fmla="*/ 1829752 h 1927066"/>
                <a:gd name="csX8" fmla="*/ 4365660 w 8449953"/>
                <a:gd name="csY8" fmla="*/ 1331244 h 1927066"/>
                <a:gd name="csX9" fmla="*/ 3537398 w 8449953"/>
                <a:gd name="csY9" fmla="*/ 1528834 h 1927066"/>
                <a:gd name="csX10" fmla="*/ 3191588 w 8449953"/>
                <a:gd name="csY10" fmla="*/ 1171119 h 1927066"/>
                <a:gd name="csX11" fmla="*/ 3072750 w 8449953"/>
                <a:gd name="csY11" fmla="*/ 662125 h 1927066"/>
                <a:gd name="csX12" fmla="*/ 2479761 w 8449953"/>
                <a:gd name="csY12" fmla="*/ 54937 h 1927066"/>
                <a:gd name="csX13" fmla="*/ 1636317 w 8449953"/>
                <a:gd name="csY13" fmla="*/ 148762 h 1927066"/>
                <a:gd name="csX14" fmla="*/ 1125576 w 8449953"/>
                <a:gd name="csY14" fmla="*/ 590691 h 1927066"/>
                <a:gd name="csX15" fmla="*/ 824752 w 8449953"/>
                <a:gd name="csY15" fmla="*/ 743424 h 1927066"/>
                <a:gd name="csX16" fmla="*/ 201850 w 8449953"/>
                <a:gd name="csY16" fmla="*/ 541539 h 1927066"/>
                <a:gd name="csX17" fmla="*/ 0 w 8449953"/>
                <a:gd name="csY17" fmla="*/ 593203 h 1927066"/>
                <a:gd name="csX0" fmla="*/ 8449953 w 8449953"/>
                <a:gd name="csY0" fmla="*/ 1451612 h 1927066"/>
                <a:gd name="csX1" fmla="*/ 8113318 w 8449953"/>
                <a:gd name="csY1" fmla="*/ 1456090 h 1927066"/>
                <a:gd name="csX2" fmla="*/ 7729061 w 8449953"/>
                <a:gd name="csY2" fmla="*/ 1104600 h 1927066"/>
                <a:gd name="csX3" fmla="*/ 7406517 w 8449953"/>
                <a:gd name="csY3" fmla="*/ 687902 h 1927066"/>
                <a:gd name="csX4" fmla="*/ 6415398 w 8449953"/>
                <a:gd name="csY4" fmla="*/ 622148 h 1927066"/>
                <a:gd name="csX5" fmla="*/ 5957304 w 8449953"/>
                <a:gd name="csY5" fmla="*/ 1201156 h 1927066"/>
                <a:gd name="csX6" fmla="*/ 5511989 w 8449953"/>
                <a:gd name="csY6" fmla="*/ 1791632 h 1927066"/>
                <a:gd name="csX7" fmla="*/ 4820696 w 8449953"/>
                <a:gd name="csY7" fmla="*/ 1829752 h 1927066"/>
                <a:gd name="csX8" fmla="*/ 4365660 w 8449953"/>
                <a:gd name="csY8" fmla="*/ 1331244 h 1927066"/>
                <a:gd name="csX9" fmla="*/ 3537398 w 8449953"/>
                <a:gd name="csY9" fmla="*/ 1528834 h 1927066"/>
                <a:gd name="csX10" fmla="*/ 3191588 w 8449953"/>
                <a:gd name="csY10" fmla="*/ 1171119 h 1927066"/>
                <a:gd name="csX11" fmla="*/ 3072750 w 8449953"/>
                <a:gd name="csY11" fmla="*/ 662125 h 1927066"/>
                <a:gd name="csX12" fmla="*/ 2479761 w 8449953"/>
                <a:gd name="csY12" fmla="*/ 54937 h 1927066"/>
                <a:gd name="csX13" fmla="*/ 1636317 w 8449953"/>
                <a:gd name="csY13" fmla="*/ 148762 h 1927066"/>
                <a:gd name="csX14" fmla="*/ 1125576 w 8449953"/>
                <a:gd name="csY14" fmla="*/ 590691 h 1927066"/>
                <a:gd name="csX15" fmla="*/ 824752 w 8449953"/>
                <a:gd name="csY15" fmla="*/ 743424 h 1927066"/>
                <a:gd name="csX16" fmla="*/ 0 w 8449953"/>
                <a:gd name="csY16" fmla="*/ 593203 h 1927066"/>
                <a:gd name="csX0" fmla="*/ 7625201 w 7625201"/>
                <a:gd name="csY0" fmla="*/ 1451612 h 1927066"/>
                <a:gd name="csX1" fmla="*/ 7288566 w 7625201"/>
                <a:gd name="csY1" fmla="*/ 1456090 h 1927066"/>
                <a:gd name="csX2" fmla="*/ 6904309 w 7625201"/>
                <a:gd name="csY2" fmla="*/ 1104600 h 1927066"/>
                <a:gd name="csX3" fmla="*/ 6581765 w 7625201"/>
                <a:gd name="csY3" fmla="*/ 687902 h 1927066"/>
                <a:gd name="csX4" fmla="*/ 5590646 w 7625201"/>
                <a:gd name="csY4" fmla="*/ 622148 h 1927066"/>
                <a:gd name="csX5" fmla="*/ 5132552 w 7625201"/>
                <a:gd name="csY5" fmla="*/ 1201156 h 1927066"/>
                <a:gd name="csX6" fmla="*/ 4687237 w 7625201"/>
                <a:gd name="csY6" fmla="*/ 1791632 h 1927066"/>
                <a:gd name="csX7" fmla="*/ 3995944 w 7625201"/>
                <a:gd name="csY7" fmla="*/ 1829752 h 1927066"/>
                <a:gd name="csX8" fmla="*/ 3540908 w 7625201"/>
                <a:gd name="csY8" fmla="*/ 1331244 h 1927066"/>
                <a:gd name="csX9" fmla="*/ 2712646 w 7625201"/>
                <a:gd name="csY9" fmla="*/ 1528834 h 1927066"/>
                <a:gd name="csX10" fmla="*/ 2366836 w 7625201"/>
                <a:gd name="csY10" fmla="*/ 1171119 h 1927066"/>
                <a:gd name="csX11" fmla="*/ 2247998 w 7625201"/>
                <a:gd name="csY11" fmla="*/ 662125 h 1927066"/>
                <a:gd name="csX12" fmla="*/ 1655009 w 7625201"/>
                <a:gd name="csY12" fmla="*/ 54937 h 1927066"/>
                <a:gd name="csX13" fmla="*/ 811565 w 7625201"/>
                <a:gd name="csY13" fmla="*/ 148762 h 1927066"/>
                <a:gd name="csX14" fmla="*/ 300824 w 7625201"/>
                <a:gd name="csY14" fmla="*/ 590691 h 1927066"/>
                <a:gd name="csX15" fmla="*/ 0 w 7625201"/>
                <a:gd name="csY15" fmla="*/ 743424 h 1927066"/>
                <a:gd name="csX0" fmla="*/ 7625201 w 7625201"/>
                <a:gd name="csY0" fmla="*/ 1451612 h 1927066"/>
                <a:gd name="csX1" fmla="*/ 7516423 w 7625201"/>
                <a:gd name="csY1" fmla="*/ 1482612 h 1927066"/>
                <a:gd name="csX2" fmla="*/ 7288566 w 7625201"/>
                <a:gd name="csY2" fmla="*/ 1456090 h 1927066"/>
                <a:gd name="csX3" fmla="*/ 6904309 w 7625201"/>
                <a:gd name="csY3" fmla="*/ 1104600 h 1927066"/>
                <a:gd name="csX4" fmla="*/ 6581765 w 7625201"/>
                <a:gd name="csY4" fmla="*/ 687902 h 1927066"/>
                <a:gd name="csX5" fmla="*/ 5590646 w 7625201"/>
                <a:gd name="csY5" fmla="*/ 622148 h 1927066"/>
                <a:gd name="csX6" fmla="*/ 5132552 w 7625201"/>
                <a:gd name="csY6" fmla="*/ 1201156 h 1927066"/>
                <a:gd name="csX7" fmla="*/ 4687237 w 7625201"/>
                <a:gd name="csY7" fmla="*/ 1791632 h 1927066"/>
                <a:gd name="csX8" fmla="*/ 3995944 w 7625201"/>
                <a:gd name="csY8" fmla="*/ 1829752 h 1927066"/>
                <a:gd name="csX9" fmla="*/ 3540908 w 7625201"/>
                <a:gd name="csY9" fmla="*/ 1331244 h 1927066"/>
                <a:gd name="csX10" fmla="*/ 2712646 w 7625201"/>
                <a:gd name="csY10" fmla="*/ 1528834 h 1927066"/>
                <a:gd name="csX11" fmla="*/ 2366836 w 7625201"/>
                <a:gd name="csY11" fmla="*/ 1171119 h 1927066"/>
                <a:gd name="csX12" fmla="*/ 2247998 w 7625201"/>
                <a:gd name="csY12" fmla="*/ 662125 h 1927066"/>
                <a:gd name="csX13" fmla="*/ 1655009 w 7625201"/>
                <a:gd name="csY13" fmla="*/ 54937 h 1927066"/>
                <a:gd name="csX14" fmla="*/ 811565 w 7625201"/>
                <a:gd name="csY14" fmla="*/ 148762 h 1927066"/>
                <a:gd name="csX15" fmla="*/ 300824 w 7625201"/>
                <a:gd name="csY15" fmla="*/ 590691 h 1927066"/>
                <a:gd name="csX16" fmla="*/ 0 w 7625201"/>
                <a:gd name="csY16" fmla="*/ 743424 h 1927066"/>
                <a:gd name="csX0" fmla="*/ 7516423 w 7516423"/>
                <a:gd name="csY0" fmla="*/ 1482612 h 1927066"/>
                <a:gd name="csX1" fmla="*/ 7288566 w 7516423"/>
                <a:gd name="csY1" fmla="*/ 1456090 h 1927066"/>
                <a:gd name="csX2" fmla="*/ 6904309 w 7516423"/>
                <a:gd name="csY2" fmla="*/ 1104600 h 1927066"/>
                <a:gd name="csX3" fmla="*/ 6581765 w 7516423"/>
                <a:gd name="csY3" fmla="*/ 687902 h 1927066"/>
                <a:gd name="csX4" fmla="*/ 5590646 w 7516423"/>
                <a:gd name="csY4" fmla="*/ 622148 h 1927066"/>
                <a:gd name="csX5" fmla="*/ 5132552 w 7516423"/>
                <a:gd name="csY5" fmla="*/ 1201156 h 1927066"/>
                <a:gd name="csX6" fmla="*/ 4687237 w 7516423"/>
                <a:gd name="csY6" fmla="*/ 1791632 h 1927066"/>
                <a:gd name="csX7" fmla="*/ 3995944 w 7516423"/>
                <a:gd name="csY7" fmla="*/ 1829752 h 1927066"/>
                <a:gd name="csX8" fmla="*/ 3540908 w 7516423"/>
                <a:gd name="csY8" fmla="*/ 1331244 h 1927066"/>
                <a:gd name="csX9" fmla="*/ 2712646 w 7516423"/>
                <a:gd name="csY9" fmla="*/ 1528834 h 1927066"/>
                <a:gd name="csX10" fmla="*/ 2366836 w 7516423"/>
                <a:gd name="csY10" fmla="*/ 1171119 h 1927066"/>
                <a:gd name="csX11" fmla="*/ 2247998 w 7516423"/>
                <a:gd name="csY11" fmla="*/ 662125 h 1927066"/>
                <a:gd name="csX12" fmla="*/ 1655009 w 7516423"/>
                <a:gd name="csY12" fmla="*/ 54937 h 1927066"/>
                <a:gd name="csX13" fmla="*/ 811565 w 7516423"/>
                <a:gd name="csY13" fmla="*/ 148762 h 1927066"/>
                <a:gd name="csX14" fmla="*/ 300824 w 7516423"/>
                <a:gd name="csY14" fmla="*/ 590691 h 1927066"/>
                <a:gd name="csX15" fmla="*/ 0 w 7516423"/>
                <a:gd name="csY15" fmla="*/ 743424 h 19270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516423" h="1927066" extrusionOk="0">
                  <a:moveTo>
                    <a:pt x="7516423" y="1482612"/>
                  </a:moveTo>
                  <a:cubicBezTo>
                    <a:pt x="7460317" y="1483358"/>
                    <a:pt x="7390585" y="1519092"/>
                    <a:pt x="7288566" y="1456090"/>
                  </a:cubicBezTo>
                  <a:cubicBezTo>
                    <a:pt x="7125055" y="1390663"/>
                    <a:pt x="7004797" y="1249325"/>
                    <a:pt x="6904309" y="1104600"/>
                  </a:cubicBezTo>
                  <a:cubicBezTo>
                    <a:pt x="6803712" y="959985"/>
                    <a:pt x="6713819" y="804556"/>
                    <a:pt x="6581765" y="687902"/>
                  </a:cubicBezTo>
                  <a:cubicBezTo>
                    <a:pt x="6314925" y="451974"/>
                    <a:pt x="5886430" y="423575"/>
                    <a:pt x="5590646" y="622148"/>
                  </a:cubicBezTo>
                  <a:cubicBezTo>
                    <a:pt x="5384318" y="760756"/>
                    <a:pt x="5253683" y="984124"/>
                    <a:pt x="5132552" y="1201156"/>
                  </a:cubicBezTo>
                  <a:cubicBezTo>
                    <a:pt x="5011420" y="1418188"/>
                    <a:pt x="4886902" y="1643631"/>
                    <a:pt x="4687237" y="1791632"/>
                  </a:cubicBezTo>
                  <a:cubicBezTo>
                    <a:pt x="4487571" y="1939634"/>
                    <a:pt x="4189056" y="1986273"/>
                    <a:pt x="3995944" y="1829752"/>
                  </a:cubicBezTo>
                  <a:cubicBezTo>
                    <a:pt x="3818234" y="1685683"/>
                    <a:pt x="3758487" y="1402023"/>
                    <a:pt x="3540908" y="1331244"/>
                  </a:cubicBezTo>
                  <a:cubicBezTo>
                    <a:pt x="3264566" y="1241242"/>
                    <a:pt x="2999037" y="1577768"/>
                    <a:pt x="2712646" y="1528834"/>
                  </a:cubicBezTo>
                  <a:cubicBezTo>
                    <a:pt x="2540833" y="1499452"/>
                    <a:pt x="2421558" y="1336706"/>
                    <a:pt x="2366836" y="1171119"/>
                  </a:cubicBezTo>
                  <a:cubicBezTo>
                    <a:pt x="2312005" y="1005641"/>
                    <a:pt x="2302721" y="827712"/>
                    <a:pt x="2247998" y="662125"/>
                  </a:cubicBezTo>
                  <a:cubicBezTo>
                    <a:pt x="2156030" y="384035"/>
                    <a:pt x="1930805" y="153459"/>
                    <a:pt x="1655009" y="54937"/>
                  </a:cubicBezTo>
                  <a:cubicBezTo>
                    <a:pt x="1379213" y="-43585"/>
                    <a:pt x="1058853" y="-7977"/>
                    <a:pt x="811565" y="148762"/>
                  </a:cubicBezTo>
                  <a:cubicBezTo>
                    <a:pt x="621184" y="269457"/>
                    <a:pt x="478862" y="452411"/>
                    <a:pt x="300824" y="590691"/>
                  </a:cubicBezTo>
                  <a:cubicBezTo>
                    <a:pt x="165563" y="689801"/>
                    <a:pt x="187596" y="743005"/>
                    <a:pt x="0" y="743424"/>
                  </a:cubicBezTo>
                </a:path>
              </a:pathLst>
            </a:custGeom>
            <a:noFill/>
            <a:ln w="21825" cap="flat" cmpd="sng">
              <a:solidFill>
                <a:srgbClr val="FFFFFF"/>
              </a:solidFill>
              <a:prstDash val="lg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B0C8878-54D5-4C4C-BDA6-2126DCC67B41}"/>
              </a:ext>
            </a:extLst>
          </p:cNvPr>
          <p:cNvSpPr txBox="1"/>
          <p:nvPr/>
        </p:nvSpPr>
        <p:spPr>
          <a:xfrm>
            <a:off x="580457" y="985294"/>
            <a:ext cx="4321743" cy="1759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Roadmaps Infographic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F9680FD-6C97-4A71-9CE4-3E0C30A7982A}"/>
              </a:ext>
            </a:extLst>
          </p:cNvPr>
          <p:cNvGrpSpPr/>
          <p:nvPr/>
        </p:nvGrpSpPr>
        <p:grpSpPr>
          <a:xfrm>
            <a:off x="5528291" y="1084525"/>
            <a:ext cx="3655969" cy="1298183"/>
            <a:chOff x="7242810" y="1113271"/>
            <a:chExt cx="3655969" cy="1298183"/>
          </a:xfrm>
        </p:grpSpPr>
        <p:sp>
          <p:nvSpPr>
            <p:cNvPr id="8" name="Rectangle: Rounded Corners 93">
              <a:extLst>
                <a:ext uri="{FF2B5EF4-FFF2-40B4-BE49-F238E27FC236}">
                  <a16:creationId xmlns:a16="http://schemas.microsoft.com/office/drawing/2014/main" id="{D15A4A7E-6BB2-4C33-93D5-3DFB917C7AE5}"/>
                </a:ext>
              </a:extLst>
            </p:cNvPr>
            <p:cNvSpPr/>
            <p:nvPr/>
          </p:nvSpPr>
          <p:spPr>
            <a:xfrm>
              <a:off x="7242810" y="1113271"/>
              <a:ext cx="3655969" cy="1298183"/>
            </a:xfrm>
            <a:prstGeom prst="roundRect">
              <a:avLst>
                <a:gd name="adj" fmla="val 12251"/>
              </a:avLst>
            </a:prstGeom>
            <a:solidFill>
              <a:schemeClr val="accent2"/>
            </a:solidFill>
            <a:ln w="9525">
              <a:noFill/>
            </a:ln>
            <a:effectLst>
              <a:outerShdw blurRad="1016000" dist="762000" dir="3000000" algn="t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7AC992-8D21-4E18-BB6F-5BC4CF6489C2}"/>
                </a:ext>
              </a:extLst>
            </p:cNvPr>
            <p:cNvGrpSpPr/>
            <p:nvPr/>
          </p:nvGrpSpPr>
          <p:grpSpPr>
            <a:xfrm>
              <a:off x="7519588" y="1301414"/>
              <a:ext cx="3256739" cy="921896"/>
              <a:chOff x="7503341" y="1306990"/>
              <a:chExt cx="3256739" cy="921896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BC211E9-C5DB-4100-ACC9-98DD4845C73D}"/>
                  </a:ext>
                </a:extLst>
              </p:cNvPr>
              <p:cNvGrpSpPr/>
              <p:nvPr/>
            </p:nvGrpSpPr>
            <p:grpSpPr>
              <a:xfrm>
                <a:off x="7503341" y="1306990"/>
                <a:ext cx="921893" cy="921896"/>
                <a:chOff x="6334398" y="534160"/>
                <a:chExt cx="1123335" cy="1123339"/>
              </a:xfrm>
            </p:grpSpPr>
            <p:sp>
              <p:nvSpPr>
                <p:cNvPr id="15" name="Pie 29">
                  <a:extLst>
                    <a:ext uri="{FF2B5EF4-FFF2-40B4-BE49-F238E27FC236}">
                      <a16:creationId xmlns:a16="http://schemas.microsoft.com/office/drawing/2014/main" id="{923948C8-6729-4FDB-AA2E-DE3FB875C85B}"/>
                    </a:ext>
                  </a:extLst>
                </p:cNvPr>
                <p:cNvSpPr/>
                <p:nvPr/>
              </p:nvSpPr>
              <p:spPr>
                <a:xfrm>
                  <a:off x="6334398" y="534162"/>
                  <a:ext cx="1123335" cy="1123337"/>
                </a:xfrm>
                <a:prstGeom prst="pie">
                  <a:avLst>
                    <a:gd name="adj1" fmla="val 16137849"/>
                    <a:gd name="adj2" fmla="val 14919774"/>
                  </a:avLst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Pie 28">
                  <a:extLst>
                    <a:ext uri="{FF2B5EF4-FFF2-40B4-BE49-F238E27FC236}">
                      <a16:creationId xmlns:a16="http://schemas.microsoft.com/office/drawing/2014/main" id="{28CFBC65-49FA-4C2C-85DB-955970D7FCEA}"/>
                    </a:ext>
                  </a:extLst>
                </p:cNvPr>
                <p:cNvSpPr/>
                <p:nvPr/>
              </p:nvSpPr>
              <p:spPr>
                <a:xfrm>
                  <a:off x="6334398" y="534160"/>
                  <a:ext cx="1123335" cy="1123337"/>
                </a:xfrm>
                <a:prstGeom prst="pie">
                  <a:avLst>
                    <a:gd name="adj1" fmla="val 19240389"/>
                    <a:gd name="adj2" fmla="val 16200000"/>
                  </a:avLst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A6104F26-0060-40EC-AA91-7415C12EC7B9}"/>
                    </a:ext>
                  </a:extLst>
                </p:cNvPr>
                <p:cNvSpPr/>
                <p:nvPr/>
              </p:nvSpPr>
              <p:spPr>
                <a:xfrm>
                  <a:off x="6514326" y="714090"/>
                  <a:ext cx="763479" cy="763480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en-US" sz="16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95D971B9-1362-415A-9EF9-31AB35D39BE3}"/>
                  </a:ext>
                </a:extLst>
              </p:cNvPr>
              <p:cNvGrpSpPr/>
              <p:nvPr/>
            </p:nvGrpSpPr>
            <p:grpSpPr>
              <a:xfrm>
                <a:off x="8571295" y="1340452"/>
                <a:ext cx="2188785" cy="843821"/>
                <a:chOff x="8571295" y="1314855"/>
                <a:chExt cx="2188785" cy="843821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42E0C77-1D1C-43B6-BBA3-B65EDAE948B5}"/>
                    </a:ext>
                  </a:extLst>
                </p:cNvPr>
                <p:cNvSpPr txBox="1"/>
                <p:nvPr/>
              </p:nvSpPr>
              <p:spPr>
                <a:xfrm>
                  <a:off x="8571295" y="1314855"/>
                  <a:ext cx="195997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j-lt"/>
                    </a:rPr>
                    <a:t>Project Progress B</a:t>
                  </a:r>
                  <a:endParaRPr lang="en-ID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endParaRP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2B71F96-2AAE-42F0-BBAE-30CB8F9F2878}"/>
                    </a:ext>
                  </a:extLst>
                </p:cNvPr>
                <p:cNvSpPr txBox="1"/>
                <p:nvPr/>
              </p:nvSpPr>
              <p:spPr>
                <a:xfrm>
                  <a:off x="8571297" y="1684187"/>
                  <a:ext cx="2188783" cy="474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Lorem ipsum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sit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consectetuer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adipiscing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enean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commodo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.</a:t>
                  </a: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6F0218-90E6-40BE-A045-18CF6182B63F}"/>
                  </a:ext>
                </a:extLst>
              </p:cNvPr>
              <p:cNvSpPr txBox="1"/>
              <p:nvPr/>
            </p:nvSpPr>
            <p:spPr>
              <a:xfrm>
                <a:off x="7666445" y="1629439"/>
                <a:ext cx="5956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rPr>
                  <a:t>95%</a:t>
                </a:r>
                <a:endParaRPr lang="en-ID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9325BBA-C00C-403F-AE71-2F361D269874}"/>
              </a:ext>
            </a:extLst>
          </p:cNvPr>
          <p:cNvGrpSpPr/>
          <p:nvPr/>
        </p:nvGrpSpPr>
        <p:grpSpPr>
          <a:xfrm>
            <a:off x="2565954" y="3262493"/>
            <a:ext cx="3655969" cy="1298183"/>
            <a:chOff x="7242810" y="1113271"/>
            <a:chExt cx="3655969" cy="1298183"/>
          </a:xfrm>
        </p:grpSpPr>
        <p:sp>
          <p:nvSpPr>
            <p:cNvPr id="19" name="Rectangle: Rounded Corners 93">
              <a:extLst>
                <a:ext uri="{FF2B5EF4-FFF2-40B4-BE49-F238E27FC236}">
                  <a16:creationId xmlns:a16="http://schemas.microsoft.com/office/drawing/2014/main" id="{FBF33DE2-8D5B-489A-AA54-4F678733015C}"/>
                </a:ext>
              </a:extLst>
            </p:cNvPr>
            <p:cNvSpPr/>
            <p:nvPr/>
          </p:nvSpPr>
          <p:spPr>
            <a:xfrm>
              <a:off x="7242810" y="1113271"/>
              <a:ext cx="3655969" cy="1298183"/>
            </a:xfrm>
            <a:prstGeom prst="roundRect">
              <a:avLst>
                <a:gd name="adj" fmla="val 12251"/>
              </a:avLst>
            </a:prstGeom>
            <a:solidFill>
              <a:schemeClr val="accent1"/>
            </a:solidFill>
            <a:ln w="9525">
              <a:noFill/>
            </a:ln>
            <a:effectLst>
              <a:outerShdw blurRad="1016000" dist="762000" dir="3000000" algn="t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292BD37-972F-4807-A9CA-03E028714EE7}"/>
                </a:ext>
              </a:extLst>
            </p:cNvPr>
            <p:cNvGrpSpPr/>
            <p:nvPr/>
          </p:nvGrpSpPr>
          <p:grpSpPr>
            <a:xfrm>
              <a:off x="7519588" y="1301414"/>
              <a:ext cx="3256739" cy="921896"/>
              <a:chOff x="7503341" y="1306990"/>
              <a:chExt cx="3256739" cy="92189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AB42DA1-97B4-4780-8513-4127F6C2C71D}"/>
                  </a:ext>
                </a:extLst>
              </p:cNvPr>
              <p:cNvGrpSpPr/>
              <p:nvPr/>
            </p:nvGrpSpPr>
            <p:grpSpPr>
              <a:xfrm>
                <a:off x="7503341" y="1306990"/>
                <a:ext cx="921893" cy="921896"/>
                <a:chOff x="6334398" y="534160"/>
                <a:chExt cx="1123335" cy="1123339"/>
              </a:xfrm>
            </p:grpSpPr>
            <p:sp>
              <p:nvSpPr>
                <p:cNvPr id="26" name="Pie 29">
                  <a:extLst>
                    <a:ext uri="{FF2B5EF4-FFF2-40B4-BE49-F238E27FC236}">
                      <a16:creationId xmlns:a16="http://schemas.microsoft.com/office/drawing/2014/main" id="{6E880FB8-B847-4511-8F13-FE26EA307B4A}"/>
                    </a:ext>
                  </a:extLst>
                </p:cNvPr>
                <p:cNvSpPr/>
                <p:nvPr/>
              </p:nvSpPr>
              <p:spPr>
                <a:xfrm>
                  <a:off x="6334398" y="534162"/>
                  <a:ext cx="1123335" cy="1123337"/>
                </a:xfrm>
                <a:prstGeom prst="pie">
                  <a:avLst>
                    <a:gd name="adj1" fmla="val 16137849"/>
                    <a:gd name="adj2" fmla="val 14919774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Pie 28">
                  <a:extLst>
                    <a:ext uri="{FF2B5EF4-FFF2-40B4-BE49-F238E27FC236}">
                      <a16:creationId xmlns:a16="http://schemas.microsoft.com/office/drawing/2014/main" id="{B4BC1F5A-25CA-43AA-91D9-132DABF71B17}"/>
                    </a:ext>
                  </a:extLst>
                </p:cNvPr>
                <p:cNvSpPr/>
                <p:nvPr/>
              </p:nvSpPr>
              <p:spPr>
                <a:xfrm>
                  <a:off x="6334398" y="534160"/>
                  <a:ext cx="1123335" cy="1123337"/>
                </a:xfrm>
                <a:prstGeom prst="pie">
                  <a:avLst>
                    <a:gd name="adj1" fmla="val 2257395"/>
                    <a:gd name="adj2" fmla="val 16200000"/>
                  </a:avLst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F1642BE8-BA48-4C98-9C61-54B7ECA2F360}"/>
                    </a:ext>
                  </a:extLst>
                </p:cNvPr>
                <p:cNvSpPr/>
                <p:nvPr/>
              </p:nvSpPr>
              <p:spPr>
                <a:xfrm>
                  <a:off x="6514326" y="714090"/>
                  <a:ext cx="763479" cy="76348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en-US" sz="1600">
                    <a:solidFill>
                      <a:schemeClr val="accent1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5EA6D0B-C784-4AE1-B1E0-C1AFECBE8466}"/>
                  </a:ext>
                </a:extLst>
              </p:cNvPr>
              <p:cNvGrpSpPr/>
              <p:nvPr/>
            </p:nvGrpSpPr>
            <p:grpSpPr>
              <a:xfrm>
                <a:off x="8571295" y="1340452"/>
                <a:ext cx="2188785" cy="843821"/>
                <a:chOff x="8571295" y="1314855"/>
                <a:chExt cx="2188785" cy="843821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F9F6073-7861-4638-8048-F5EB6986489E}"/>
                    </a:ext>
                  </a:extLst>
                </p:cNvPr>
                <p:cNvSpPr txBox="1"/>
                <p:nvPr/>
              </p:nvSpPr>
              <p:spPr>
                <a:xfrm>
                  <a:off x="8571295" y="1314855"/>
                  <a:ext cx="195997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  <a:latin typeface="+mj-lt"/>
                    </a:rPr>
                    <a:t>Project Progress A</a:t>
                  </a:r>
                  <a:endParaRPr lang="en-ID" sz="1600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691E80D-16C7-4EFD-83C6-08FF6B96475C}"/>
                    </a:ext>
                  </a:extLst>
                </p:cNvPr>
                <p:cNvSpPr txBox="1"/>
                <p:nvPr/>
              </p:nvSpPr>
              <p:spPr>
                <a:xfrm>
                  <a:off x="8571297" y="1684187"/>
                  <a:ext cx="2188783" cy="474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ID" sz="1000" dirty="0">
                      <a:solidFill>
                        <a:schemeClr val="bg1"/>
                      </a:solidFill>
                    </a:rPr>
                    <a:t>Lorem ipsum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sit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consectetuer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adipiscing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enean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commodo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.</a:t>
                  </a: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EBEBFD-1CB4-4E54-8342-3FC3C2A8A0BF}"/>
                  </a:ext>
                </a:extLst>
              </p:cNvPr>
              <p:cNvSpPr txBox="1"/>
              <p:nvPr/>
            </p:nvSpPr>
            <p:spPr>
              <a:xfrm>
                <a:off x="7666445" y="1629439"/>
                <a:ext cx="5956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+mj-lt"/>
                  </a:rPr>
                  <a:t>75%</a:t>
                </a:r>
                <a:endParaRPr lang="en-ID" sz="12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</p:grpSp>
      <p:grpSp>
        <p:nvGrpSpPr>
          <p:cNvPr id="33" name="Graphic 4">
            <a:extLst>
              <a:ext uri="{FF2B5EF4-FFF2-40B4-BE49-F238E27FC236}">
                <a16:creationId xmlns:a16="http://schemas.microsoft.com/office/drawing/2014/main" id="{D46242EE-8E75-476D-A8B8-7637372DC825}"/>
              </a:ext>
            </a:extLst>
          </p:cNvPr>
          <p:cNvGrpSpPr/>
          <p:nvPr/>
        </p:nvGrpSpPr>
        <p:grpSpPr>
          <a:xfrm>
            <a:off x="9502996" y="1451216"/>
            <a:ext cx="375935" cy="564800"/>
            <a:chOff x="9268674" y="75498"/>
            <a:chExt cx="614121" cy="922647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5A324F9-4A83-4622-BD47-2E137D78F2A4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8513C04-A59E-445C-ACB4-FDEF41F36B72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48BD971-C7F9-4679-9107-912CFD9A24F6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aphic 4">
            <a:extLst>
              <a:ext uri="{FF2B5EF4-FFF2-40B4-BE49-F238E27FC236}">
                <a16:creationId xmlns:a16="http://schemas.microsoft.com/office/drawing/2014/main" id="{C5FC6FDF-9E2C-4B13-9C9D-7C01641D883C}"/>
              </a:ext>
            </a:extLst>
          </p:cNvPr>
          <p:cNvGrpSpPr/>
          <p:nvPr/>
        </p:nvGrpSpPr>
        <p:grpSpPr>
          <a:xfrm>
            <a:off x="1863663" y="3629184"/>
            <a:ext cx="375935" cy="564800"/>
            <a:chOff x="9268674" y="75498"/>
            <a:chExt cx="614121" cy="922647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21DBEDD-639A-4350-BAF6-50CAC4746DCE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55885C1-28D6-4EA5-980B-2612F48A89E3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239A4F3-0AB2-4066-8686-91BBF02C38A1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9014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02D66B-2E03-4061-8B46-5B620E5F8333}"/>
              </a:ext>
            </a:extLst>
          </p:cNvPr>
          <p:cNvSpPr txBox="1"/>
          <p:nvPr/>
        </p:nvSpPr>
        <p:spPr>
          <a:xfrm>
            <a:off x="1833279" y="985294"/>
            <a:ext cx="8525443" cy="92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Roadmaps Infographic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1EB434-4D52-4C3C-BD38-2B1A11D89406}"/>
              </a:ext>
            </a:extLst>
          </p:cNvPr>
          <p:cNvGrpSpPr/>
          <p:nvPr/>
        </p:nvGrpSpPr>
        <p:grpSpPr>
          <a:xfrm rot="5400000">
            <a:off x="5768839" y="-3093546"/>
            <a:ext cx="654331" cy="12192004"/>
            <a:chOff x="6276158" y="-2666998"/>
            <a:chExt cx="404044" cy="12192006"/>
          </a:xfrm>
        </p:grpSpPr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604DBD71-1EA2-4F33-AE5A-32F2C62BA25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276158" y="-2666998"/>
              <a:ext cx="404044" cy="12192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37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C064277-E72A-4C2B-80B3-AC353CD049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55333" y="-2666994"/>
              <a:ext cx="45720" cy="12192002"/>
            </a:xfrm>
            <a:custGeom>
              <a:avLst/>
              <a:gdLst>
                <a:gd name="T0" fmla="*/ 0 w 46"/>
                <a:gd name="T1" fmla="*/ 2966 h 2966"/>
                <a:gd name="T2" fmla="*/ 46 w 46"/>
                <a:gd name="T3" fmla="*/ 2871 h 2966"/>
                <a:gd name="T4" fmla="*/ 46 w 46"/>
                <a:gd name="T5" fmla="*/ 2775 h 2966"/>
                <a:gd name="T6" fmla="*/ 0 w 46"/>
                <a:gd name="T7" fmla="*/ 2679 h 2966"/>
                <a:gd name="T8" fmla="*/ 46 w 46"/>
                <a:gd name="T9" fmla="*/ 2775 h 2966"/>
                <a:gd name="T10" fmla="*/ 0 w 46"/>
                <a:gd name="T11" fmla="*/ 2583 h 2966"/>
                <a:gd name="T12" fmla="*/ 46 w 46"/>
                <a:gd name="T13" fmla="*/ 2487 h 2966"/>
                <a:gd name="T14" fmla="*/ 46 w 46"/>
                <a:gd name="T15" fmla="*/ 2392 h 2966"/>
                <a:gd name="T16" fmla="*/ 0 w 46"/>
                <a:gd name="T17" fmla="*/ 2296 h 2966"/>
                <a:gd name="T18" fmla="*/ 46 w 46"/>
                <a:gd name="T19" fmla="*/ 2392 h 2966"/>
                <a:gd name="T20" fmla="*/ 0 w 46"/>
                <a:gd name="T21" fmla="*/ 2201 h 2966"/>
                <a:gd name="T22" fmla="*/ 46 w 46"/>
                <a:gd name="T23" fmla="*/ 2105 h 2966"/>
                <a:gd name="T24" fmla="*/ 46 w 46"/>
                <a:gd name="T25" fmla="*/ 2010 h 2966"/>
                <a:gd name="T26" fmla="*/ 0 w 46"/>
                <a:gd name="T27" fmla="*/ 1914 h 2966"/>
                <a:gd name="T28" fmla="*/ 46 w 46"/>
                <a:gd name="T29" fmla="*/ 2010 h 2966"/>
                <a:gd name="T30" fmla="*/ 0 w 46"/>
                <a:gd name="T31" fmla="*/ 1818 h 2966"/>
                <a:gd name="T32" fmla="*/ 46 w 46"/>
                <a:gd name="T33" fmla="*/ 1722 h 2966"/>
                <a:gd name="T34" fmla="*/ 46 w 46"/>
                <a:gd name="T35" fmla="*/ 1626 h 2966"/>
                <a:gd name="T36" fmla="*/ 0 w 46"/>
                <a:gd name="T37" fmla="*/ 1531 h 2966"/>
                <a:gd name="T38" fmla="*/ 46 w 46"/>
                <a:gd name="T39" fmla="*/ 1626 h 2966"/>
                <a:gd name="T40" fmla="*/ 0 w 46"/>
                <a:gd name="T41" fmla="*/ 1435 h 2966"/>
                <a:gd name="T42" fmla="*/ 46 w 46"/>
                <a:gd name="T43" fmla="*/ 1340 h 2966"/>
                <a:gd name="T44" fmla="*/ 46 w 46"/>
                <a:gd name="T45" fmla="*/ 1244 h 2966"/>
                <a:gd name="T46" fmla="*/ 0 w 46"/>
                <a:gd name="T47" fmla="*/ 1149 h 2966"/>
                <a:gd name="T48" fmla="*/ 46 w 46"/>
                <a:gd name="T49" fmla="*/ 1244 h 2966"/>
                <a:gd name="T50" fmla="*/ 0 w 46"/>
                <a:gd name="T51" fmla="*/ 1052 h 2966"/>
                <a:gd name="T52" fmla="*/ 46 w 46"/>
                <a:gd name="T53" fmla="*/ 956 h 2966"/>
                <a:gd name="T54" fmla="*/ 46 w 46"/>
                <a:gd name="T55" fmla="*/ 861 h 2966"/>
                <a:gd name="T56" fmla="*/ 0 w 46"/>
                <a:gd name="T57" fmla="*/ 765 h 2966"/>
                <a:gd name="T58" fmla="*/ 46 w 46"/>
                <a:gd name="T59" fmla="*/ 861 h 2966"/>
                <a:gd name="T60" fmla="*/ 0 w 46"/>
                <a:gd name="T61" fmla="*/ 670 h 2966"/>
                <a:gd name="T62" fmla="*/ 46 w 46"/>
                <a:gd name="T63" fmla="*/ 574 h 2966"/>
                <a:gd name="T64" fmla="*/ 46 w 46"/>
                <a:gd name="T65" fmla="*/ 479 h 2966"/>
                <a:gd name="T66" fmla="*/ 0 w 46"/>
                <a:gd name="T67" fmla="*/ 383 h 2966"/>
                <a:gd name="T68" fmla="*/ 46 w 46"/>
                <a:gd name="T69" fmla="*/ 479 h 2966"/>
                <a:gd name="T70" fmla="*/ 0 w 46"/>
                <a:gd name="T71" fmla="*/ 287 h 2966"/>
                <a:gd name="T72" fmla="*/ 46 w 46"/>
                <a:gd name="T73" fmla="*/ 191 h 2966"/>
                <a:gd name="T74" fmla="*/ 46 w 46"/>
                <a:gd name="T75" fmla="*/ 95 h 2966"/>
                <a:gd name="T76" fmla="*/ 0 w 46"/>
                <a:gd name="T77" fmla="*/ 0 h 2966"/>
                <a:gd name="T78" fmla="*/ 46 w 46"/>
                <a:gd name="T79" fmla="*/ 95 h 2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6" h="2966">
                  <a:moveTo>
                    <a:pt x="46" y="2966"/>
                  </a:moveTo>
                  <a:lnTo>
                    <a:pt x="0" y="2966"/>
                  </a:lnTo>
                  <a:lnTo>
                    <a:pt x="0" y="2871"/>
                  </a:lnTo>
                  <a:lnTo>
                    <a:pt x="46" y="2871"/>
                  </a:lnTo>
                  <a:lnTo>
                    <a:pt x="46" y="2966"/>
                  </a:lnTo>
                  <a:close/>
                  <a:moveTo>
                    <a:pt x="46" y="2775"/>
                  </a:moveTo>
                  <a:lnTo>
                    <a:pt x="0" y="2775"/>
                  </a:lnTo>
                  <a:lnTo>
                    <a:pt x="0" y="2679"/>
                  </a:lnTo>
                  <a:lnTo>
                    <a:pt x="46" y="2679"/>
                  </a:lnTo>
                  <a:lnTo>
                    <a:pt x="46" y="2775"/>
                  </a:lnTo>
                  <a:close/>
                  <a:moveTo>
                    <a:pt x="46" y="2583"/>
                  </a:moveTo>
                  <a:lnTo>
                    <a:pt x="0" y="2583"/>
                  </a:lnTo>
                  <a:lnTo>
                    <a:pt x="0" y="2487"/>
                  </a:lnTo>
                  <a:lnTo>
                    <a:pt x="46" y="2487"/>
                  </a:lnTo>
                  <a:lnTo>
                    <a:pt x="46" y="2583"/>
                  </a:lnTo>
                  <a:close/>
                  <a:moveTo>
                    <a:pt x="46" y="2392"/>
                  </a:moveTo>
                  <a:lnTo>
                    <a:pt x="0" y="2392"/>
                  </a:lnTo>
                  <a:lnTo>
                    <a:pt x="0" y="2296"/>
                  </a:lnTo>
                  <a:lnTo>
                    <a:pt x="46" y="2296"/>
                  </a:lnTo>
                  <a:lnTo>
                    <a:pt x="46" y="2392"/>
                  </a:lnTo>
                  <a:close/>
                  <a:moveTo>
                    <a:pt x="46" y="2201"/>
                  </a:moveTo>
                  <a:lnTo>
                    <a:pt x="0" y="2201"/>
                  </a:lnTo>
                  <a:lnTo>
                    <a:pt x="0" y="2105"/>
                  </a:lnTo>
                  <a:lnTo>
                    <a:pt x="46" y="2105"/>
                  </a:lnTo>
                  <a:lnTo>
                    <a:pt x="46" y="2201"/>
                  </a:lnTo>
                  <a:close/>
                  <a:moveTo>
                    <a:pt x="46" y="2010"/>
                  </a:moveTo>
                  <a:lnTo>
                    <a:pt x="0" y="2010"/>
                  </a:lnTo>
                  <a:lnTo>
                    <a:pt x="0" y="1914"/>
                  </a:lnTo>
                  <a:lnTo>
                    <a:pt x="46" y="1914"/>
                  </a:lnTo>
                  <a:lnTo>
                    <a:pt x="46" y="2010"/>
                  </a:lnTo>
                  <a:close/>
                  <a:moveTo>
                    <a:pt x="46" y="1818"/>
                  </a:moveTo>
                  <a:lnTo>
                    <a:pt x="0" y="1818"/>
                  </a:lnTo>
                  <a:lnTo>
                    <a:pt x="0" y="1722"/>
                  </a:lnTo>
                  <a:lnTo>
                    <a:pt x="46" y="1722"/>
                  </a:lnTo>
                  <a:lnTo>
                    <a:pt x="46" y="1818"/>
                  </a:lnTo>
                  <a:close/>
                  <a:moveTo>
                    <a:pt x="46" y="1626"/>
                  </a:moveTo>
                  <a:lnTo>
                    <a:pt x="0" y="1626"/>
                  </a:lnTo>
                  <a:lnTo>
                    <a:pt x="0" y="1531"/>
                  </a:lnTo>
                  <a:lnTo>
                    <a:pt x="46" y="1531"/>
                  </a:lnTo>
                  <a:lnTo>
                    <a:pt x="46" y="1626"/>
                  </a:lnTo>
                  <a:close/>
                  <a:moveTo>
                    <a:pt x="46" y="1435"/>
                  </a:moveTo>
                  <a:lnTo>
                    <a:pt x="0" y="1435"/>
                  </a:lnTo>
                  <a:lnTo>
                    <a:pt x="0" y="1340"/>
                  </a:lnTo>
                  <a:lnTo>
                    <a:pt x="46" y="1340"/>
                  </a:lnTo>
                  <a:lnTo>
                    <a:pt x="46" y="1435"/>
                  </a:lnTo>
                  <a:close/>
                  <a:moveTo>
                    <a:pt x="46" y="1244"/>
                  </a:moveTo>
                  <a:lnTo>
                    <a:pt x="0" y="1244"/>
                  </a:lnTo>
                  <a:lnTo>
                    <a:pt x="0" y="1149"/>
                  </a:lnTo>
                  <a:lnTo>
                    <a:pt x="46" y="1149"/>
                  </a:lnTo>
                  <a:lnTo>
                    <a:pt x="46" y="1244"/>
                  </a:lnTo>
                  <a:close/>
                  <a:moveTo>
                    <a:pt x="46" y="1052"/>
                  </a:moveTo>
                  <a:lnTo>
                    <a:pt x="0" y="1052"/>
                  </a:lnTo>
                  <a:lnTo>
                    <a:pt x="0" y="956"/>
                  </a:lnTo>
                  <a:lnTo>
                    <a:pt x="46" y="956"/>
                  </a:lnTo>
                  <a:lnTo>
                    <a:pt x="46" y="1052"/>
                  </a:lnTo>
                  <a:close/>
                  <a:moveTo>
                    <a:pt x="46" y="861"/>
                  </a:moveTo>
                  <a:lnTo>
                    <a:pt x="0" y="861"/>
                  </a:lnTo>
                  <a:lnTo>
                    <a:pt x="0" y="765"/>
                  </a:lnTo>
                  <a:lnTo>
                    <a:pt x="46" y="765"/>
                  </a:lnTo>
                  <a:lnTo>
                    <a:pt x="46" y="861"/>
                  </a:lnTo>
                  <a:close/>
                  <a:moveTo>
                    <a:pt x="46" y="670"/>
                  </a:moveTo>
                  <a:lnTo>
                    <a:pt x="0" y="670"/>
                  </a:lnTo>
                  <a:lnTo>
                    <a:pt x="0" y="574"/>
                  </a:lnTo>
                  <a:lnTo>
                    <a:pt x="46" y="574"/>
                  </a:lnTo>
                  <a:lnTo>
                    <a:pt x="46" y="670"/>
                  </a:lnTo>
                  <a:close/>
                  <a:moveTo>
                    <a:pt x="46" y="479"/>
                  </a:moveTo>
                  <a:lnTo>
                    <a:pt x="0" y="479"/>
                  </a:lnTo>
                  <a:lnTo>
                    <a:pt x="0" y="383"/>
                  </a:lnTo>
                  <a:lnTo>
                    <a:pt x="46" y="383"/>
                  </a:lnTo>
                  <a:lnTo>
                    <a:pt x="46" y="479"/>
                  </a:lnTo>
                  <a:close/>
                  <a:moveTo>
                    <a:pt x="46" y="287"/>
                  </a:moveTo>
                  <a:lnTo>
                    <a:pt x="0" y="287"/>
                  </a:lnTo>
                  <a:lnTo>
                    <a:pt x="0" y="191"/>
                  </a:lnTo>
                  <a:lnTo>
                    <a:pt x="46" y="191"/>
                  </a:lnTo>
                  <a:lnTo>
                    <a:pt x="46" y="287"/>
                  </a:lnTo>
                  <a:close/>
                  <a:moveTo>
                    <a:pt x="46" y="95"/>
                  </a:moveTo>
                  <a:lnTo>
                    <a:pt x="0" y="95"/>
                  </a:lnTo>
                  <a:lnTo>
                    <a:pt x="0" y="0"/>
                  </a:lnTo>
                  <a:lnTo>
                    <a:pt x="46" y="0"/>
                  </a:lnTo>
                  <a:lnTo>
                    <a:pt x="46" y="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5A3BAD9-C440-4289-B1DE-9FD0BAA33AA2}"/>
              </a:ext>
            </a:extLst>
          </p:cNvPr>
          <p:cNvGrpSpPr/>
          <p:nvPr/>
        </p:nvGrpSpPr>
        <p:grpSpPr>
          <a:xfrm>
            <a:off x="1544254" y="3669264"/>
            <a:ext cx="2664592" cy="2634787"/>
            <a:chOff x="1054594" y="3673938"/>
            <a:chExt cx="2664592" cy="2634787"/>
          </a:xfrm>
        </p:grpSpPr>
        <p:sp>
          <p:nvSpPr>
            <p:cNvPr id="7" name="Google Shape;294;p16">
              <a:extLst>
                <a:ext uri="{FF2B5EF4-FFF2-40B4-BE49-F238E27FC236}">
                  <a16:creationId xmlns:a16="http://schemas.microsoft.com/office/drawing/2014/main" id="{E1F1F787-ECE1-4463-BF5C-B264825A0E6A}"/>
                </a:ext>
              </a:extLst>
            </p:cNvPr>
            <p:cNvSpPr/>
            <p:nvPr/>
          </p:nvSpPr>
          <p:spPr>
            <a:xfrm>
              <a:off x="1054594" y="3673938"/>
              <a:ext cx="2664592" cy="2634787"/>
            </a:xfrm>
            <a:prstGeom prst="roundRect">
              <a:avLst>
                <a:gd name="adj" fmla="val 6777"/>
              </a:avLst>
            </a:prstGeom>
            <a:solidFill>
              <a:schemeClr val="accent1"/>
            </a:solidFill>
            <a:ln w="952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15624E3-11CF-4C1E-9C35-BEF217A5D14F}"/>
                </a:ext>
              </a:extLst>
            </p:cNvPr>
            <p:cNvGrpSpPr/>
            <p:nvPr/>
          </p:nvGrpSpPr>
          <p:grpSpPr>
            <a:xfrm>
              <a:off x="1184567" y="3814458"/>
              <a:ext cx="1453462" cy="595389"/>
              <a:chOff x="4661588" y="689795"/>
              <a:chExt cx="1453462" cy="595389"/>
            </a:xfrm>
          </p:grpSpPr>
          <p:sp>
            <p:nvSpPr>
              <p:cNvPr id="14" name="Google Shape;295;p16">
                <a:extLst>
                  <a:ext uri="{FF2B5EF4-FFF2-40B4-BE49-F238E27FC236}">
                    <a16:creationId xmlns:a16="http://schemas.microsoft.com/office/drawing/2014/main" id="{93C43474-B068-4AB5-93FA-8BDDC45B52B9}"/>
                  </a:ext>
                </a:extLst>
              </p:cNvPr>
              <p:cNvSpPr txBox="1"/>
              <p:nvPr/>
            </p:nvSpPr>
            <p:spPr>
              <a:xfrm>
                <a:off x="4661588" y="689795"/>
                <a:ext cx="1453462" cy="3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b" anchorCtr="0">
                <a:spAutoFit/>
              </a:bodyPr>
              <a:lstStyle/>
              <a:p>
                <a:r>
                  <a:rPr lang="en-GB" sz="14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Data Project A</a:t>
                </a:r>
                <a:endParaRPr sz="1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5" name="Google Shape;296;p16">
                <a:extLst>
                  <a:ext uri="{FF2B5EF4-FFF2-40B4-BE49-F238E27FC236}">
                    <a16:creationId xmlns:a16="http://schemas.microsoft.com/office/drawing/2014/main" id="{C1CDBAA8-682C-4AD9-8408-1CEB66E43F4A}"/>
                  </a:ext>
                </a:extLst>
              </p:cNvPr>
              <p:cNvSpPr txBox="1"/>
              <p:nvPr/>
            </p:nvSpPr>
            <p:spPr>
              <a:xfrm>
                <a:off x="4661588" y="1008240"/>
                <a:ext cx="1266533" cy="276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r>
                  <a:rPr lang="en-GB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18 February 2026</a:t>
                </a:r>
                <a:endParaRPr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" name="Google Shape;297;p16">
              <a:extLst>
                <a:ext uri="{FF2B5EF4-FFF2-40B4-BE49-F238E27FC236}">
                  <a16:creationId xmlns:a16="http://schemas.microsoft.com/office/drawing/2014/main" id="{14A87AA3-CDFE-41C0-BADA-1F828CC589E0}"/>
                </a:ext>
              </a:extLst>
            </p:cNvPr>
            <p:cNvSpPr txBox="1"/>
            <p:nvPr/>
          </p:nvSpPr>
          <p:spPr>
            <a:xfrm>
              <a:off x="2829216" y="3948064"/>
              <a:ext cx="789074" cy="3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(55%)</a:t>
              </a:r>
              <a:endParaRPr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" name="Google Shape;298;p16">
              <a:extLst>
                <a:ext uri="{FF2B5EF4-FFF2-40B4-BE49-F238E27FC236}">
                  <a16:creationId xmlns:a16="http://schemas.microsoft.com/office/drawing/2014/main" id="{E51841F7-81B1-480A-8410-82D8A700E398}"/>
                </a:ext>
              </a:extLst>
            </p:cNvPr>
            <p:cNvSpPr/>
            <p:nvPr/>
          </p:nvSpPr>
          <p:spPr>
            <a:xfrm>
              <a:off x="1722448" y="4675648"/>
              <a:ext cx="1372332" cy="1351869"/>
            </a:xfrm>
            <a:prstGeom prst="arc">
              <a:avLst>
                <a:gd name="adj1" fmla="val 7657406"/>
                <a:gd name="adj2" fmla="val 3598278"/>
              </a:avLst>
            </a:prstGeom>
            <a:noFill/>
            <a:ln w="127000" cap="rnd" cmpd="sng">
              <a:solidFill>
                <a:srgbClr val="2C2C2C">
                  <a:alpha val="98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sp>
          <p:nvSpPr>
            <p:cNvPr id="11" name="Google Shape;299;p16">
              <a:extLst>
                <a:ext uri="{FF2B5EF4-FFF2-40B4-BE49-F238E27FC236}">
                  <a16:creationId xmlns:a16="http://schemas.microsoft.com/office/drawing/2014/main" id="{B8B50943-893E-4E0A-A999-2F3772FB5CBD}"/>
                </a:ext>
              </a:extLst>
            </p:cNvPr>
            <p:cNvSpPr/>
            <p:nvPr/>
          </p:nvSpPr>
          <p:spPr>
            <a:xfrm>
              <a:off x="1911298" y="4854264"/>
              <a:ext cx="999556" cy="9853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dist="76200" dir="5400000" algn="t" rotWithShape="0">
                <a:srgbClr val="000000">
                  <a:alpha val="15000"/>
                </a:srgbClr>
              </a:outerShdw>
            </a:effectLst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sp>
          <p:nvSpPr>
            <p:cNvPr id="12" name="Google Shape;300;p16">
              <a:extLst>
                <a:ext uri="{FF2B5EF4-FFF2-40B4-BE49-F238E27FC236}">
                  <a16:creationId xmlns:a16="http://schemas.microsoft.com/office/drawing/2014/main" id="{92660DB1-FFB5-4B9D-B953-6D5C52E9ECCE}"/>
                </a:ext>
              </a:extLst>
            </p:cNvPr>
            <p:cNvSpPr txBox="1"/>
            <p:nvPr/>
          </p:nvSpPr>
          <p:spPr>
            <a:xfrm>
              <a:off x="1847464" y="5177675"/>
              <a:ext cx="1127224" cy="3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accent1"/>
                  </a:solidFill>
                  <a:latin typeface="+mj-lt"/>
                  <a:cs typeface="Arial" panose="020B0604020202020204" pitchFamily="34" charset="0"/>
                </a:rPr>
                <a:t>5472+</a:t>
              </a:r>
              <a:endParaRPr sz="140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3" name="Google Shape;301;p16">
              <a:extLst>
                <a:ext uri="{FF2B5EF4-FFF2-40B4-BE49-F238E27FC236}">
                  <a16:creationId xmlns:a16="http://schemas.microsoft.com/office/drawing/2014/main" id="{72457AE5-5E5F-4928-A17D-5C7EE82409F9}"/>
                </a:ext>
              </a:extLst>
            </p:cNvPr>
            <p:cNvSpPr/>
            <p:nvPr/>
          </p:nvSpPr>
          <p:spPr>
            <a:xfrm>
              <a:off x="1722448" y="4675648"/>
              <a:ext cx="1372332" cy="1351869"/>
            </a:xfrm>
            <a:prstGeom prst="arc">
              <a:avLst>
                <a:gd name="adj1" fmla="val 7634344"/>
                <a:gd name="adj2" fmla="val 16129597"/>
              </a:avLst>
            </a:prstGeom>
            <a:noFill/>
            <a:ln w="127000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D0C02E-5A7E-494F-A944-42176E907401}"/>
              </a:ext>
            </a:extLst>
          </p:cNvPr>
          <p:cNvGrpSpPr/>
          <p:nvPr/>
        </p:nvGrpSpPr>
        <p:grpSpPr>
          <a:xfrm>
            <a:off x="4763704" y="3669264"/>
            <a:ext cx="2664592" cy="2634787"/>
            <a:chOff x="1054594" y="3673938"/>
            <a:chExt cx="2664592" cy="2634787"/>
          </a:xfrm>
        </p:grpSpPr>
        <p:sp>
          <p:nvSpPr>
            <p:cNvPr id="17" name="Google Shape;294;p16">
              <a:extLst>
                <a:ext uri="{FF2B5EF4-FFF2-40B4-BE49-F238E27FC236}">
                  <a16:creationId xmlns:a16="http://schemas.microsoft.com/office/drawing/2014/main" id="{BAD09DA3-00F2-4F0B-88C4-900344A7BA52}"/>
                </a:ext>
              </a:extLst>
            </p:cNvPr>
            <p:cNvSpPr/>
            <p:nvPr/>
          </p:nvSpPr>
          <p:spPr>
            <a:xfrm>
              <a:off x="1054594" y="3673938"/>
              <a:ext cx="2664592" cy="2634787"/>
            </a:xfrm>
            <a:prstGeom prst="roundRect">
              <a:avLst>
                <a:gd name="adj" fmla="val 6777"/>
              </a:avLst>
            </a:prstGeom>
            <a:solidFill>
              <a:schemeClr val="accent2"/>
            </a:solidFill>
            <a:ln w="952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E9923B6-F45F-4E42-A4F7-9F5AA35B4AC8}"/>
                </a:ext>
              </a:extLst>
            </p:cNvPr>
            <p:cNvGrpSpPr/>
            <p:nvPr/>
          </p:nvGrpSpPr>
          <p:grpSpPr>
            <a:xfrm>
              <a:off x="1184567" y="3814458"/>
              <a:ext cx="1453462" cy="595389"/>
              <a:chOff x="4661588" y="689795"/>
              <a:chExt cx="1453462" cy="595389"/>
            </a:xfrm>
          </p:grpSpPr>
          <p:sp>
            <p:nvSpPr>
              <p:cNvPr id="24" name="Google Shape;295;p16">
                <a:extLst>
                  <a:ext uri="{FF2B5EF4-FFF2-40B4-BE49-F238E27FC236}">
                    <a16:creationId xmlns:a16="http://schemas.microsoft.com/office/drawing/2014/main" id="{5D346916-0654-476E-B35A-60ABF6BFE41F}"/>
                  </a:ext>
                </a:extLst>
              </p:cNvPr>
              <p:cNvSpPr txBox="1"/>
              <p:nvPr/>
            </p:nvSpPr>
            <p:spPr>
              <a:xfrm>
                <a:off x="4661588" y="689795"/>
                <a:ext cx="1453462" cy="3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b" anchorCtr="0">
                <a:spAutoFit/>
              </a:bodyPr>
              <a:lstStyle/>
              <a:p>
                <a:r>
                  <a:rPr lang="en-GB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>Data Project B</a:t>
                </a:r>
                <a:endParaRPr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5" name="Google Shape;296;p16">
                <a:extLst>
                  <a:ext uri="{FF2B5EF4-FFF2-40B4-BE49-F238E27FC236}">
                    <a16:creationId xmlns:a16="http://schemas.microsoft.com/office/drawing/2014/main" id="{7ABC9125-4934-41D0-A368-3E25E295A1EF}"/>
                  </a:ext>
                </a:extLst>
              </p:cNvPr>
              <p:cNvSpPr txBox="1"/>
              <p:nvPr/>
            </p:nvSpPr>
            <p:spPr>
              <a:xfrm>
                <a:off x="4661588" y="1008240"/>
                <a:ext cx="1266533" cy="276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r>
                  <a:rPr lang="en-GB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cs typeface="Arial" panose="020B0604020202020204" pitchFamily="34" charset="0"/>
                  </a:rPr>
                  <a:t>25 February 2026</a:t>
                </a:r>
                <a:endParaRPr sz="10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" name="Google Shape;297;p16">
              <a:extLst>
                <a:ext uri="{FF2B5EF4-FFF2-40B4-BE49-F238E27FC236}">
                  <a16:creationId xmlns:a16="http://schemas.microsoft.com/office/drawing/2014/main" id="{251071FF-3F18-44E1-B542-E5627F343F9F}"/>
                </a:ext>
              </a:extLst>
            </p:cNvPr>
            <p:cNvSpPr txBox="1"/>
            <p:nvPr/>
          </p:nvSpPr>
          <p:spPr>
            <a:xfrm>
              <a:off x="2829216" y="3948064"/>
              <a:ext cx="789074" cy="3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rPr>
                <a:t>(78%)</a:t>
              </a:r>
              <a:endPara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0" name="Google Shape;298;p16">
              <a:extLst>
                <a:ext uri="{FF2B5EF4-FFF2-40B4-BE49-F238E27FC236}">
                  <a16:creationId xmlns:a16="http://schemas.microsoft.com/office/drawing/2014/main" id="{02A2C28E-AF6B-421B-B24F-3D6E6402CFEF}"/>
                </a:ext>
              </a:extLst>
            </p:cNvPr>
            <p:cNvSpPr/>
            <p:nvPr/>
          </p:nvSpPr>
          <p:spPr>
            <a:xfrm>
              <a:off x="1722448" y="4675648"/>
              <a:ext cx="1372332" cy="1351869"/>
            </a:xfrm>
            <a:prstGeom prst="arc">
              <a:avLst>
                <a:gd name="adj1" fmla="val 7657406"/>
                <a:gd name="adj2" fmla="val 3598278"/>
              </a:avLst>
            </a:prstGeom>
            <a:noFill/>
            <a:ln w="127000" cap="rnd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sp>
          <p:nvSpPr>
            <p:cNvPr id="21" name="Google Shape;299;p16">
              <a:extLst>
                <a:ext uri="{FF2B5EF4-FFF2-40B4-BE49-F238E27FC236}">
                  <a16:creationId xmlns:a16="http://schemas.microsoft.com/office/drawing/2014/main" id="{310829C4-B5EF-48DF-B3FB-E51793ABF58A}"/>
                </a:ext>
              </a:extLst>
            </p:cNvPr>
            <p:cNvSpPr/>
            <p:nvPr/>
          </p:nvSpPr>
          <p:spPr>
            <a:xfrm>
              <a:off x="1911298" y="4854264"/>
              <a:ext cx="999556" cy="98532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outerShdw blurRad="314325" dist="76200" dir="5400000" algn="t" rotWithShape="0">
                <a:srgbClr val="000000">
                  <a:alpha val="15000"/>
                </a:srgbClr>
              </a:outerShdw>
            </a:effectLst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sp>
          <p:nvSpPr>
            <p:cNvPr id="22" name="Google Shape;300;p16">
              <a:extLst>
                <a:ext uri="{FF2B5EF4-FFF2-40B4-BE49-F238E27FC236}">
                  <a16:creationId xmlns:a16="http://schemas.microsoft.com/office/drawing/2014/main" id="{FC553A76-539F-4F3E-825A-952EAA2A8E8F}"/>
                </a:ext>
              </a:extLst>
            </p:cNvPr>
            <p:cNvSpPr txBox="1"/>
            <p:nvPr/>
          </p:nvSpPr>
          <p:spPr>
            <a:xfrm>
              <a:off x="1847464" y="5177675"/>
              <a:ext cx="1127224" cy="3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accent2"/>
                  </a:solidFill>
                  <a:latin typeface="+mj-lt"/>
                  <a:cs typeface="Arial" panose="020B0604020202020204" pitchFamily="34" charset="0"/>
                </a:rPr>
                <a:t>7436+</a:t>
              </a:r>
              <a:endParaRPr sz="1400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3" name="Google Shape;301;p16">
              <a:extLst>
                <a:ext uri="{FF2B5EF4-FFF2-40B4-BE49-F238E27FC236}">
                  <a16:creationId xmlns:a16="http://schemas.microsoft.com/office/drawing/2014/main" id="{C415B3BE-22C3-4D59-848C-64457C1D88FE}"/>
                </a:ext>
              </a:extLst>
            </p:cNvPr>
            <p:cNvSpPr/>
            <p:nvPr/>
          </p:nvSpPr>
          <p:spPr>
            <a:xfrm>
              <a:off x="1722448" y="4675648"/>
              <a:ext cx="1372332" cy="1351869"/>
            </a:xfrm>
            <a:prstGeom prst="arc">
              <a:avLst>
                <a:gd name="adj1" fmla="val 7634344"/>
                <a:gd name="adj2" fmla="val 20308013"/>
              </a:avLst>
            </a:prstGeom>
            <a:noFill/>
            <a:ln w="127000" cap="rnd" cmpd="sng">
              <a:solidFill>
                <a:schemeClr val="tx1">
                  <a:lumMod val="95000"/>
                  <a:lumOff val="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702327-CBBA-4A3D-A6DB-04477A3E9AAC}"/>
              </a:ext>
            </a:extLst>
          </p:cNvPr>
          <p:cNvGrpSpPr/>
          <p:nvPr/>
        </p:nvGrpSpPr>
        <p:grpSpPr>
          <a:xfrm>
            <a:off x="7983154" y="3669264"/>
            <a:ext cx="2664592" cy="2634787"/>
            <a:chOff x="1054594" y="3673938"/>
            <a:chExt cx="2664592" cy="2634787"/>
          </a:xfrm>
        </p:grpSpPr>
        <p:sp>
          <p:nvSpPr>
            <p:cNvPr id="27" name="Google Shape;294;p16">
              <a:extLst>
                <a:ext uri="{FF2B5EF4-FFF2-40B4-BE49-F238E27FC236}">
                  <a16:creationId xmlns:a16="http://schemas.microsoft.com/office/drawing/2014/main" id="{DCEE9899-2E22-4057-BDF3-70D643D4D90D}"/>
                </a:ext>
              </a:extLst>
            </p:cNvPr>
            <p:cNvSpPr/>
            <p:nvPr/>
          </p:nvSpPr>
          <p:spPr>
            <a:xfrm>
              <a:off x="1054594" y="3673938"/>
              <a:ext cx="2664592" cy="2634787"/>
            </a:xfrm>
            <a:prstGeom prst="roundRect">
              <a:avLst>
                <a:gd name="adj" fmla="val 6777"/>
              </a:avLst>
            </a:prstGeom>
            <a:solidFill>
              <a:schemeClr val="accent1"/>
            </a:solidFill>
            <a:ln w="952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/>
              <a:endPara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8BBFC2A-FE37-4C11-BBC6-F68D5785FC39}"/>
                </a:ext>
              </a:extLst>
            </p:cNvPr>
            <p:cNvGrpSpPr/>
            <p:nvPr/>
          </p:nvGrpSpPr>
          <p:grpSpPr>
            <a:xfrm>
              <a:off x="1184567" y="3814458"/>
              <a:ext cx="1453462" cy="595389"/>
              <a:chOff x="4661588" y="689795"/>
              <a:chExt cx="1453462" cy="595389"/>
            </a:xfrm>
          </p:grpSpPr>
          <p:sp>
            <p:nvSpPr>
              <p:cNvPr id="34" name="Google Shape;295;p16">
                <a:extLst>
                  <a:ext uri="{FF2B5EF4-FFF2-40B4-BE49-F238E27FC236}">
                    <a16:creationId xmlns:a16="http://schemas.microsoft.com/office/drawing/2014/main" id="{06B981D7-1469-4FFE-BAFB-930FCE8A6146}"/>
                  </a:ext>
                </a:extLst>
              </p:cNvPr>
              <p:cNvSpPr txBox="1"/>
              <p:nvPr/>
            </p:nvSpPr>
            <p:spPr>
              <a:xfrm>
                <a:off x="4661588" y="689795"/>
                <a:ext cx="1453462" cy="3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b" anchorCtr="0">
                <a:spAutoFit/>
              </a:bodyPr>
              <a:lstStyle/>
              <a:p>
                <a:r>
                  <a:rPr lang="en-GB" sz="14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Data Project C</a:t>
                </a:r>
                <a:endParaRPr sz="1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35" name="Google Shape;296;p16">
                <a:extLst>
                  <a:ext uri="{FF2B5EF4-FFF2-40B4-BE49-F238E27FC236}">
                    <a16:creationId xmlns:a16="http://schemas.microsoft.com/office/drawing/2014/main" id="{BCD519D8-7826-4085-8C23-B6C7FF74C424}"/>
                  </a:ext>
                </a:extLst>
              </p:cNvPr>
              <p:cNvSpPr txBox="1"/>
              <p:nvPr/>
            </p:nvSpPr>
            <p:spPr>
              <a:xfrm>
                <a:off x="4661588" y="1008240"/>
                <a:ext cx="1266533" cy="276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r>
                  <a:rPr lang="en-GB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28 February 2026</a:t>
                </a:r>
                <a:endParaRPr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9" name="Google Shape;297;p16">
              <a:extLst>
                <a:ext uri="{FF2B5EF4-FFF2-40B4-BE49-F238E27FC236}">
                  <a16:creationId xmlns:a16="http://schemas.microsoft.com/office/drawing/2014/main" id="{1D4A53EE-217B-4EDE-A8EC-FC65E298068C}"/>
                </a:ext>
              </a:extLst>
            </p:cNvPr>
            <p:cNvSpPr txBox="1"/>
            <p:nvPr/>
          </p:nvSpPr>
          <p:spPr>
            <a:xfrm>
              <a:off x="2829216" y="3948064"/>
              <a:ext cx="789074" cy="3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(92%)</a:t>
              </a:r>
              <a:endParaRPr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30" name="Google Shape;298;p16">
              <a:extLst>
                <a:ext uri="{FF2B5EF4-FFF2-40B4-BE49-F238E27FC236}">
                  <a16:creationId xmlns:a16="http://schemas.microsoft.com/office/drawing/2014/main" id="{A28479F8-3F1B-4318-8710-6B3F353CA92B}"/>
                </a:ext>
              </a:extLst>
            </p:cNvPr>
            <p:cNvSpPr/>
            <p:nvPr/>
          </p:nvSpPr>
          <p:spPr>
            <a:xfrm>
              <a:off x="1722448" y="4675648"/>
              <a:ext cx="1372332" cy="1351869"/>
            </a:xfrm>
            <a:prstGeom prst="arc">
              <a:avLst>
                <a:gd name="adj1" fmla="val 7657406"/>
                <a:gd name="adj2" fmla="val 3598278"/>
              </a:avLst>
            </a:prstGeom>
            <a:noFill/>
            <a:ln w="127000" cap="rnd" cmpd="sng">
              <a:solidFill>
                <a:srgbClr val="2C2C2C">
                  <a:alpha val="98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sp>
          <p:nvSpPr>
            <p:cNvPr id="31" name="Google Shape;299;p16">
              <a:extLst>
                <a:ext uri="{FF2B5EF4-FFF2-40B4-BE49-F238E27FC236}">
                  <a16:creationId xmlns:a16="http://schemas.microsoft.com/office/drawing/2014/main" id="{B29DCC35-3348-4E39-B01B-60AA403B753E}"/>
                </a:ext>
              </a:extLst>
            </p:cNvPr>
            <p:cNvSpPr/>
            <p:nvPr/>
          </p:nvSpPr>
          <p:spPr>
            <a:xfrm>
              <a:off x="1911298" y="4854264"/>
              <a:ext cx="999556" cy="9853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dist="76200" dir="5400000" algn="t" rotWithShape="0">
                <a:srgbClr val="000000">
                  <a:alpha val="15000"/>
                </a:srgbClr>
              </a:outerShdw>
            </a:effectLst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sp>
          <p:nvSpPr>
            <p:cNvPr id="32" name="Google Shape;300;p16">
              <a:extLst>
                <a:ext uri="{FF2B5EF4-FFF2-40B4-BE49-F238E27FC236}">
                  <a16:creationId xmlns:a16="http://schemas.microsoft.com/office/drawing/2014/main" id="{B63AE393-7BC6-47DD-BCC5-D81440006D5C}"/>
                </a:ext>
              </a:extLst>
            </p:cNvPr>
            <p:cNvSpPr txBox="1"/>
            <p:nvPr/>
          </p:nvSpPr>
          <p:spPr>
            <a:xfrm>
              <a:off x="1847464" y="5177675"/>
              <a:ext cx="1127224" cy="3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accent1"/>
                  </a:solidFill>
                  <a:latin typeface="+mj-lt"/>
                  <a:cs typeface="Arial" panose="020B0604020202020204" pitchFamily="34" charset="0"/>
                </a:rPr>
                <a:t>9841+</a:t>
              </a:r>
              <a:endParaRPr sz="140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33" name="Google Shape;301;p16">
              <a:extLst>
                <a:ext uri="{FF2B5EF4-FFF2-40B4-BE49-F238E27FC236}">
                  <a16:creationId xmlns:a16="http://schemas.microsoft.com/office/drawing/2014/main" id="{38921A1F-7E30-43F7-81B5-3B53D4E82B84}"/>
                </a:ext>
              </a:extLst>
            </p:cNvPr>
            <p:cNvSpPr/>
            <p:nvPr/>
          </p:nvSpPr>
          <p:spPr>
            <a:xfrm>
              <a:off x="1722448" y="4675648"/>
              <a:ext cx="1372332" cy="1351869"/>
            </a:xfrm>
            <a:prstGeom prst="arc">
              <a:avLst>
                <a:gd name="adj1" fmla="val 7634344"/>
                <a:gd name="adj2" fmla="val 1812586"/>
              </a:avLst>
            </a:prstGeom>
            <a:noFill/>
            <a:ln w="127000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36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</p:grpSp>
      <p:grpSp>
        <p:nvGrpSpPr>
          <p:cNvPr id="37" name="Graphic 4">
            <a:extLst>
              <a:ext uri="{FF2B5EF4-FFF2-40B4-BE49-F238E27FC236}">
                <a16:creationId xmlns:a16="http://schemas.microsoft.com/office/drawing/2014/main" id="{CF1F7F98-8556-4439-A7A3-8DDC15DAD8FF}"/>
              </a:ext>
            </a:extLst>
          </p:cNvPr>
          <p:cNvGrpSpPr/>
          <p:nvPr/>
        </p:nvGrpSpPr>
        <p:grpSpPr>
          <a:xfrm>
            <a:off x="2688583" y="2454114"/>
            <a:ext cx="375935" cy="564800"/>
            <a:chOff x="9268674" y="75498"/>
            <a:chExt cx="614121" cy="922647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D75B4EB-4F35-4576-AF74-567DCDFA5EB3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9D64603-F365-4AA9-A526-E2625A0DBEA9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434A4EC-5D91-48CB-AF16-74046856040B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aphic 4">
            <a:extLst>
              <a:ext uri="{FF2B5EF4-FFF2-40B4-BE49-F238E27FC236}">
                <a16:creationId xmlns:a16="http://schemas.microsoft.com/office/drawing/2014/main" id="{8924AEC1-1A6C-4DDD-A0DD-19990DCEB545}"/>
              </a:ext>
            </a:extLst>
          </p:cNvPr>
          <p:cNvGrpSpPr/>
          <p:nvPr/>
        </p:nvGrpSpPr>
        <p:grpSpPr>
          <a:xfrm>
            <a:off x="5908033" y="2453643"/>
            <a:ext cx="375935" cy="564800"/>
            <a:chOff x="9268674" y="75498"/>
            <a:chExt cx="614121" cy="922647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0EB84EB-0EF9-416F-B2C7-3759FAA4873C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2830584-5319-46D4-88FB-60CEB31F39A2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7FE694B-1C5D-4B74-96E2-83012FF0B04C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aphic 4">
            <a:extLst>
              <a:ext uri="{FF2B5EF4-FFF2-40B4-BE49-F238E27FC236}">
                <a16:creationId xmlns:a16="http://schemas.microsoft.com/office/drawing/2014/main" id="{4AAA11DE-C6AD-4B4C-8175-9F0FE67B399F}"/>
              </a:ext>
            </a:extLst>
          </p:cNvPr>
          <p:cNvGrpSpPr/>
          <p:nvPr/>
        </p:nvGrpSpPr>
        <p:grpSpPr>
          <a:xfrm>
            <a:off x="9127483" y="2453643"/>
            <a:ext cx="375935" cy="564800"/>
            <a:chOff x="9268674" y="75498"/>
            <a:chExt cx="614121" cy="922647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EAC55B9-B68F-41BF-9DE0-63C72F195DC3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1A1E7E4-CE0F-43BE-9817-DA52CEA4B3BD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B07A3BD-58CF-4678-BD1C-A8CF36B52E9A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aphic 45">
            <a:extLst>
              <a:ext uri="{FF2B5EF4-FFF2-40B4-BE49-F238E27FC236}">
                <a16:creationId xmlns:a16="http://schemas.microsoft.com/office/drawing/2014/main" id="{121BBDFB-DF95-4C85-ADEC-304E7574CF35}"/>
              </a:ext>
            </a:extLst>
          </p:cNvPr>
          <p:cNvGrpSpPr/>
          <p:nvPr/>
        </p:nvGrpSpPr>
        <p:grpSpPr>
          <a:xfrm>
            <a:off x="671618" y="2138567"/>
            <a:ext cx="404883" cy="536723"/>
            <a:chOff x="1869848" y="-91796"/>
            <a:chExt cx="1515808" cy="2009394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603507A-2166-40E7-8E57-63739BFFC08B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A2545A5-4053-47B0-AD9E-155DE5E9E873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A0EC8BF-72C6-4149-B138-85C8D5114DD9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FE3E069-ECFF-49EA-9AFA-80EB626C6060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5FF5877-5C6A-4E55-927F-4EB05F49816D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55" name="Graphic 69">
            <a:extLst>
              <a:ext uri="{FF2B5EF4-FFF2-40B4-BE49-F238E27FC236}">
                <a16:creationId xmlns:a16="http://schemas.microsoft.com/office/drawing/2014/main" id="{A1444FE1-F88F-44ED-8010-47689DF42ADF}"/>
              </a:ext>
            </a:extLst>
          </p:cNvPr>
          <p:cNvGrpSpPr/>
          <p:nvPr/>
        </p:nvGrpSpPr>
        <p:grpSpPr>
          <a:xfrm>
            <a:off x="1142346" y="2072533"/>
            <a:ext cx="415966" cy="602757"/>
            <a:chOff x="5320703" y="3652300"/>
            <a:chExt cx="1355534" cy="1964239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175101F-09C7-44F1-B6F9-724FEC3FB605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237BFCA-84DC-4670-A410-9690AE73CB4C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658C130-EE6B-4F4F-ACBC-6ED1599076D6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4F3A7DC-6CF9-42DC-8B8A-8E42C18C7B38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27BFA93-5C51-48F8-9BA7-E3B6732FA25A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61" name="Graphic 45">
            <a:extLst>
              <a:ext uri="{FF2B5EF4-FFF2-40B4-BE49-F238E27FC236}">
                <a16:creationId xmlns:a16="http://schemas.microsoft.com/office/drawing/2014/main" id="{08C50401-D42E-4387-A26E-DCD220F5E988}"/>
              </a:ext>
            </a:extLst>
          </p:cNvPr>
          <p:cNvGrpSpPr/>
          <p:nvPr/>
        </p:nvGrpSpPr>
        <p:grpSpPr>
          <a:xfrm>
            <a:off x="10609981" y="2138566"/>
            <a:ext cx="404883" cy="536723"/>
            <a:chOff x="1869848" y="-91796"/>
            <a:chExt cx="1515808" cy="2009394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65E8181-DFA5-4064-9E62-87A918C93F03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DF65280-7871-4329-88A2-59DF00C3B52F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E54EB35-70AD-4AE8-977C-7C2050B52C2C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3BEDC13-4BEE-4596-B007-D01C54CF88C9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D6D148D-6078-4CE2-91F4-3B2353F31CBB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67" name="Graphic 69">
            <a:extLst>
              <a:ext uri="{FF2B5EF4-FFF2-40B4-BE49-F238E27FC236}">
                <a16:creationId xmlns:a16="http://schemas.microsoft.com/office/drawing/2014/main" id="{FECADF28-E588-4211-B849-9DFF989FC1A3}"/>
              </a:ext>
            </a:extLst>
          </p:cNvPr>
          <p:cNvGrpSpPr/>
          <p:nvPr/>
        </p:nvGrpSpPr>
        <p:grpSpPr>
          <a:xfrm>
            <a:off x="11080709" y="2072532"/>
            <a:ext cx="415966" cy="602757"/>
            <a:chOff x="5320703" y="3652300"/>
            <a:chExt cx="1355534" cy="1964239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911677B-D52A-48C7-9F80-A4E57D85C20D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1E96C69-FFEC-41C5-A175-6AB9F1D5DFB1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B7B5FE8-3F46-4D59-A6FE-E11666E701A0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0D30BA8-326F-4582-B6B1-41A785CEE73C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A2E6C98-DA02-4171-8DA3-18989B7241FE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401409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37A9B-4EA6-4FBA-8E69-145CD492FD0C}"/>
              </a:ext>
            </a:extLst>
          </p:cNvPr>
          <p:cNvSpPr txBox="1"/>
          <p:nvPr/>
        </p:nvSpPr>
        <p:spPr>
          <a:xfrm>
            <a:off x="2213006" y="328206"/>
            <a:ext cx="19136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 xml:space="preserve">Integral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413EE-8F76-4AC4-B0CB-06BEE27B3866}"/>
              </a:ext>
            </a:extLst>
          </p:cNvPr>
          <p:cNvSpPr txBox="1"/>
          <p:nvPr/>
        </p:nvSpPr>
        <p:spPr>
          <a:xfrm>
            <a:off x="592536" y="320511"/>
            <a:ext cx="17728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chemeClr val="bg1"/>
                </a:solidFill>
                <a:latin typeface="+mj-lt"/>
                <a:cs typeface="Elms Sans SemiBold" pitchFamily="2" charset="0"/>
              </a:rPr>
              <a:t xml:space="preserve">Konsep Dasar Integral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05E905-48D6-4F62-9412-F69E306C8F3F}"/>
              </a:ext>
            </a:extLst>
          </p:cNvPr>
          <p:cNvCxnSpPr>
            <a:cxnSpLocks/>
          </p:cNvCxnSpPr>
          <p:nvPr/>
        </p:nvCxnSpPr>
        <p:spPr>
          <a:xfrm>
            <a:off x="2215389" y="354280"/>
            <a:ext cx="0" cy="1940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A4B39F9F-8624-4182-AAB7-0DF60ED7C007}"/>
              </a:ext>
            </a:extLst>
          </p:cNvPr>
          <p:cNvGrpSpPr/>
          <p:nvPr/>
        </p:nvGrpSpPr>
        <p:grpSpPr>
          <a:xfrm>
            <a:off x="11229974" y="430409"/>
            <a:ext cx="255985" cy="104563"/>
            <a:chOff x="10891441" y="232966"/>
            <a:chExt cx="539750" cy="17621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76F6716-2D54-43CA-8FC4-C2611E98242A}"/>
                </a:ext>
              </a:extLst>
            </p:cNvPr>
            <p:cNvCxnSpPr/>
            <p:nvPr/>
          </p:nvCxnSpPr>
          <p:spPr>
            <a:xfrm>
              <a:off x="10891441" y="232966"/>
              <a:ext cx="5397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8579453-5FD9-493F-96B7-A5F45EB25B03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321073"/>
              <a:ext cx="36949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108AACB-2831-4688-B558-E83411F935F3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409180"/>
              <a:ext cx="1968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B1A2B31-E58E-4CEB-ADBB-19906DDFF9F0}"/>
              </a:ext>
            </a:extLst>
          </p:cNvPr>
          <p:cNvSpPr txBox="1"/>
          <p:nvPr/>
        </p:nvSpPr>
        <p:spPr>
          <a:xfrm>
            <a:off x="1612564" y="990152"/>
            <a:ext cx="8966872" cy="1592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5400" dirty="0">
                <a:solidFill>
                  <a:schemeClr val="bg1"/>
                </a:solidFill>
                <a:latin typeface="+mj-lt"/>
              </a:rPr>
              <a:t xml:space="preserve">Akumulasi dan Kebalikan Turunan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02A808-4731-4EBB-A75D-DE635F87B6E3}"/>
              </a:ext>
            </a:extLst>
          </p:cNvPr>
          <p:cNvSpPr txBox="1"/>
          <p:nvPr/>
        </p:nvSpPr>
        <p:spPr>
          <a:xfrm>
            <a:off x="2962275" y="5911535"/>
            <a:ext cx="6267450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ID" sz="1000">
                <a:solidFill>
                  <a:schemeClr val="bg1"/>
                </a:solidFill>
              </a:rPr>
              <a:t xml:space="preserve">Integral mengukur akumulasi nilai fungsi sepanjang interval tertentu. Sebagai kebalikan dari turunan, integral digunakan untuk menghitung luas di bawah kurva dan volume benda putar.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98384B-FF81-4EE5-88A8-82BE50970B46}"/>
              </a:ext>
            </a:extLst>
          </p:cNvPr>
          <p:cNvSpPr txBox="1"/>
          <p:nvPr/>
        </p:nvSpPr>
        <p:spPr>
          <a:xfrm>
            <a:off x="3587839" y="5484415"/>
            <a:ext cx="5016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  <a:latin typeface="+mj-lt"/>
              </a:rPr>
              <a:t xml:space="preserve">Memahami Hubungan Integral dan Turunan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C95F8-1770-4D63-907A-140534D1D71F}"/>
              </a:ext>
            </a:extLst>
          </p:cNvPr>
          <p:cNvSpPr txBox="1"/>
          <p:nvPr/>
        </p:nvSpPr>
        <p:spPr>
          <a:xfrm>
            <a:off x="608075" y="3991260"/>
            <a:ext cx="1533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accent2"/>
                </a:solidFill>
                <a:latin typeface="+mj-lt"/>
              </a:rPr>
              <a:t xml:space="preserve">Teorema Fundamental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12A13-2EE6-403C-B27F-6ED4BEA5A481}"/>
              </a:ext>
            </a:extLst>
          </p:cNvPr>
          <p:cNvSpPr txBox="1"/>
          <p:nvPr/>
        </p:nvSpPr>
        <p:spPr>
          <a:xfrm>
            <a:off x="10050370" y="3991260"/>
            <a:ext cx="1533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u="sng" dirty="0">
                <a:solidFill>
                  <a:schemeClr val="accent2"/>
                </a:solidFill>
                <a:latin typeface="+mj-lt"/>
              </a:rPr>
              <a:t xml:space="preserve">Aplikasi Praktis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F68ACC8-31A3-4B12-8619-326D928B73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225443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aphic 45">
            <a:extLst>
              <a:ext uri="{FF2B5EF4-FFF2-40B4-BE49-F238E27FC236}">
                <a16:creationId xmlns:a16="http://schemas.microsoft.com/office/drawing/2014/main" id="{563CB1CB-1337-4F79-AAD0-FD45C0951710}"/>
              </a:ext>
            </a:extLst>
          </p:cNvPr>
          <p:cNvGrpSpPr/>
          <p:nvPr/>
        </p:nvGrpSpPr>
        <p:grpSpPr>
          <a:xfrm>
            <a:off x="6863149" y="1366517"/>
            <a:ext cx="404883" cy="536723"/>
            <a:chOff x="1869848" y="-91796"/>
            <a:chExt cx="1515808" cy="2009394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D2ED505C-EF09-4473-9C1B-546D4950D2A5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7A700CE-3AC4-4C30-A27B-F658876097CF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AE5F8E-6718-464B-8648-5C461ECE2EC6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DFE3B9C-A754-4653-8051-D99AC1EBA5E5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F30E08C-22F3-4A7C-AFF7-110B8F289753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82" name="Graphic 69">
            <a:extLst>
              <a:ext uri="{FF2B5EF4-FFF2-40B4-BE49-F238E27FC236}">
                <a16:creationId xmlns:a16="http://schemas.microsoft.com/office/drawing/2014/main" id="{8CE8F075-E53D-4D6C-9DF2-3C2FCA486A65}"/>
              </a:ext>
            </a:extLst>
          </p:cNvPr>
          <p:cNvGrpSpPr/>
          <p:nvPr/>
        </p:nvGrpSpPr>
        <p:grpSpPr>
          <a:xfrm>
            <a:off x="7306457" y="1366517"/>
            <a:ext cx="415966" cy="602757"/>
            <a:chOff x="5320703" y="3652300"/>
            <a:chExt cx="1355534" cy="1964239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158E0F3-0FCC-4E33-B1E0-DD2D9CA75F19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36D1825-26A5-4561-B2E1-25DFC58297B7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9DAE5B2-98B4-40FE-9ED7-9B92900A8463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5A705C17-DE9A-4CD5-9F98-20EB9BEB224B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D445292-B7DF-4A25-9B43-9758D2779F91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64" name="Graphic 45">
            <a:extLst>
              <a:ext uri="{FF2B5EF4-FFF2-40B4-BE49-F238E27FC236}">
                <a16:creationId xmlns:a16="http://schemas.microsoft.com/office/drawing/2014/main" id="{A22401A7-E78B-4B81-B601-D16B4B22076F}"/>
              </a:ext>
            </a:extLst>
          </p:cNvPr>
          <p:cNvGrpSpPr/>
          <p:nvPr/>
        </p:nvGrpSpPr>
        <p:grpSpPr>
          <a:xfrm>
            <a:off x="4994471" y="2603946"/>
            <a:ext cx="404883" cy="536723"/>
            <a:chOff x="1869848" y="-91796"/>
            <a:chExt cx="1515808" cy="2009394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D162BC3-B11F-46D1-A4BC-94A831537373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182206E-CBC0-45AE-B12B-1F347338A0ED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0887433-5F95-4320-B0F5-739947D6269C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0B23C83-3C63-4B6A-ABAD-006121FD02CC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34C3ADA-9881-4564-B8C7-75ED5ED943D7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70" name="Graphic 69">
            <a:extLst>
              <a:ext uri="{FF2B5EF4-FFF2-40B4-BE49-F238E27FC236}">
                <a16:creationId xmlns:a16="http://schemas.microsoft.com/office/drawing/2014/main" id="{1AC1865E-8465-4A91-8415-B7CEF05BCE89}"/>
              </a:ext>
            </a:extLst>
          </p:cNvPr>
          <p:cNvGrpSpPr/>
          <p:nvPr/>
        </p:nvGrpSpPr>
        <p:grpSpPr>
          <a:xfrm>
            <a:off x="5465199" y="2537912"/>
            <a:ext cx="415966" cy="602757"/>
            <a:chOff x="5320703" y="3652300"/>
            <a:chExt cx="1355534" cy="1964239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96AD12C-4C7C-43A8-B816-CF9B80A04183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56DEFCE-0839-4A9B-8B7B-963B4FBA4FE1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34A8972-5846-4A44-B960-1AAACD6118AE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72B2F0A-236A-433C-84B0-F922E87B2DB9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10AEAEC-62BA-418A-A198-A26B156BEF30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2" name="Graphic 2">
            <a:extLst>
              <a:ext uri="{FF2B5EF4-FFF2-40B4-BE49-F238E27FC236}">
                <a16:creationId xmlns:a16="http://schemas.microsoft.com/office/drawing/2014/main" id="{A57057A2-C587-4D24-92FC-2C30322901A0}"/>
              </a:ext>
            </a:extLst>
          </p:cNvPr>
          <p:cNvGrpSpPr/>
          <p:nvPr/>
        </p:nvGrpSpPr>
        <p:grpSpPr>
          <a:xfrm rot="5400000">
            <a:off x="2667000" y="1493475"/>
            <a:ext cx="6858000" cy="3871050"/>
            <a:chOff x="2008757" y="1569103"/>
            <a:chExt cx="7123398" cy="387105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9292DC3E-4C69-4BC0-91F5-ED4667BE80ED}"/>
                </a:ext>
              </a:extLst>
            </p:cNvPr>
            <p:cNvSpPr/>
            <p:nvPr/>
          </p:nvSpPr>
          <p:spPr>
            <a:xfrm>
              <a:off x="2008757" y="1569103"/>
              <a:ext cx="7123398" cy="3871050"/>
            </a:xfrm>
            <a:custGeom>
              <a:avLst/>
              <a:gdLst>
                <a:gd name="connsiteX0" fmla="*/ 4026036 w 7123398"/>
                <a:gd name="connsiteY0" fmla="*/ 3871051 h 3871050"/>
                <a:gd name="connsiteX1" fmla="*/ 3232133 w 7123398"/>
                <a:gd name="connsiteY1" fmla="*/ 3077147 h 3871050"/>
                <a:gd name="connsiteX2" fmla="*/ 3232133 w 7123398"/>
                <a:gd name="connsiteY2" fmla="*/ 866651 h 3871050"/>
                <a:gd name="connsiteX3" fmla="*/ 2833050 w 7123398"/>
                <a:gd name="connsiteY3" fmla="*/ 467568 h 3871050"/>
                <a:gd name="connsiteX4" fmla="*/ 2433967 w 7123398"/>
                <a:gd name="connsiteY4" fmla="*/ 866651 h 3871050"/>
                <a:gd name="connsiteX5" fmla="*/ 2433967 w 7123398"/>
                <a:gd name="connsiteY5" fmla="*/ 2347604 h 3871050"/>
                <a:gd name="connsiteX6" fmla="*/ 1674994 w 7123398"/>
                <a:gd name="connsiteY6" fmla="*/ 3106577 h 3871050"/>
                <a:gd name="connsiteX7" fmla="*/ 916021 w 7123398"/>
                <a:gd name="connsiteY7" fmla="*/ 2347604 h 3871050"/>
                <a:gd name="connsiteX8" fmla="*/ 916021 w 7123398"/>
                <a:gd name="connsiteY8" fmla="*/ 1839880 h 3871050"/>
                <a:gd name="connsiteX9" fmla="*/ 657621 w 7123398"/>
                <a:gd name="connsiteY9" fmla="*/ 1581480 h 3871050"/>
                <a:gd name="connsiteX10" fmla="*/ 0 w 7123398"/>
                <a:gd name="connsiteY10" fmla="*/ 1581480 h 3871050"/>
                <a:gd name="connsiteX11" fmla="*/ 0 w 7123398"/>
                <a:gd name="connsiteY11" fmla="*/ 1113912 h 3871050"/>
                <a:gd name="connsiteX12" fmla="*/ 657483 w 7123398"/>
                <a:gd name="connsiteY12" fmla="*/ 1113912 h 3871050"/>
                <a:gd name="connsiteX13" fmla="*/ 1383451 w 7123398"/>
                <a:gd name="connsiteY13" fmla="*/ 1839880 h 3871050"/>
                <a:gd name="connsiteX14" fmla="*/ 1383451 w 7123398"/>
                <a:gd name="connsiteY14" fmla="*/ 2347604 h 3871050"/>
                <a:gd name="connsiteX15" fmla="*/ 1674856 w 7123398"/>
                <a:gd name="connsiteY15" fmla="*/ 2639009 h 3871050"/>
                <a:gd name="connsiteX16" fmla="*/ 1966261 w 7123398"/>
                <a:gd name="connsiteY16" fmla="*/ 2347604 h 3871050"/>
                <a:gd name="connsiteX17" fmla="*/ 1966261 w 7123398"/>
                <a:gd name="connsiteY17" fmla="*/ 866651 h 3871050"/>
                <a:gd name="connsiteX18" fmla="*/ 2832912 w 7123398"/>
                <a:gd name="connsiteY18" fmla="*/ 0 h 3871050"/>
                <a:gd name="connsiteX19" fmla="*/ 3699563 w 7123398"/>
                <a:gd name="connsiteY19" fmla="*/ 866651 h 3871050"/>
                <a:gd name="connsiteX20" fmla="*/ 3699563 w 7123398"/>
                <a:gd name="connsiteY20" fmla="*/ 3077010 h 3871050"/>
                <a:gd name="connsiteX21" fmla="*/ 4025898 w 7123398"/>
                <a:gd name="connsiteY21" fmla="*/ 3403345 h 3871050"/>
                <a:gd name="connsiteX22" fmla="*/ 4352233 w 7123398"/>
                <a:gd name="connsiteY22" fmla="*/ 3077010 h 3871050"/>
                <a:gd name="connsiteX23" fmla="*/ 4352233 w 7123398"/>
                <a:gd name="connsiteY23" fmla="*/ 1341370 h 3871050"/>
                <a:gd name="connsiteX24" fmla="*/ 5136647 w 7123398"/>
                <a:gd name="connsiteY24" fmla="*/ 556818 h 3871050"/>
                <a:gd name="connsiteX25" fmla="*/ 5921199 w 7123398"/>
                <a:gd name="connsiteY25" fmla="*/ 1341370 h 3871050"/>
                <a:gd name="connsiteX26" fmla="*/ 5921199 w 7123398"/>
                <a:gd name="connsiteY26" fmla="*/ 1807288 h 3871050"/>
                <a:gd name="connsiteX27" fmla="*/ 6259086 w 7123398"/>
                <a:gd name="connsiteY27" fmla="*/ 2145175 h 3871050"/>
                <a:gd name="connsiteX28" fmla="*/ 7123399 w 7123398"/>
                <a:gd name="connsiteY28" fmla="*/ 2145175 h 3871050"/>
                <a:gd name="connsiteX29" fmla="*/ 7123399 w 7123398"/>
                <a:gd name="connsiteY29" fmla="*/ 2612743 h 3871050"/>
                <a:gd name="connsiteX30" fmla="*/ 6259086 w 7123398"/>
                <a:gd name="connsiteY30" fmla="*/ 2612743 h 3871050"/>
                <a:gd name="connsiteX31" fmla="*/ 5453631 w 7123398"/>
                <a:gd name="connsiteY31" fmla="*/ 1807288 h 3871050"/>
                <a:gd name="connsiteX32" fmla="*/ 5453631 w 7123398"/>
                <a:gd name="connsiteY32" fmla="*/ 1341370 h 3871050"/>
                <a:gd name="connsiteX33" fmla="*/ 5136785 w 7123398"/>
                <a:gd name="connsiteY33" fmla="*/ 1024386 h 3871050"/>
                <a:gd name="connsiteX34" fmla="*/ 4819801 w 7123398"/>
                <a:gd name="connsiteY34" fmla="*/ 1341370 h 3871050"/>
                <a:gd name="connsiteX35" fmla="*/ 4819801 w 7123398"/>
                <a:gd name="connsiteY35" fmla="*/ 3077010 h 3871050"/>
                <a:gd name="connsiteX36" fmla="*/ 4025898 w 7123398"/>
                <a:gd name="connsiteY36" fmla="*/ 3870913 h 387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123398" h="3871050">
                  <a:moveTo>
                    <a:pt x="4026036" y="3871051"/>
                  </a:moveTo>
                  <a:cubicBezTo>
                    <a:pt x="3588309" y="3871051"/>
                    <a:pt x="3232133" y="3514874"/>
                    <a:pt x="3232133" y="3077147"/>
                  </a:cubicBezTo>
                  <a:lnTo>
                    <a:pt x="3232133" y="866651"/>
                  </a:lnTo>
                  <a:cubicBezTo>
                    <a:pt x="3232133" y="646619"/>
                    <a:pt x="3053082" y="467568"/>
                    <a:pt x="2833050" y="467568"/>
                  </a:cubicBezTo>
                  <a:cubicBezTo>
                    <a:pt x="2613018" y="467568"/>
                    <a:pt x="2433967" y="646619"/>
                    <a:pt x="2433967" y="866651"/>
                  </a:cubicBezTo>
                  <a:lnTo>
                    <a:pt x="2433967" y="2347604"/>
                  </a:lnTo>
                  <a:cubicBezTo>
                    <a:pt x="2433967" y="2766077"/>
                    <a:pt x="2093467" y="3106577"/>
                    <a:pt x="1674994" y="3106577"/>
                  </a:cubicBezTo>
                  <a:cubicBezTo>
                    <a:pt x="1256520" y="3106577"/>
                    <a:pt x="916021" y="2766077"/>
                    <a:pt x="916021" y="2347604"/>
                  </a:cubicBezTo>
                  <a:lnTo>
                    <a:pt x="916021" y="1839880"/>
                  </a:lnTo>
                  <a:cubicBezTo>
                    <a:pt x="916021" y="1697409"/>
                    <a:pt x="800091" y="1581480"/>
                    <a:pt x="657621" y="1581480"/>
                  </a:cubicBezTo>
                  <a:lnTo>
                    <a:pt x="0" y="1581480"/>
                  </a:lnTo>
                  <a:lnTo>
                    <a:pt x="0" y="1113912"/>
                  </a:lnTo>
                  <a:lnTo>
                    <a:pt x="657483" y="1113912"/>
                  </a:lnTo>
                  <a:cubicBezTo>
                    <a:pt x="1057804" y="1113912"/>
                    <a:pt x="1383451" y="1439559"/>
                    <a:pt x="1383451" y="1839880"/>
                  </a:cubicBezTo>
                  <a:lnTo>
                    <a:pt x="1383451" y="2347604"/>
                  </a:lnTo>
                  <a:cubicBezTo>
                    <a:pt x="1383451" y="2508365"/>
                    <a:pt x="1514233" y="2639009"/>
                    <a:pt x="1674856" y="2639009"/>
                  </a:cubicBezTo>
                  <a:cubicBezTo>
                    <a:pt x="1835480" y="2639009"/>
                    <a:pt x="1966261" y="2508227"/>
                    <a:pt x="1966261" y="2347604"/>
                  </a:cubicBezTo>
                  <a:lnTo>
                    <a:pt x="1966261" y="866651"/>
                  </a:lnTo>
                  <a:cubicBezTo>
                    <a:pt x="1966261" y="388769"/>
                    <a:pt x="2355030" y="0"/>
                    <a:pt x="2832912" y="0"/>
                  </a:cubicBezTo>
                  <a:cubicBezTo>
                    <a:pt x="3310794" y="0"/>
                    <a:pt x="3699563" y="388769"/>
                    <a:pt x="3699563" y="866651"/>
                  </a:cubicBezTo>
                  <a:lnTo>
                    <a:pt x="3699563" y="3077010"/>
                  </a:lnTo>
                  <a:cubicBezTo>
                    <a:pt x="3699563" y="3257024"/>
                    <a:pt x="3846022" y="3403345"/>
                    <a:pt x="4025898" y="3403345"/>
                  </a:cubicBezTo>
                  <a:cubicBezTo>
                    <a:pt x="4205774" y="3403345"/>
                    <a:pt x="4352233" y="3256886"/>
                    <a:pt x="4352233" y="3077010"/>
                  </a:cubicBezTo>
                  <a:lnTo>
                    <a:pt x="4352233" y="1341370"/>
                  </a:lnTo>
                  <a:cubicBezTo>
                    <a:pt x="4352233" y="908732"/>
                    <a:pt x="4704147" y="556818"/>
                    <a:pt x="5136647" y="556818"/>
                  </a:cubicBezTo>
                  <a:cubicBezTo>
                    <a:pt x="5569148" y="556818"/>
                    <a:pt x="5921199" y="908732"/>
                    <a:pt x="5921199" y="1341370"/>
                  </a:cubicBezTo>
                  <a:lnTo>
                    <a:pt x="5921199" y="1807288"/>
                  </a:lnTo>
                  <a:cubicBezTo>
                    <a:pt x="5921199" y="1993628"/>
                    <a:pt x="6072746" y="2145175"/>
                    <a:pt x="6259086" y="2145175"/>
                  </a:cubicBezTo>
                  <a:lnTo>
                    <a:pt x="7123399" y="2145175"/>
                  </a:lnTo>
                  <a:lnTo>
                    <a:pt x="7123399" y="2612743"/>
                  </a:lnTo>
                  <a:lnTo>
                    <a:pt x="6259086" y="2612743"/>
                  </a:lnTo>
                  <a:cubicBezTo>
                    <a:pt x="5815034" y="2612743"/>
                    <a:pt x="5453631" y="2251478"/>
                    <a:pt x="5453631" y="1807288"/>
                  </a:cubicBezTo>
                  <a:lnTo>
                    <a:pt x="5453631" y="1341370"/>
                  </a:lnTo>
                  <a:cubicBezTo>
                    <a:pt x="5453631" y="1166582"/>
                    <a:pt x="5311435" y="1024386"/>
                    <a:pt x="5136785" y="1024386"/>
                  </a:cubicBezTo>
                  <a:cubicBezTo>
                    <a:pt x="4962134" y="1024386"/>
                    <a:pt x="4819801" y="1166582"/>
                    <a:pt x="4819801" y="1341370"/>
                  </a:cubicBezTo>
                  <a:lnTo>
                    <a:pt x="4819801" y="3077010"/>
                  </a:lnTo>
                  <a:cubicBezTo>
                    <a:pt x="4819801" y="3514736"/>
                    <a:pt x="4463624" y="3870913"/>
                    <a:pt x="4025898" y="387091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2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AD2A58FE-A42B-4096-A692-D2FF7BE24A90}"/>
                </a:ext>
              </a:extLst>
            </p:cNvPr>
            <p:cNvGrpSpPr/>
            <p:nvPr/>
          </p:nvGrpSpPr>
          <p:grpSpPr>
            <a:xfrm>
              <a:off x="2132525" y="1796148"/>
              <a:ext cx="6876000" cy="3416959"/>
              <a:chOff x="2132525" y="1796148"/>
              <a:chExt cx="6876000" cy="3416959"/>
            </a:xfrm>
            <a:solidFill>
              <a:srgbClr val="FFE650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1FD10880-A684-4B55-B37A-ACE297A24233}"/>
                  </a:ext>
                </a:extLst>
              </p:cNvPr>
              <p:cNvSpPr/>
              <p:nvPr/>
            </p:nvSpPr>
            <p:spPr>
              <a:xfrm>
                <a:off x="2132525" y="2909785"/>
                <a:ext cx="34380" cy="13752"/>
              </a:xfrm>
              <a:custGeom>
                <a:avLst/>
                <a:gdLst>
                  <a:gd name="connsiteX0" fmla="*/ 0 w 34380"/>
                  <a:gd name="connsiteY0" fmla="*/ 0 h 13752"/>
                  <a:gd name="connsiteX1" fmla="*/ 34380 w 34380"/>
                  <a:gd name="connsiteY1" fmla="*/ 0 h 13752"/>
                  <a:gd name="connsiteX2" fmla="*/ 34380 w 34380"/>
                  <a:gd name="connsiteY2" fmla="*/ 13752 h 13752"/>
                  <a:gd name="connsiteX3" fmla="*/ 0 w 34380"/>
                  <a:gd name="connsiteY3" fmla="*/ 13752 h 13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380" h="13752">
                    <a:moveTo>
                      <a:pt x="0" y="0"/>
                    </a:moveTo>
                    <a:lnTo>
                      <a:pt x="34380" y="0"/>
                    </a:lnTo>
                    <a:lnTo>
                      <a:pt x="34380" y="13752"/>
                    </a:lnTo>
                    <a:lnTo>
                      <a:pt x="0" y="13752"/>
                    </a:lnTo>
                    <a:close/>
                  </a:path>
                </a:pathLst>
              </a:custGeom>
              <a:solidFill>
                <a:srgbClr val="FFE650"/>
              </a:solidFill>
              <a:ln w="137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7C9E4EC4-0A95-4EFD-BDC6-DC7519010875}"/>
                  </a:ext>
                </a:extLst>
              </p:cNvPr>
              <p:cNvSpPr/>
              <p:nvPr/>
            </p:nvSpPr>
            <p:spPr>
              <a:xfrm>
                <a:off x="2235527" y="1796148"/>
                <a:ext cx="6663806" cy="3416959"/>
              </a:xfrm>
              <a:custGeom>
                <a:avLst/>
                <a:gdLst>
                  <a:gd name="connsiteX0" fmla="*/ 3799265 w 6663806"/>
                  <a:gd name="connsiteY0" fmla="*/ 3416959 h 3416959"/>
                  <a:gd name="connsiteX1" fmla="*/ 3758697 w 6663806"/>
                  <a:gd name="connsiteY1" fmla="*/ 3415585 h 3416959"/>
                  <a:gd name="connsiteX2" fmla="*/ 3759659 w 6663806"/>
                  <a:gd name="connsiteY2" fmla="*/ 3401833 h 3416959"/>
                  <a:gd name="connsiteX3" fmla="*/ 3827457 w 6663806"/>
                  <a:gd name="connsiteY3" fmla="*/ 3402520 h 3416959"/>
                  <a:gd name="connsiteX4" fmla="*/ 3828144 w 6663806"/>
                  <a:gd name="connsiteY4" fmla="*/ 3416272 h 3416959"/>
                  <a:gd name="connsiteX5" fmla="*/ 3799403 w 6663806"/>
                  <a:gd name="connsiteY5" fmla="*/ 3416959 h 3416959"/>
                  <a:gd name="connsiteX6" fmla="*/ 3897042 w 6663806"/>
                  <a:gd name="connsiteY6" fmla="*/ 3408571 h 3416959"/>
                  <a:gd name="connsiteX7" fmla="*/ 3894704 w 6663806"/>
                  <a:gd name="connsiteY7" fmla="*/ 3395094 h 3416959"/>
                  <a:gd name="connsiteX8" fmla="*/ 3960576 w 6663806"/>
                  <a:gd name="connsiteY8" fmla="*/ 3379417 h 3416959"/>
                  <a:gd name="connsiteX9" fmla="*/ 3964564 w 6663806"/>
                  <a:gd name="connsiteY9" fmla="*/ 3392618 h 3416959"/>
                  <a:gd name="connsiteX10" fmla="*/ 3897042 w 6663806"/>
                  <a:gd name="connsiteY10" fmla="*/ 3408709 h 3416959"/>
                  <a:gd name="connsiteX11" fmla="*/ 3689799 w 6663806"/>
                  <a:gd name="connsiteY11" fmla="*/ 3406370 h 3416959"/>
                  <a:gd name="connsiteX12" fmla="*/ 3622690 w 6663806"/>
                  <a:gd name="connsiteY12" fmla="*/ 3388906 h 3416959"/>
                  <a:gd name="connsiteX13" fmla="*/ 3626953 w 6663806"/>
                  <a:gd name="connsiteY13" fmla="*/ 3375841 h 3416959"/>
                  <a:gd name="connsiteX14" fmla="*/ 3692550 w 6663806"/>
                  <a:gd name="connsiteY14" fmla="*/ 3392893 h 3416959"/>
                  <a:gd name="connsiteX15" fmla="*/ 3689937 w 6663806"/>
                  <a:gd name="connsiteY15" fmla="*/ 3406370 h 3416959"/>
                  <a:gd name="connsiteX16" fmla="*/ 4029611 w 6663806"/>
                  <a:gd name="connsiteY16" fmla="*/ 3368140 h 3416959"/>
                  <a:gd name="connsiteX17" fmla="*/ 4023973 w 6663806"/>
                  <a:gd name="connsiteY17" fmla="*/ 3355626 h 3416959"/>
                  <a:gd name="connsiteX18" fmla="*/ 4084069 w 6663806"/>
                  <a:gd name="connsiteY18" fmla="*/ 3324271 h 3416959"/>
                  <a:gd name="connsiteX19" fmla="*/ 4091220 w 6663806"/>
                  <a:gd name="connsiteY19" fmla="*/ 3336098 h 3416959"/>
                  <a:gd name="connsiteX20" fmla="*/ 4029611 w 6663806"/>
                  <a:gd name="connsiteY20" fmla="*/ 3368140 h 3416959"/>
                  <a:gd name="connsiteX21" fmla="*/ 3558193 w 6663806"/>
                  <a:gd name="connsiteY21" fmla="*/ 3363189 h 3416959"/>
                  <a:gd name="connsiteX22" fmla="*/ 3497409 w 6663806"/>
                  <a:gd name="connsiteY22" fmla="*/ 3329909 h 3416959"/>
                  <a:gd name="connsiteX23" fmla="*/ 3504697 w 6663806"/>
                  <a:gd name="connsiteY23" fmla="*/ 3318220 h 3416959"/>
                  <a:gd name="connsiteX24" fmla="*/ 3564106 w 6663806"/>
                  <a:gd name="connsiteY24" fmla="*/ 3350812 h 3416959"/>
                  <a:gd name="connsiteX25" fmla="*/ 3558193 w 6663806"/>
                  <a:gd name="connsiteY25" fmla="*/ 3363189 h 3416959"/>
                  <a:gd name="connsiteX26" fmla="*/ 4148428 w 6663806"/>
                  <a:gd name="connsiteY26" fmla="*/ 3296629 h 3416959"/>
                  <a:gd name="connsiteX27" fmla="*/ 4139902 w 6663806"/>
                  <a:gd name="connsiteY27" fmla="*/ 3285766 h 3416959"/>
                  <a:gd name="connsiteX28" fmla="*/ 4190647 w 6663806"/>
                  <a:gd name="connsiteY28" fmla="*/ 3240796 h 3416959"/>
                  <a:gd name="connsiteX29" fmla="*/ 4200411 w 6663806"/>
                  <a:gd name="connsiteY29" fmla="*/ 3250561 h 3416959"/>
                  <a:gd name="connsiteX30" fmla="*/ 4148428 w 6663806"/>
                  <a:gd name="connsiteY30" fmla="*/ 3296629 h 3416959"/>
                  <a:gd name="connsiteX31" fmla="*/ 3441025 w 6663806"/>
                  <a:gd name="connsiteY31" fmla="*/ 3289341 h 3416959"/>
                  <a:gd name="connsiteX32" fmla="*/ 3390006 w 6663806"/>
                  <a:gd name="connsiteY32" fmla="*/ 3242309 h 3416959"/>
                  <a:gd name="connsiteX33" fmla="*/ 3399907 w 6663806"/>
                  <a:gd name="connsiteY33" fmla="*/ 3232820 h 3416959"/>
                  <a:gd name="connsiteX34" fmla="*/ 3449689 w 6663806"/>
                  <a:gd name="connsiteY34" fmla="*/ 3278752 h 3416959"/>
                  <a:gd name="connsiteX35" fmla="*/ 3441025 w 6663806"/>
                  <a:gd name="connsiteY35" fmla="*/ 3289478 h 3416959"/>
                  <a:gd name="connsiteX36" fmla="*/ 4246343 w 6663806"/>
                  <a:gd name="connsiteY36" fmla="*/ 3198578 h 3416959"/>
                  <a:gd name="connsiteX37" fmla="*/ 4235479 w 6663806"/>
                  <a:gd name="connsiteY37" fmla="*/ 3190051 h 3416959"/>
                  <a:gd name="connsiteX38" fmla="*/ 4273847 w 6663806"/>
                  <a:gd name="connsiteY38" fmla="*/ 3134218 h 3416959"/>
                  <a:gd name="connsiteX39" fmla="*/ 4285674 w 6663806"/>
                  <a:gd name="connsiteY39" fmla="*/ 3141370 h 3416959"/>
                  <a:gd name="connsiteX40" fmla="*/ 4246343 w 6663806"/>
                  <a:gd name="connsiteY40" fmla="*/ 3198578 h 3416959"/>
                  <a:gd name="connsiteX41" fmla="*/ 3345037 w 6663806"/>
                  <a:gd name="connsiteY41" fmla="*/ 3189364 h 3416959"/>
                  <a:gd name="connsiteX42" fmla="*/ 3306944 w 6663806"/>
                  <a:gd name="connsiteY42" fmla="*/ 3131330 h 3416959"/>
                  <a:gd name="connsiteX43" fmla="*/ 3318908 w 6663806"/>
                  <a:gd name="connsiteY43" fmla="*/ 3124454 h 3416959"/>
                  <a:gd name="connsiteX44" fmla="*/ 3356176 w 6663806"/>
                  <a:gd name="connsiteY44" fmla="*/ 3181113 h 3416959"/>
                  <a:gd name="connsiteX45" fmla="*/ 3345174 w 6663806"/>
                  <a:gd name="connsiteY45" fmla="*/ 3189364 h 3416959"/>
                  <a:gd name="connsiteX46" fmla="*/ 4317578 w 6663806"/>
                  <a:gd name="connsiteY46" fmla="*/ 3079898 h 3416959"/>
                  <a:gd name="connsiteX47" fmla="*/ 4305064 w 6663806"/>
                  <a:gd name="connsiteY47" fmla="*/ 3074260 h 3416959"/>
                  <a:gd name="connsiteX48" fmla="*/ 4328717 w 6663806"/>
                  <a:gd name="connsiteY48" fmla="*/ 3010726 h 3416959"/>
                  <a:gd name="connsiteX49" fmla="*/ 4341919 w 6663806"/>
                  <a:gd name="connsiteY49" fmla="*/ 3014713 h 3416959"/>
                  <a:gd name="connsiteX50" fmla="*/ 4317716 w 6663806"/>
                  <a:gd name="connsiteY50" fmla="*/ 3079760 h 3416959"/>
                  <a:gd name="connsiteX51" fmla="*/ 3276002 w 6663806"/>
                  <a:gd name="connsiteY51" fmla="*/ 3069034 h 3416959"/>
                  <a:gd name="connsiteX52" fmla="*/ 3253173 w 6663806"/>
                  <a:gd name="connsiteY52" fmla="*/ 3003437 h 3416959"/>
                  <a:gd name="connsiteX53" fmla="*/ 3266375 w 6663806"/>
                  <a:gd name="connsiteY53" fmla="*/ 2999724 h 3416959"/>
                  <a:gd name="connsiteX54" fmla="*/ 3288653 w 6663806"/>
                  <a:gd name="connsiteY54" fmla="*/ 3063671 h 3416959"/>
                  <a:gd name="connsiteX55" fmla="*/ 3276002 w 6663806"/>
                  <a:gd name="connsiteY55" fmla="*/ 3069034 h 3416959"/>
                  <a:gd name="connsiteX56" fmla="*/ 4357734 w 6663806"/>
                  <a:gd name="connsiteY56" fmla="*/ 2947329 h 3416959"/>
                  <a:gd name="connsiteX57" fmla="*/ 4344257 w 6663806"/>
                  <a:gd name="connsiteY57" fmla="*/ 2944991 h 3416959"/>
                  <a:gd name="connsiteX58" fmla="*/ 4351683 w 6663806"/>
                  <a:gd name="connsiteY58" fmla="*/ 2877744 h 3416959"/>
                  <a:gd name="connsiteX59" fmla="*/ 4365435 w 6663806"/>
                  <a:gd name="connsiteY59" fmla="*/ 2878431 h 3416959"/>
                  <a:gd name="connsiteX60" fmla="*/ 4357734 w 6663806"/>
                  <a:gd name="connsiteY60" fmla="*/ 2947466 h 3416959"/>
                  <a:gd name="connsiteX61" fmla="*/ 3238459 w 6663806"/>
                  <a:gd name="connsiteY61" fmla="*/ 2935639 h 3416959"/>
                  <a:gd name="connsiteX62" fmla="*/ 3232270 w 6663806"/>
                  <a:gd name="connsiteY62" fmla="*/ 2866467 h 3416959"/>
                  <a:gd name="connsiteX63" fmla="*/ 3246022 w 6663806"/>
                  <a:gd name="connsiteY63" fmla="*/ 2866054 h 3416959"/>
                  <a:gd name="connsiteX64" fmla="*/ 3252073 w 6663806"/>
                  <a:gd name="connsiteY64" fmla="*/ 2933577 h 3416959"/>
                  <a:gd name="connsiteX65" fmla="*/ 3238459 w 6663806"/>
                  <a:gd name="connsiteY65" fmla="*/ 2935639 h 3416959"/>
                  <a:gd name="connsiteX66" fmla="*/ 4366123 w 6663806"/>
                  <a:gd name="connsiteY66" fmla="*/ 2809396 h 3416959"/>
                  <a:gd name="connsiteX67" fmla="*/ 4352371 w 6663806"/>
                  <a:gd name="connsiteY67" fmla="*/ 2809396 h 3416959"/>
                  <a:gd name="connsiteX68" fmla="*/ 4352371 w 6663806"/>
                  <a:gd name="connsiteY68" fmla="*/ 2740774 h 3416959"/>
                  <a:gd name="connsiteX69" fmla="*/ 4366123 w 6663806"/>
                  <a:gd name="connsiteY69" fmla="*/ 2740774 h 3416959"/>
                  <a:gd name="connsiteX70" fmla="*/ 4366123 w 6663806"/>
                  <a:gd name="connsiteY70" fmla="*/ 2809396 h 3416959"/>
                  <a:gd name="connsiteX71" fmla="*/ 3245747 w 6663806"/>
                  <a:gd name="connsiteY71" fmla="*/ 2797707 h 3416959"/>
                  <a:gd name="connsiteX72" fmla="*/ 3231995 w 6663806"/>
                  <a:gd name="connsiteY72" fmla="*/ 2797707 h 3416959"/>
                  <a:gd name="connsiteX73" fmla="*/ 3231995 w 6663806"/>
                  <a:gd name="connsiteY73" fmla="*/ 2729084 h 3416959"/>
                  <a:gd name="connsiteX74" fmla="*/ 3245747 w 6663806"/>
                  <a:gd name="connsiteY74" fmla="*/ 2729084 h 3416959"/>
                  <a:gd name="connsiteX75" fmla="*/ 3245747 w 6663806"/>
                  <a:gd name="connsiteY75" fmla="*/ 2797707 h 3416959"/>
                  <a:gd name="connsiteX76" fmla="*/ 4366123 w 6663806"/>
                  <a:gd name="connsiteY76" fmla="*/ 2672151 h 3416959"/>
                  <a:gd name="connsiteX77" fmla="*/ 4352371 w 6663806"/>
                  <a:gd name="connsiteY77" fmla="*/ 2672151 h 3416959"/>
                  <a:gd name="connsiteX78" fmla="*/ 4352371 w 6663806"/>
                  <a:gd name="connsiteY78" fmla="*/ 2603529 h 3416959"/>
                  <a:gd name="connsiteX79" fmla="*/ 4366123 w 6663806"/>
                  <a:gd name="connsiteY79" fmla="*/ 2603529 h 3416959"/>
                  <a:gd name="connsiteX80" fmla="*/ 4366123 w 6663806"/>
                  <a:gd name="connsiteY80" fmla="*/ 2672151 h 3416959"/>
                  <a:gd name="connsiteX81" fmla="*/ 3245747 w 6663806"/>
                  <a:gd name="connsiteY81" fmla="*/ 2660462 h 3416959"/>
                  <a:gd name="connsiteX82" fmla="*/ 3231995 w 6663806"/>
                  <a:gd name="connsiteY82" fmla="*/ 2660462 h 3416959"/>
                  <a:gd name="connsiteX83" fmla="*/ 3231995 w 6663806"/>
                  <a:gd name="connsiteY83" fmla="*/ 2591839 h 3416959"/>
                  <a:gd name="connsiteX84" fmla="*/ 3245747 w 6663806"/>
                  <a:gd name="connsiteY84" fmla="*/ 2591839 h 3416959"/>
                  <a:gd name="connsiteX85" fmla="*/ 3245747 w 6663806"/>
                  <a:gd name="connsiteY85" fmla="*/ 2660462 h 3416959"/>
                  <a:gd name="connsiteX86" fmla="*/ 1450011 w 6663806"/>
                  <a:gd name="connsiteY86" fmla="*/ 2652486 h 3416959"/>
                  <a:gd name="connsiteX87" fmla="*/ 1447811 w 6663806"/>
                  <a:gd name="connsiteY87" fmla="*/ 2652486 h 3416959"/>
                  <a:gd name="connsiteX88" fmla="*/ 1380701 w 6663806"/>
                  <a:gd name="connsiteY88" fmla="*/ 2648223 h 3416959"/>
                  <a:gd name="connsiteX89" fmla="*/ 1382351 w 6663806"/>
                  <a:gd name="connsiteY89" fmla="*/ 2634608 h 3416959"/>
                  <a:gd name="connsiteX90" fmla="*/ 1447811 w 6663806"/>
                  <a:gd name="connsiteY90" fmla="*/ 2638734 h 3416959"/>
                  <a:gd name="connsiteX91" fmla="*/ 1450011 w 6663806"/>
                  <a:gd name="connsiteY91" fmla="*/ 2638734 h 3416959"/>
                  <a:gd name="connsiteX92" fmla="*/ 1450011 w 6663806"/>
                  <a:gd name="connsiteY92" fmla="*/ 2652486 h 3416959"/>
                  <a:gd name="connsiteX93" fmla="*/ 1519321 w 6663806"/>
                  <a:gd name="connsiteY93" fmla="*/ 2647673 h 3416959"/>
                  <a:gd name="connsiteX94" fmla="*/ 1517533 w 6663806"/>
                  <a:gd name="connsiteY94" fmla="*/ 2634058 h 3416959"/>
                  <a:gd name="connsiteX95" fmla="*/ 1583818 w 6663806"/>
                  <a:gd name="connsiteY95" fmla="*/ 2620719 h 3416959"/>
                  <a:gd name="connsiteX96" fmla="*/ 1587393 w 6663806"/>
                  <a:gd name="connsiteY96" fmla="*/ 2633921 h 3416959"/>
                  <a:gd name="connsiteX97" fmla="*/ 1519321 w 6663806"/>
                  <a:gd name="connsiteY97" fmla="*/ 2647673 h 3416959"/>
                  <a:gd name="connsiteX98" fmla="*/ 1312491 w 6663806"/>
                  <a:gd name="connsiteY98" fmla="*/ 2635021 h 3416959"/>
                  <a:gd name="connsiteX99" fmla="*/ 1246619 w 6663806"/>
                  <a:gd name="connsiteY99" fmla="*/ 2613018 h 3416959"/>
                  <a:gd name="connsiteX100" fmla="*/ 1251845 w 6663806"/>
                  <a:gd name="connsiteY100" fmla="*/ 2600228 h 3416959"/>
                  <a:gd name="connsiteX101" fmla="*/ 1316066 w 6663806"/>
                  <a:gd name="connsiteY101" fmla="*/ 2621681 h 3416959"/>
                  <a:gd name="connsiteX102" fmla="*/ 1312628 w 6663806"/>
                  <a:gd name="connsiteY102" fmla="*/ 2635021 h 3416959"/>
                  <a:gd name="connsiteX103" fmla="*/ 1653128 w 6663806"/>
                  <a:gd name="connsiteY103" fmla="*/ 2611367 h 3416959"/>
                  <a:gd name="connsiteX104" fmla="*/ 1647765 w 6663806"/>
                  <a:gd name="connsiteY104" fmla="*/ 2598715 h 3416959"/>
                  <a:gd name="connsiteX105" fmla="*/ 1708411 w 6663806"/>
                  <a:gd name="connsiteY105" fmla="*/ 2568599 h 3416959"/>
                  <a:gd name="connsiteX106" fmla="*/ 1715287 w 6663806"/>
                  <a:gd name="connsiteY106" fmla="*/ 2580425 h 3416959"/>
                  <a:gd name="connsiteX107" fmla="*/ 1653128 w 6663806"/>
                  <a:gd name="connsiteY107" fmla="*/ 2611367 h 3416959"/>
                  <a:gd name="connsiteX108" fmla="*/ 1184185 w 6663806"/>
                  <a:gd name="connsiteY108" fmla="*/ 2582626 h 3416959"/>
                  <a:gd name="connsiteX109" fmla="*/ 1126289 w 6663806"/>
                  <a:gd name="connsiteY109" fmla="*/ 2544258 h 3416959"/>
                  <a:gd name="connsiteX110" fmla="*/ 1134540 w 6663806"/>
                  <a:gd name="connsiteY110" fmla="*/ 2533256 h 3416959"/>
                  <a:gd name="connsiteX111" fmla="*/ 1190923 w 6663806"/>
                  <a:gd name="connsiteY111" fmla="*/ 2570524 h 3416959"/>
                  <a:gd name="connsiteX112" fmla="*/ 1184047 w 6663806"/>
                  <a:gd name="connsiteY112" fmla="*/ 2582488 h 3416959"/>
                  <a:gd name="connsiteX113" fmla="*/ 1772908 w 6663806"/>
                  <a:gd name="connsiteY113" fmla="*/ 2541645 h 3416959"/>
                  <a:gd name="connsiteX114" fmla="*/ 1764519 w 6663806"/>
                  <a:gd name="connsiteY114" fmla="*/ 2530781 h 3416959"/>
                  <a:gd name="connsiteX115" fmla="*/ 1815264 w 6663806"/>
                  <a:gd name="connsiteY115" fmla="*/ 2485949 h 3416959"/>
                  <a:gd name="connsiteX116" fmla="*/ 1825028 w 6663806"/>
                  <a:gd name="connsiteY116" fmla="*/ 2495713 h 3416959"/>
                  <a:gd name="connsiteX117" fmla="*/ 1772908 w 6663806"/>
                  <a:gd name="connsiteY117" fmla="*/ 2541645 h 3416959"/>
                  <a:gd name="connsiteX118" fmla="*/ 4365985 w 6663806"/>
                  <a:gd name="connsiteY118" fmla="*/ 2534906 h 3416959"/>
                  <a:gd name="connsiteX119" fmla="*/ 4352233 w 6663806"/>
                  <a:gd name="connsiteY119" fmla="*/ 2534906 h 3416959"/>
                  <a:gd name="connsiteX120" fmla="*/ 4352233 w 6663806"/>
                  <a:gd name="connsiteY120" fmla="*/ 2466284 h 3416959"/>
                  <a:gd name="connsiteX121" fmla="*/ 4365985 w 6663806"/>
                  <a:gd name="connsiteY121" fmla="*/ 2466284 h 3416959"/>
                  <a:gd name="connsiteX122" fmla="*/ 4365985 w 6663806"/>
                  <a:gd name="connsiteY122" fmla="*/ 2534906 h 3416959"/>
                  <a:gd name="connsiteX123" fmla="*/ 3245610 w 6663806"/>
                  <a:gd name="connsiteY123" fmla="*/ 2523217 h 3416959"/>
                  <a:gd name="connsiteX124" fmla="*/ 3231858 w 6663806"/>
                  <a:gd name="connsiteY124" fmla="*/ 2523217 h 3416959"/>
                  <a:gd name="connsiteX125" fmla="*/ 3231858 w 6663806"/>
                  <a:gd name="connsiteY125" fmla="*/ 2454595 h 3416959"/>
                  <a:gd name="connsiteX126" fmla="*/ 3245610 w 6663806"/>
                  <a:gd name="connsiteY126" fmla="*/ 2454595 h 3416959"/>
                  <a:gd name="connsiteX127" fmla="*/ 3245610 w 6663806"/>
                  <a:gd name="connsiteY127" fmla="*/ 2523217 h 3416959"/>
                  <a:gd name="connsiteX128" fmla="*/ 1073756 w 6663806"/>
                  <a:gd name="connsiteY128" fmla="*/ 2498876 h 3416959"/>
                  <a:gd name="connsiteX129" fmla="*/ 1027687 w 6663806"/>
                  <a:gd name="connsiteY129" fmla="*/ 2446894 h 3416959"/>
                  <a:gd name="connsiteX130" fmla="*/ 1038551 w 6663806"/>
                  <a:gd name="connsiteY130" fmla="*/ 2438505 h 3416959"/>
                  <a:gd name="connsiteX131" fmla="*/ 1083520 w 6663806"/>
                  <a:gd name="connsiteY131" fmla="*/ 2489112 h 3416959"/>
                  <a:gd name="connsiteX132" fmla="*/ 1073894 w 6663806"/>
                  <a:gd name="connsiteY132" fmla="*/ 2498876 h 3416959"/>
                  <a:gd name="connsiteX133" fmla="*/ 1870685 w 6663806"/>
                  <a:gd name="connsiteY133" fmla="*/ 2443318 h 3416959"/>
                  <a:gd name="connsiteX134" fmla="*/ 1859820 w 6663806"/>
                  <a:gd name="connsiteY134" fmla="*/ 2434929 h 3416959"/>
                  <a:gd name="connsiteX135" fmla="*/ 1897364 w 6663806"/>
                  <a:gd name="connsiteY135" fmla="*/ 2378683 h 3416959"/>
                  <a:gd name="connsiteX136" fmla="*/ 1909328 w 6663806"/>
                  <a:gd name="connsiteY136" fmla="*/ 2385559 h 3416959"/>
                  <a:gd name="connsiteX137" fmla="*/ 1870822 w 6663806"/>
                  <a:gd name="connsiteY137" fmla="*/ 2443318 h 3416959"/>
                  <a:gd name="connsiteX138" fmla="*/ 4365985 w 6663806"/>
                  <a:gd name="connsiteY138" fmla="*/ 2397524 h 3416959"/>
                  <a:gd name="connsiteX139" fmla="*/ 4352233 w 6663806"/>
                  <a:gd name="connsiteY139" fmla="*/ 2397524 h 3416959"/>
                  <a:gd name="connsiteX140" fmla="*/ 4352233 w 6663806"/>
                  <a:gd name="connsiteY140" fmla="*/ 2328901 h 3416959"/>
                  <a:gd name="connsiteX141" fmla="*/ 4365985 w 6663806"/>
                  <a:gd name="connsiteY141" fmla="*/ 2328901 h 3416959"/>
                  <a:gd name="connsiteX142" fmla="*/ 4365985 w 6663806"/>
                  <a:gd name="connsiteY142" fmla="*/ 2397524 h 3416959"/>
                  <a:gd name="connsiteX143" fmla="*/ 988631 w 6663806"/>
                  <a:gd name="connsiteY143" fmla="*/ 2389410 h 3416959"/>
                  <a:gd name="connsiteX144" fmla="*/ 957414 w 6663806"/>
                  <a:gd name="connsiteY144" fmla="*/ 2327251 h 3416959"/>
                  <a:gd name="connsiteX145" fmla="*/ 970066 w 6663806"/>
                  <a:gd name="connsiteY145" fmla="*/ 2321888 h 3416959"/>
                  <a:gd name="connsiteX146" fmla="*/ 1000458 w 6663806"/>
                  <a:gd name="connsiteY146" fmla="*/ 2382397 h 3416959"/>
                  <a:gd name="connsiteX147" fmla="*/ 988631 w 6663806"/>
                  <a:gd name="connsiteY147" fmla="*/ 2389410 h 3416959"/>
                  <a:gd name="connsiteX148" fmla="*/ 3245610 w 6663806"/>
                  <a:gd name="connsiteY148" fmla="*/ 2385835 h 3416959"/>
                  <a:gd name="connsiteX149" fmla="*/ 3231858 w 6663806"/>
                  <a:gd name="connsiteY149" fmla="*/ 2385835 h 3416959"/>
                  <a:gd name="connsiteX150" fmla="*/ 3231858 w 6663806"/>
                  <a:gd name="connsiteY150" fmla="*/ 2317212 h 3416959"/>
                  <a:gd name="connsiteX151" fmla="*/ 3245610 w 6663806"/>
                  <a:gd name="connsiteY151" fmla="*/ 2317212 h 3416959"/>
                  <a:gd name="connsiteX152" fmla="*/ 3245610 w 6663806"/>
                  <a:gd name="connsiteY152" fmla="*/ 2385835 h 3416959"/>
                  <a:gd name="connsiteX153" fmla="*/ 1939857 w 6663806"/>
                  <a:gd name="connsiteY153" fmla="*/ 2323263 h 3416959"/>
                  <a:gd name="connsiteX154" fmla="*/ 1927205 w 6663806"/>
                  <a:gd name="connsiteY154" fmla="*/ 2318037 h 3416959"/>
                  <a:gd name="connsiteX155" fmla="*/ 1948934 w 6663806"/>
                  <a:gd name="connsiteY155" fmla="*/ 2253953 h 3416959"/>
                  <a:gd name="connsiteX156" fmla="*/ 1962273 w 6663806"/>
                  <a:gd name="connsiteY156" fmla="*/ 2257528 h 3416959"/>
                  <a:gd name="connsiteX157" fmla="*/ 1939995 w 6663806"/>
                  <a:gd name="connsiteY157" fmla="*/ 2323400 h 3416959"/>
                  <a:gd name="connsiteX158" fmla="*/ 934586 w 6663806"/>
                  <a:gd name="connsiteY158" fmla="*/ 2261654 h 3416959"/>
                  <a:gd name="connsiteX159" fmla="*/ 920696 w 6663806"/>
                  <a:gd name="connsiteY159" fmla="*/ 2193582 h 3416959"/>
                  <a:gd name="connsiteX160" fmla="*/ 934311 w 6663806"/>
                  <a:gd name="connsiteY160" fmla="*/ 2191657 h 3416959"/>
                  <a:gd name="connsiteX161" fmla="*/ 947925 w 6663806"/>
                  <a:gd name="connsiteY161" fmla="*/ 2257941 h 3416959"/>
                  <a:gd name="connsiteX162" fmla="*/ 934723 w 6663806"/>
                  <a:gd name="connsiteY162" fmla="*/ 2261654 h 3416959"/>
                  <a:gd name="connsiteX163" fmla="*/ 4365848 w 6663806"/>
                  <a:gd name="connsiteY163" fmla="*/ 2260279 h 3416959"/>
                  <a:gd name="connsiteX164" fmla="*/ 4352096 w 6663806"/>
                  <a:gd name="connsiteY164" fmla="*/ 2260279 h 3416959"/>
                  <a:gd name="connsiteX165" fmla="*/ 4352096 w 6663806"/>
                  <a:gd name="connsiteY165" fmla="*/ 2191657 h 3416959"/>
                  <a:gd name="connsiteX166" fmla="*/ 4365848 w 6663806"/>
                  <a:gd name="connsiteY166" fmla="*/ 2191657 h 3416959"/>
                  <a:gd name="connsiteX167" fmla="*/ 4365848 w 6663806"/>
                  <a:gd name="connsiteY167" fmla="*/ 2260279 h 3416959"/>
                  <a:gd name="connsiteX168" fmla="*/ 3245472 w 6663806"/>
                  <a:gd name="connsiteY168" fmla="*/ 2248590 h 3416959"/>
                  <a:gd name="connsiteX169" fmla="*/ 3231720 w 6663806"/>
                  <a:gd name="connsiteY169" fmla="*/ 2248590 h 3416959"/>
                  <a:gd name="connsiteX170" fmla="*/ 3231720 w 6663806"/>
                  <a:gd name="connsiteY170" fmla="*/ 2179967 h 3416959"/>
                  <a:gd name="connsiteX171" fmla="*/ 3245472 w 6663806"/>
                  <a:gd name="connsiteY171" fmla="*/ 2179967 h 3416959"/>
                  <a:gd name="connsiteX172" fmla="*/ 3245472 w 6663806"/>
                  <a:gd name="connsiteY172" fmla="*/ 2248590 h 3416959"/>
                  <a:gd name="connsiteX173" fmla="*/ 1975337 w 6663806"/>
                  <a:gd name="connsiteY173" fmla="*/ 2189318 h 3416959"/>
                  <a:gd name="connsiteX174" fmla="*/ 1961723 w 6663806"/>
                  <a:gd name="connsiteY174" fmla="*/ 2187531 h 3416959"/>
                  <a:gd name="connsiteX175" fmla="*/ 1965986 w 6663806"/>
                  <a:gd name="connsiteY175" fmla="*/ 2120421 h 3416959"/>
                  <a:gd name="connsiteX176" fmla="*/ 1979738 w 6663806"/>
                  <a:gd name="connsiteY176" fmla="*/ 2120008 h 3416959"/>
                  <a:gd name="connsiteX177" fmla="*/ 1975337 w 6663806"/>
                  <a:gd name="connsiteY177" fmla="*/ 2189318 h 3416959"/>
                  <a:gd name="connsiteX178" fmla="*/ 6663807 w 6663806"/>
                  <a:gd name="connsiteY178" fmla="*/ 2158651 h 3416959"/>
                  <a:gd name="connsiteX179" fmla="*/ 6595185 w 6663806"/>
                  <a:gd name="connsiteY179" fmla="*/ 2158651 h 3416959"/>
                  <a:gd name="connsiteX180" fmla="*/ 6595185 w 6663806"/>
                  <a:gd name="connsiteY180" fmla="*/ 2144899 h 3416959"/>
                  <a:gd name="connsiteX181" fmla="*/ 6663807 w 6663806"/>
                  <a:gd name="connsiteY181" fmla="*/ 2144899 h 3416959"/>
                  <a:gd name="connsiteX182" fmla="*/ 6663807 w 6663806"/>
                  <a:gd name="connsiteY182" fmla="*/ 2158651 h 3416959"/>
                  <a:gd name="connsiteX183" fmla="*/ 6526562 w 6663806"/>
                  <a:gd name="connsiteY183" fmla="*/ 2158651 h 3416959"/>
                  <a:gd name="connsiteX184" fmla="*/ 6457939 w 6663806"/>
                  <a:gd name="connsiteY184" fmla="*/ 2158651 h 3416959"/>
                  <a:gd name="connsiteX185" fmla="*/ 6457939 w 6663806"/>
                  <a:gd name="connsiteY185" fmla="*/ 2144899 h 3416959"/>
                  <a:gd name="connsiteX186" fmla="*/ 6526562 w 6663806"/>
                  <a:gd name="connsiteY186" fmla="*/ 2144899 h 3416959"/>
                  <a:gd name="connsiteX187" fmla="*/ 6526562 w 6663806"/>
                  <a:gd name="connsiteY187" fmla="*/ 2158651 h 3416959"/>
                  <a:gd name="connsiteX188" fmla="*/ 6389317 w 6663806"/>
                  <a:gd name="connsiteY188" fmla="*/ 2158651 h 3416959"/>
                  <a:gd name="connsiteX189" fmla="*/ 6320694 w 6663806"/>
                  <a:gd name="connsiteY189" fmla="*/ 2158651 h 3416959"/>
                  <a:gd name="connsiteX190" fmla="*/ 6320694 w 6663806"/>
                  <a:gd name="connsiteY190" fmla="*/ 2144899 h 3416959"/>
                  <a:gd name="connsiteX191" fmla="*/ 6389317 w 6663806"/>
                  <a:gd name="connsiteY191" fmla="*/ 2144899 h 3416959"/>
                  <a:gd name="connsiteX192" fmla="*/ 6389317 w 6663806"/>
                  <a:gd name="connsiteY192" fmla="*/ 2158651 h 3416959"/>
                  <a:gd name="connsiteX193" fmla="*/ 6252072 w 6663806"/>
                  <a:gd name="connsiteY193" fmla="*/ 2158651 h 3416959"/>
                  <a:gd name="connsiteX194" fmla="*/ 6183450 w 6663806"/>
                  <a:gd name="connsiteY194" fmla="*/ 2158651 h 3416959"/>
                  <a:gd name="connsiteX195" fmla="*/ 6183450 w 6663806"/>
                  <a:gd name="connsiteY195" fmla="*/ 2144899 h 3416959"/>
                  <a:gd name="connsiteX196" fmla="*/ 6252072 w 6663806"/>
                  <a:gd name="connsiteY196" fmla="*/ 2144899 h 3416959"/>
                  <a:gd name="connsiteX197" fmla="*/ 6252072 w 6663806"/>
                  <a:gd name="connsiteY197" fmla="*/ 2158651 h 3416959"/>
                  <a:gd name="connsiteX198" fmla="*/ 6114827 w 6663806"/>
                  <a:gd name="connsiteY198" fmla="*/ 2158651 h 3416959"/>
                  <a:gd name="connsiteX199" fmla="*/ 6046204 w 6663806"/>
                  <a:gd name="connsiteY199" fmla="*/ 2158651 h 3416959"/>
                  <a:gd name="connsiteX200" fmla="*/ 6046204 w 6663806"/>
                  <a:gd name="connsiteY200" fmla="*/ 2144899 h 3416959"/>
                  <a:gd name="connsiteX201" fmla="*/ 6114827 w 6663806"/>
                  <a:gd name="connsiteY201" fmla="*/ 2144899 h 3416959"/>
                  <a:gd name="connsiteX202" fmla="*/ 6114827 w 6663806"/>
                  <a:gd name="connsiteY202" fmla="*/ 2158651 h 3416959"/>
                  <a:gd name="connsiteX203" fmla="*/ 5977032 w 6663806"/>
                  <a:gd name="connsiteY203" fmla="*/ 2156039 h 3416959"/>
                  <a:gd name="connsiteX204" fmla="*/ 5908410 w 6663806"/>
                  <a:gd name="connsiteY204" fmla="*/ 2145312 h 3416959"/>
                  <a:gd name="connsiteX205" fmla="*/ 5911297 w 6663806"/>
                  <a:gd name="connsiteY205" fmla="*/ 2131835 h 3416959"/>
                  <a:gd name="connsiteX206" fmla="*/ 5978270 w 6663806"/>
                  <a:gd name="connsiteY206" fmla="*/ 2142287 h 3416959"/>
                  <a:gd name="connsiteX207" fmla="*/ 5977032 w 6663806"/>
                  <a:gd name="connsiteY207" fmla="*/ 2156039 h 3416959"/>
                  <a:gd name="connsiteX208" fmla="*/ 5841712 w 6663806"/>
                  <a:gd name="connsiteY208" fmla="*/ 2126472 h 3416959"/>
                  <a:gd name="connsiteX209" fmla="*/ 5777628 w 6663806"/>
                  <a:gd name="connsiteY209" fmla="*/ 2099793 h 3416959"/>
                  <a:gd name="connsiteX210" fmla="*/ 5783679 w 6663806"/>
                  <a:gd name="connsiteY210" fmla="*/ 2087416 h 3416959"/>
                  <a:gd name="connsiteX211" fmla="*/ 5846250 w 6663806"/>
                  <a:gd name="connsiteY211" fmla="*/ 2113545 h 3416959"/>
                  <a:gd name="connsiteX212" fmla="*/ 5841712 w 6663806"/>
                  <a:gd name="connsiteY212" fmla="*/ 2126472 h 3416959"/>
                  <a:gd name="connsiteX213" fmla="*/ 915746 w 6663806"/>
                  <a:gd name="connsiteY213" fmla="*/ 2124271 h 3416959"/>
                  <a:gd name="connsiteX214" fmla="*/ 915746 w 6663806"/>
                  <a:gd name="connsiteY214" fmla="*/ 2055649 h 3416959"/>
                  <a:gd name="connsiteX215" fmla="*/ 929498 w 6663806"/>
                  <a:gd name="connsiteY215" fmla="*/ 2055649 h 3416959"/>
                  <a:gd name="connsiteX216" fmla="*/ 929498 w 6663806"/>
                  <a:gd name="connsiteY216" fmla="*/ 2124271 h 3416959"/>
                  <a:gd name="connsiteX217" fmla="*/ 915746 w 6663806"/>
                  <a:gd name="connsiteY217" fmla="*/ 2124271 h 3416959"/>
                  <a:gd name="connsiteX218" fmla="*/ 4365985 w 6663806"/>
                  <a:gd name="connsiteY218" fmla="*/ 2123034 h 3416959"/>
                  <a:gd name="connsiteX219" fmla="*/ 4352233 w 6663806"/>
                  <a:gd name="connsiteY219" fmla="*/ 2123034 h 3416959"/>
                  <a:gd name="connsiteX220" fmla="*/ 4352233 w 6663806"/>
                  <a:gd name="connsiteY220" fmla="*/ 2054411 h 3416959"/>
                  <a:gd name="connsiteX221" fmla="*/ 4365985 w 6663806"/>
                  <a:gd name="connsiteY221" fmla="*/ 2054411 h 3416959"/>
                  <a:gd name="connsiteX222" fmla="*/ 4365985 w 6663806"/>
                  <a:gd name="connsiteY222" fmla="*/ 2123034 h 3416959"/>
                  <a:gd name="connsiteX223" fmla="*/ 3245610 w 6663806"/>
                  <a:gd name="connsiteY223" fmla="*/ 2111345 h 3416959"/>
                  <a:gd name="connsiteX224" fmla="*/ 3231858 w 6663806"/>
                  <a:gd name="connsiteY224" fmla="*/ 2111345 h 3416959"/>
                  <a:gd name="connsiteX225" fmla="*/ 3231858 w 6663806"/>
                  <a:gd name="connsiteY225" fmla="*/ 2042722 h 3416959"/>
                  <a:gd name="connsiteX226" fmla="*/ 3245610 w 6663806"/>
                  <a:gd name="connsiteY226" fmla="*/ 2042722 h 3416959"/>
                  <a:gd name="connsiteX227" fmla="*/ 3245610 w 6663806"/>
                  <a:gd name="connsiteY227" fmla="*/ 2111345 h 3416959"/>
                  <a:gd name="connsiteX228" fmla="*/ 5717394 w 6663806"/>
                  <a:gd name="connsiteY228" fmla="*/ 2065550 h 3416959"/>
                  <a:gd name="connsiteX229" fmla="*/ 5661561 w 6663806"/>
                  <a:gd name="connsiteY229" fmla="*/ 2024294 h 3416959"/>
                  <a:gd name="connsiteX230" fmla="*/ 5670363 w 6663806"/>
                  <a:gd name="connsiteY230" fmla="*/ 2013706 h 3416959"/>
                  <a:gd name="connsiteX231" fmla="*/ 5724820 w 6663806"/>
                  <a:gd name="connsiteY231" fmla="*/ 2053999 h 3416959"/>
                  <a:gd name="connsiteX232" fmla="*/ 5717394 w 6663806"/>
                  <a:gd name="connsiteY232" fmla="*/ 2065550 h 3416959"/>
                  <a:gd name="connsiteX233" fmla="*/ 1980013 w 6663806"/>
                  <a:gd name="connsiteY233" fmla="*/ 2051386 h 3416959"/>
                  <a:gd name="connsiteX234" fmla="*/ 1966261 w 6663806"/>
                  <a:gd name="connsiteY234" fmla="*/ 2051386 h 3416959"/>
                  <a:gd name="connsiteX235" fmla="*/ 1966261 w 6663806"/>
                  <a:gd name="connsiteY235" fmla="*/ 1982764 h 3416959"/>
                  <a:gd name="connsiteX236" fmla="*/ 1980013 w 6663806"/>
                  <a:gd name="connsiteY236" fmla="*/ 1982764 h 3416959"/>
                  <a:gd name="connsiteX237" fmla="*/ 1980013 w 6663806"/>
                  <a:gd name="connsiteY237" fmla="*/ 2051386 h 3416959"/>
                  <a:gd name="connsiteX238" fmla="*/ 929498 w 6663806"/>
                  <a:gd name="connsiteY238" fmla="*/ 1987027 h 3416959"/>
                  <a:gd name="connsiteX239" fmla="*/ 915746 w 6663806"/>
                  <a:gd name="connsiteY239" fmla="*/ 1987027 h 3416959"/>
                  <a:gd name="connsiteX240" fmla="*/ 915746 w 6663806"/>
                  <a:gd name="connsiteY240" fmla="*/ 1918404 h 3416959"/>
                  <a:gd name="connsiteX241" fmla="*/ 929498 w 6663806"/>
                  <a:gd name="connsiteY241" fmla="*/ 1918404 h 3416959"/>
                  <a:gd name="connsiteX242" fmla="*/ 929498 w 6663806"/>
                  <a:gd name="connsiteY242" fmla="*/ 1987027 h 3416959"/>
                  <a:gd name="connsiteX243" fmla="*/ 4365985 w 6663806"/>
                  <a:gd name="connsiteY243" fmla="*/ 1985789 h 3416959"/>
                  <a:gd name="connsiteX244" fmla="*/ 4352233 w 6663806"/>
                  <a:gd name="connsiteY244" fmla="*/ 1985789 h 3416959"/>
                  <a:gd name="connsiteX245" fmla="*/ 4352233 w 6663806"/>
                  <a:gd name="connsiteY245" fmla="*/ 1917166 h 3416959"/>
                  <a:gd name="connsiteX246" fmla="*/ 4365985 w 6663806"/>
                  <a:gd name="connsiteY246" fmla="*/ 1917166 h 3416959"/>
                  <a:gd name="connsiteX247" fmla="*/ 4365985 w 6663806"/>
                  <a:gd name="connsiteY247" fmla="*/ 1985789 h 3416959"/>
                  <a:gd name="connsiteX248" fmla="*/ 5611091 w 6663806"/>
                  <a:gd name="connsiteY248" fmla="*/ 1976850 h 3416959"/>
                  <a:gd name="connsiteX249" fmla="*/ 5566535 w 6663806"/>
                  <a:gd name="connsiteY249" fmla="*/ 1923630 h 3416959"/>
                  <a:gd name="connsiteX250" fmla="*/ 5577537 w 6663806"/>
                  <a:gd name="connsiteY250" fmla="*/ 1915516 h 3416959"/>
                  <a:gd name="connsiteX251" fmla="*/ 5620993 w 6663806"/>
                  <a:gd name="connsiteY251" fmla="*/ 1967499 h 3416959"/>
                  <a:gd name="connsiteX252" fmla="*/ 5610954 w 6663806"/>
                  <a:gd name="connsiteY252" fmla="*/ 1976988 h 3416959"/>
                  <a:gd name="connsiteX253" fmla="*/ 3245747 w 6663806"/>
                  <a:gd name="connsiteY253" fmla="*/ 1974100 h 3416959"/>
                  <a:gd name="connsiteX254" fmla="*/ 3231995 w 6663806"/>
                  <a:gd name="connsiteY254" fmla="*/ 1974100 h 3416959"/>
                  <a:gd name="connsiteX255" fmla="*/ 3231995 w 6663806"/>
                  <a:gd name="connsiteY255" fmla="*/ 1905477 h 3416959"/>
                  <a:gd name="connsiteX256" fmla="*/ 3245747 w 6663806"/>
                  <a:gd name="connsiteY256" fmla="*/ 1905477 h 3416959"/>
                  <a:gd name="connsiteX257" fmla="*/ 3245747 w 6663806"/>
                  <a:gd name="connsiteY257" fmla="*/ 1974100 h 3416959"/>
                  <a:gd name="connsiteX258" fmla="*/ 1980013 w 6663806"/>
                  <a:gd name="connsiteY258" fmla="*/ 1914141 h 3416959"/>
                  <a:gd name="connsiteX259" fmla="*/ 1966261 w 6663806"/>
                  <a:gd name="connsiteY259" fmla="*/ 1914141 h 3416959"/>
                  <a:gd name="connsiteX260" fmla="*/ 1966261 w 6663806"/>
                  <a:gd name="connsiteY260" fmla="*/ 1845518 h 3416959"/>
                  <a:gd name="connsiteX261" fmla="*/ 1980013 w 6663806"/>
                  <a:gd name="connsiteY261" fmla="*/ 1845518 h 3416959"/>
                  <a:gd name="connsiteX262" fmla="*/ 1980013 w 6663806"/>
                  <a:gd name="connsiteY262" fmla="*/ 1914141 h 3416959"/>
                  <a:gd name="connsiteX263" fmla="*/ 5528854 w 6663806"/>
                  <a:gd name="connsiteY263" fmla="*/ 1865321 h 3416959"/>
                  <a:gd name="connsiteX264" fmla="*/ 5498325 w 6663806"/>
                  <a:gd name="connsiteY264" fmla="*/ 1803025 h 3416959"/>
                  <a:gd name="connsiteX265" fmla="*/ 5510977 w 6663806"/>
                  <a:gd name="connsiteY265" fmla="*/ 1797799 h 3416959"/>
                  <a:gd name="connsiteX266" fmla="*/ 5540818 w 6663806"/>
                  <a:gd name="connsiteY266" fmla="*/ 1858583 h 3416959"/>
                  <a:gd name="connsiteX267" fmla="*/ 5528854 w 6663806"/>
                  <a:gd name="connsiteY267" fmla="*/ 1865321 h 3416959"/>
                  <a:gd name="connsiteX268" fmla="*/ 929635 w 6663806"/>
                  <a:gd name="connsiteY268" fmla="*/ 1849782 h 3416959"/>
                  <a:gd name="connsiteX269" fmla="*/ 915883 w 6663806"/>
                  <a:gd name="connsiteY269" fmla="*/ 1849782 h 3416959"/>
                  <a:gd name="connsiteX270" fmla="*/ 915883 w 6663806"/>
                  <a:gd name="connsiteY270" fmla="*/ 1781159 h 3416959"/>
                  <a:gd name="connsiteX271" fmla="*/ 929635 w 6663806"/>
                  <a:gd name="connsiteY271" fmla="*/ 1781159 h 3416959"/>
                  <a:gd name="connsiteX272" fmla="*/ 929635 w 6663806"/>
                  <a:gd name="connsiteY272" fmla="*/ 1849782 h 3416959"/>
                  <a:gd name="connsiteX273" fmla="*/ 4366123 w 6663806"/>
                  <a:gd name="connsiteY273" fmla="*/ 1848544 h 3416959"/>
                  <a:gd name="connsiteX274" fmla="*/ 4352371 w 6663806"/>
                  <a:gd name="connsiteY274" fmla="*/ 1848544 h 3416959"/>
                  <a:gd name="connsiteX275" fmla="*/ 4352371 w 6663806"/>
                  <a:gd name="connsiteY275" fmla="*/ 1779922 h 3416959"/>
                  <a:gd name="connsiteX276" fmla="*/ 4366123 w 6663806"/>
                  <a:gd name="connsiteY276" fmla="*/ 1779922 h 3416959"/>
                  <a:gd name="connsiteX277" fmla="*/ 4366123 w 6663806"/>
                  <a:gd name="connsiteY277" fmla="*/ 1848544 h 3416959"/>
                  <a:gd name="connsiteX278" fmla="*/ 3245747 w 6663806"/>
                  <a:gd name="connsiteY278" fmla="*/ 1836855 h 3416959"/>
                  <a:gd name="connsiteX279" fmla="*/ 3231995 w 6663806"/>
                  <a:gd name="connsiteY279" fmla="*/ 1836855 h 3416959"/>
                  <a:gd name="connsiteX280" fmla="*/ 3231995 w 6663806"/>
                  <a:gd name="connsiteY280" fmla="*/ 1768232 h 3416959"/>
                  <a:gd name="connsiteX281" fmla="*/ 3245747 w 6663806"/>
                  <a:gd name="connsiteY281" fmla="*/ 1768232 h 3416959"/>
                  <a:gd name="connsiteX282" fmla="*/ 3245747 w 6663806"/>
                  <a:gd name="connsiteY282" fmla="*/ 1836855 h 3416959"/>
                  <a:gd name="connsiteX283" fmla="*/ 1980013 w 6663806"/>
                  <a:gd name="connsiteY283" fmla="*/ 1776896 h 3416959"/>
                  <a:gd name="connsiteX284" fmla="*/ 1966261 w 6663806"/>
                  <a:gd name="connsiteY284" fmla="*/ 1776896 h 3416959"/>
                  <a:gd name="connsiteX285" fmla="*/ 1966261 w 6663806"/>
                  <a:gd name="connsiteY285" fmla="*/ 1708274 h 3416959"/>
                  <a:gd name="connsiteX286" fmla="*/ 1980013 w 6663806"/>
                  <a:gd name="connsiteY286" fmla="*/ 1708274 h 3416959"/>
                  <a:gd name="connsiteX287" fmla="*/ 1980013 w 6663806"/>
                  <a:gd name="connsiteY287" fmla="*/ 1776896 h 3416959"/>
                  <a:gd name="connsiteX288" fmla="*/ 5475359 w 6663806"/>
                  <a:gd name="connsiteY288" fmla="*/ 1737428 h 3416959"/>
                  <a:gd name="connsiteX289" fmla="*/ 5460645 w 6663806"/>
                  <a:gd name="connsiteY289" fmla="*/ 1669630 h 3416959"/>
                  <a:gd name="connsiteX290" fmla="*/ 5474259 w 6663806"/>
                  <a:gd name="connsiteY290" fmla="*/ 1667568 h 3416959"/>
                  <a:gd name="connsiteX291" fmla="*/ 5488698 w 6663806"/>
                  <a:gd name="connsiteY291" fmla="*/ 1733715 h 3416959"/>
                  <a:gd name="connsiteX292" fmla="*/ 5475496 w 6663806"/>
                  <a:gd name="connsiteY292" fmla="*/ 1737428 h 3416959"/>
                  <a:gd name="connsiteX293" fmla="*/ 929498 w 6663806"/>
                  <a:gd name="connsiteY293" fmla="*/ 1712537 h 3416959"/>
                  <a:gd name="connsiteX294" fmla="*/ 915746 w 6663806"/>
                  <a:gd name="connsiteY294" fmla="*/ 1712537 h 3416959"/>
                  <a:gd name="connsiteX295" fmla="*/ 915746 w 6663806"/>
                  <a:gd name="connsiteY295" fmla="*/ 1643914 h 3416959"/>
                  <a:gd name="connsiteX296" fmla="*/ 929498 w 6663806"/>
                  <a:gd name="connsiteY296" fmla="*/ 1643914 h 3416959"/>
                  <a:gd name="connsiteX297" fmla="*/ 929498 w 6663806"/>
                  <a:gd name="connsiteY297" fmla="*/ 1712537 h 3416959"/>
                  <a:gd name="connsiteX298" fmla="*/ 4365985 w 6663806"/>
                  <a:gd name="connsiteY298" fmla="*/ 1711299 h 3416959"/>
                  <a:gd name="connsiteX299" fmla="*/ 4352233 w 6663806"/>
                  <a:gd name="connsiteY299" fmla="*/ 1711299 h 3416959"/>
                  <a:gd name="connsiteX300" fmla="*/ 4352233 w 6663806"/>
                  <a:gd name="connsiteY300" fmla="*/ 1642676 h 3416959"/>
                  <a:gd name="connsiteX301" fmla="*/ 4365985 w 6663806"/>
                  <a:gd name="connsiteY301" fmla="*/ 1642676 h 3416959"/>
                  <a:gd name="connsiteX302" fmla="*/ 4365985 w 6663806"/>
                  <a:gd name="connsiteY302" fmla="*/ 1711299 h 3416959"/>
                  <a:gd name="connsiteX303" fmla="*/ 3245610 w 6663806"/>
                  <a:gd name="connsiteY303" fmla="*/ 1699610 h 3416959"/>
                  <a:gd name="connsiteX304" fmla="*/ 3231858 w 6663806"/>
                  <a:gd name="connsiteY304" fmla="*/ 1699610 h 3416959"/>
                  <a:gd name="connsiteX305" fmla="*/ 3231858 w 6663806"/>
                  <a:gd name="connsiteY305" fmla="*/ 1630987 h 3416959"/>
                  <a:gd name="connsiteX306" fmla="*/ 3245610 w 6663806"/>
                  <a:gd name="connsiteY306" fmla="*/ 1630987 h 3416959"/>
                  <a:gd name="connsiteX307" fmla="*/ 3245610 w 6663806"/>
                  <a:gd name="connsiteY307" fmla="*/ 1699610 h 3416959"/>
                  <a:gd name="connsiteX308" fmla="*/ 1979876 w 6663806"/>
                  <a:gd name="connsiteY308" fmla="*/ 1639651 h 3416959"/>
                  <a:gd name="connsiteX309" fmla="*/ 1966124 w 6663806"/>
                  <a:gd name="connsiteY309" fmla="*/ 1639651 h 3416959"/>
                  <a:gd name="connsiteX310" fmla="*/ 1966124 w 6663806"/>
                  <a:gd name="connsiteY310" fmla="*/ 1571029 h 3416959"/>
                  <a:gd name="connsiteX311" fmla="*/ 1979876 w 6663806"/>
                  <a:gd name="connsiteY311" fmla="*/ 1571029 h 3416959"/>
                  <a:gd name="connsiteX312" fmla="*/ 1979876 w 6663806"/>
                  <a:gd name="connsiteY312" fmla="*/ 1639651 h 3416959"/>
                  <a:gd name="connsiteX313" fmla="*/ 5453906 w 6663806"/>
                  <a:gd name="connsiteY313" fmla="*/ 1600595 h 3416959"/>
                  <a:gd name="connsiteX314" fmla="*/ 5453493 w 6663806"/>
                  <a:gd name="connsiteY314" fmla="*/ 1580242 h 3416959"/>
                  <a:gd name="connsiteX315" fmla="*/ 5453493 w 6663806"/>
                  <a:gd name="connsiteY315" fmla="*/ 1531835 h 3416959"/>
                  <a:gd name="connsiteX316" fmla="*/ 5467245 w 6663806"/>
                  <a:gd name="connsiteY316" fmla="*/ 1531835 h 3416959"/>
                  <a:gd name="connsiteX317" fmla="*/ 5467245 w 6663806"/>
                  <a:gd name="connsiteY317" fmla="*/ 1580242 h 3416959"/>
                  <a:gd name="connsiteX318" fmla="*/ 5467658 w 6663806"/>
                  <a:gd name="connsiteY318" fmla="*/ 1600183 h 3416959"/>
                  <a:gd name="connsiteX319" fmla="*/ 5453906 w 6663806"/>
                  <a:gd name="connsiteY319" fmla="*/ 1600595 h 3416959"/>
                  <a:gd name="connsiteX320" fmla="*/ 914233 w 6663806"/>
                  <a:gd name="connsiteY320" fmla="*/ 1575842 h 3416959"/>
                  <a:gd name="connsiteX321" fmla="*/ 904469 w 6663806"/>
                  <a:gd name="connsiteY321" fmla="*/ 1509007 h 3416959"/>
                  <a:gd name="connsiteX322" fmla="*/ 917946 w 6663806"/>
                  <a:gd name="connsiteY322" fmla="*/ 1506119 h 3416959"/>
                  <a:gd name="connsiteX323" fmla="*/ 927985 w 6663806"/>
                  <a:gd name="connsiteY323" fmla="*/ 1574879 h 3416959"/>
                  <a:gd name="connsiteX324" fmla="*/ 914233 w 6663806"/>
                  <a:gd name="connsiteY324" fmla="*/ 1575979 h 3416959"/>
                  <a:gd name="connsiteX325" fmla="*/ 4365848 w 6663806"/>
                  <a:gd name="connsiteY325" fmla="*/ 1574054 h 3416959"/>
                  <a:gd name="connsiteX326" fmla="*/ 4352096 w 6663806"/>
                  <a:gd name="connsiteY326" fmla="*/ 1574054 h 3416959"/>
                  <a:gd name="connsiteX327" fmla="*/ 4352096 w 6663806"/>
                  <a:gd name="connsiteY327" fmla="*/ 1505432 h 3416959"/>
                  <a:gd name="connsiteX328" fmla="*/ 4365848 w 6663806"/>
                  <a:gd name="connsiteY328" fmla="*/ 1505432 h 3416959"/>
                  <a:gd name="connsiteX329" fmla="*/ 4365848 w 6663806"/>
                  <a:gd name="connsiteY329" fmla="*/ 1574054 h 3416959"/>
                  <a:gd name="connsiteX330" fmla="*/ 3245472 w 6663806"/>
                  <a:gd name="connsiteY330" fmla="*/ 1562365 h 3416959"/>
                  <a:gd name="connsiteX331" fmla="*/ 3231720 w 6663806"/>
                  <a:gd name="connsiteY331" fmla="*/ 1562365 h 3416959"/>
                  <a:gd name="connsiteX332" fmla="*/ 3231720 w 6663806"/>
                  <a:gd name="connsiteY332" fmla="*/ 1493742 h 3416959"/>
                  <a:gd name="connsiteX333" fmla="*/ 3245472 w 6663806"/>
                  <a:gd name="connsiteY333" fmla="*/ 1493742 h 3416959"/>
                  <a:gd name="connsiteX334" fmla="*/ 3245472 w 6663806"/>
                  <a:gd name="connsiteY334" fmla="*/ 1562365 h 3416959"/>
                  <a:gd name="connsiteX335" fmla="*/ 1979738 w 6663806"/>
                  <a:gd name="connsiteY335" fmla="*/ 1502406 h 3416959"/>
                  <a:gd name="connsiteX336" fmla="*/ 1965986 w 6663806"/>
                  <a:gd name="connsiteY336" fmla="*/ 1502406 h 3416959"/>
                  <a:gd name="connsiteX337" fmla="*/ 1965986 w 6663806"/>
                  <a:gd name="connsiteY337" fmla="*/ 1433784 h 3416959"/>
                  <a:gd name="connsiteX338" fmla="*/ 1979738 w 6663806"/>
                  <a:gd name="connsiteY338" fmla="*/ 1433784 h 3416959"/>
                  <a:gd name="connsiteX339" fmla="*/ 1979738 w 6663806"/>
                  <a:gd name="connsiteY339" fmla="*/ 1502406 h 3416959"/>
                  <a:gd name="connsiteX340" fmla="*/ 5467245 w 6663806"/>
                  <a:gd name="connsiteY340" fmla="*/ 1463075 h 3416959"/>
                  <a:gd name="connsiteX341" fmla="*/ 5453493 w 6663806"/>
                  <a:gd name="connsiteY341" fmla="*/ 1463075 h 3416959"/>
                  <a:gd name="connsiteX342" fmla="*/ 5453493 w 6663806"/>
                  <a:gd name="connsiteY342" fmla="*/ 1394453 h 3416959"/>
                  <a:gd name="connsiteX343" fmla="*/ 5467245 w 6663806"/>
                  <a:gd name="connsiteY343" fmla="*/ 1394453 h 3416959"/>
                  <a:gd name="connsiteX344" fmla="*/ 5467245 w 6663806"/>
                  <a:gd name="connsiteY344" fmla="*/ 1463075 h 3416959"/>
                  <a:gd name="connsiteX345" fmla="*/ 885491 w 6663806"/>
                  <a:gd name="connsiteY345" fmla="*/ 1444098 h 3416959"/>
                  <a:gd name="connsiteX346" fmla="*/ 857712 w 6663806"/>
                  <a:gd name="connsiteY346" fmla="*/ 1382489 h 3416959"/>
                  <a:gd name="connsiteX347" fmla="*/ 869814 w 6663806"/>
                  <a:gd name="connsiteY347" fmla="*/ 1376025 h 3416959"/>
                  <a:gd name="connsiteX348" fmla="*/ 898418 w 6663806"/>
                  <a:gd name="connsiteY348" fmla="*/ 1439284 h 3416959"/>
                  <a:gd name="connsiteX349" fmla="*/ 885491 w 6663806"/>
                  <a:gd name="connsiteY349" fmla="*/ 1444098 h 3416959"/>
                  <a:gd name="connsiteX350" fmla="*/ 4365848 w 6663806"/>
                  <a:gd name="connsiteY350" fmla="*/ 1436809 h 3416959"/>
                  <a:gd name="connsiteX351" fmla="*/ 4352096 w 6663806"/>
                  <a:gd name="connsiteY351" fmla="*/ 1436809 h 3416959"/>
                  <a:gd name="connsiteX352" fmla="*/ 4352096 w 6663806"/>
                  <a:gd name="connsiteY352" fmla="*/ 1368187 h 3416959"/>
                  <a:gd name="connsiteX353" fmla="*/ 4365848 w 6663806"/>
                  <a:gd name="connsiteY353" fmla="*/ 1368187 h 3416959"/>
                  <a:gd name="connsiteX354" fmla="*/ 4365848 w 6663806"/>
                  <a:gd name="connsiteY354" fmla="*/ 1436809 h 3416959"/>
                  <a:gd name="connsiteX355" fmla="*/ 3245472 w 6663806"/>
                  <a:gd name="connsiteY355" fmla="*/ 1425120 h 3416959"/>
                  <a:gd name="connsiteX356" fmla="*/ 3231720 w 6663806"/>
                  <a:gd name="connsiteY356" fmla="*/ 1425120 h 3416959"/>
                  <a:gd name="connsiteX357" fmla="*/ 3231720 w 6663806"/>
                  <a:gd name="connsiteY357" fmla="*/ 1356497 h 3416959"/>
                  <a:gd name="connsiteX358" fmla="*/ 3245472 w 6663806"/>
                  <a:gd name="connsiteY358" fmla="*/ 1356497 h 3416959"/>
                  <a:gd name="connsiteX359" fmla="*/ 3245472 w 6663806"/>
                  <a:gd name="connsiteY359" fmla="*/ 1425120 h 3416959"/>
                  <a:gd name="connsiteX360" fmla="*/ 1979738 w 6663806"/>
                  <a:gd name="connsiteY360" fmla="*/ 1365161 h 3416959"/>
                  <a:gd name="connsiteX361" fmla="*/ 1965986 w 6663806"/>
                  <a:gd name="connsiteY361" fmla="*/ 1365161 h 3416959"/>
                  <a:gd name="connsiteX362" fmla="*/ 1965986 w 6663806"/>
                  <a:gd name="connsiteY362" fmla="*/ 1296539 h 3416959"/>
                  <a:gd name="connsiteX363" fmla="*/ 1979738 w 6663806"/>
                  <a:gd name="connsiteY363" fmla="*/ 1296539 h 3416959"/>
                  <a:gd name="connsiteX364" fmla="*/ 1979738 w 6663806"/>
                  <a:gd name="connsiteY364" fmla="*/ 1365161 h 3416959"/>
                  <a:gd name="connsiteX365" fmla="*/ 5467245 w 6663806"/>
                  <a:gd name="connsiteY365" fmla="*/ 1325830 h 3416959"/>
                  <a:gd name="connsiteX366" fmla="*/ 5453493 w 6663806"/>
                  <a:gd name="connsiteY366" fmla="*/ 1325830 h 3416959"/>
                  <a:gd name="connsiteX367" fmla="*/ 5453493 w 6663806"/>
                  <a:gd name="connsiteY367" fmla="*/ 1257208 h 3416959"/>
                  <a:gd name="connsiteX368" fmla="*/ 5467245 w 6663806"/>
                  <a:gd name="connsiteY368" fmla="*/ 1257208 h 3416959"/>
                  <a:gd name="connsiteX369" fmla="*/ 5467245 w 6663806"/>
                  <a:gd name="connsiteY369" fmla="*/ 1325830 h 3416959"/>
                  <a:gd name="connsiteX370" fmla="*/ 821407 w 6663806"/>
                  <a:gd name="connsiteY370" fmla="*/ 1325418 h 3416959"/>
                  <a:gd name="connsiteX371" fmla="*/ 777676 w 6663806"/>
                  <a:gd name="connsiteY371" fmla="*/ 1273848 h 3416959"/>
                  <a:gd name="connsiteX372" fmla="*/ 787577 w 6663806"/>
                  <a:gd name="connsiteY372" fmla="*/ 1264221 h 3416959"/>
                  <a:gd name="connsiteX373" fmla="*/ 832546 w 6663806"/>
                  <a:gd name="connsiteY373" fmla="*/ 1317167 h 3416959"/>
                  <a:gd name="connsiteX374" fmla="*/ 821407 w 6663806"/>
                  <a:gd name="connsiteY374" fmla="*/ 1325280 h 3416959"/>
                  <a:gd name="connsiteX375" fmla="*/ 4365710 w 6663806"/>
                  <a:gd name="connsiteY375" fmla="*/ 1299427 h 3416959"/>
                  <a:gd name="connsiteX376" fmla="*/ 4351958 w 6663806"/>
                  <a:gd name="connsiteY376" fmla="*/ 1299427 h 3416959"/>
                  <a:gd name="connsiteX377" fmla="*/ 4351958 w 6663806"/>
                  <a:gd name="connsiteY377" fmla="*/ 1230804 h 3416959"/>
                  <a:gd name="connsiteX378" fmla="*/ 4365710 w 6663806"/>
                  <a:gd name="connsiteY378" fmla="*/ 1230804 h 3416959"/>
                  <a:gd name="connsiteX379" fmla="*/ 4365710 w 6663806"/>
                  <a:gd name="connsiteY379" fmla="*/ 1299427 h 3416959"/>
                  <a:gd name="connsiteX380" fmla="*/ 3245335 w 6663806"/>
                  <a:gd name="connsiteY380" fmla="*/ 1287737 h 3416959"/>
                  <a:gd name="connsiteX381" fmla="*/ 3231583 w 6663806"/>
                  <a:gd name="connsiteY381" fmla="*/ 1287737 h 3416959"/>
                  <a:gd name="connsiteX382" fmla="*/ 3231583 w 6663806"/>
                  <a:gd name="connsiteY382" fmla="*/ 1219115 h 3416959"/>
                  <a:gd name="connsiteX383" fmla="*/ 3245335 w 6663806"/>
                  <a:gd name="connsiteY383" fmla="*/ 1219115 h 3416959"/>
                  <a:gd name="connsiteX384" fmla="*/ 3245335 w 6663806"/>
                  <a:gd name="connsiteY384" fmla="*/ 1287737 h 3416959"/>
                  <a:gd name="connsiteX385" fmla="*/ 727206 w 6663806"/>
                  <a:gd name="connsiteY385" fmla="*/ 1228741 h 3416959"/>
                  <a:gd name="connsiteX386" fmla="*/ 670960 w 6663806"/>
                  <a:gd name="connsiteY386" fmla="*/ 1191061 h 3416959"/>
                  <a:gd name="connsiteX387" fmla="*/ 677836 w 6663806"/>
                  <a:gd name="connsiteY387" fmla="*/ 1179097 h 3416959"/>
                  <a:gd name="connsiteX388" fmla="*/ 735595 w 6663806"/>
                  <a:gd name="connsiteY388" fmla="*/ 1217740 h 3416959"/>
                  <a:gd name="connsiteX389" fmla="*/ 727206 w 6663806"/>
                  <a:gd name="connsiteY389" fmla="*/ 1228604 h 3416959"/>
                  <a:gd name="connsiteX390" fmla="*/ 1979738 w 6663806"/>
                  <a:gd name="connsiteY390" fmla="*/ 1227779 h 3416959"/>
                  <a:gd name="connsiteX391" fmla="*/ 1965986 w 6663806"/>
                  <a:gd name="connsiteY391" fmla="*/ 1227779 h 3416959"/>
                  <a:gd name="connsiteX392" fmla="*/ 1965986 w 6663806"/>
                  <a:gd name="connsiteY392" fmla="*/ 1159156 h 3416959"/>
                  <a:gd name="connsiteX393" fmla="*/ 1979738 w 6663806"/>
                  <a:gd name="connsiteY393" fmla="*/ 1159156 h 3416959"/>
                  <a:gd name="connsiteX394" fmla="*/ 1979738 w 6663806"/>
                  <a:gd name="connsiteY394" fmla="*/ 1227779 h 3416959"/>
                  <a:gd name="connsiteX395" fmla="*/ 5467245 w 6663806"/>
                  <a:gd name="connsiteY395" fmla="*/ 1188448 h 3416959"/>
                  <a:gd name="connsiteX396" fmla="*/ 5453493 w 6663806"/>
                  <a:gd name="connsiteY396" fmla="*/ 1188448 h 3416959"/>
                  <a:gd name="connsiteX397" fmla="*/ 5453493 w 6663806"/>
                  <a:gd name="connsiteY397" fmla="*/ 1119825 h 3416959"/>
                  <a:gd name="connsiteX398" fmla="*/ 5467245 w 6663806"/>
                  <a:gd name="connsiteY398" fmla="*/ 1119825 h 3416959"/>
                  <a:gd name="connsiteX399" fmla="*/ 5467245 w 6663806"/>
                  <a:gd name="connsiteY399" fmla="*/ 1188448 h 3416959"/>
                  <a:gd name="connsiteX400" fmla="*/ 4365848 w 6663806"/>
                  <a:gd name="connsiteY400" fmla="*/ 1162182 h 3416959"/>
                  <a:gd name="connsiteX401" fmla="*/ 4352096 w 6663806"/>
                  <a:gd name="connsiteY401" fmla="*/ 1162182 h 3416959"/>
                  <a:gd name="connsiteX402" fmla="*/ 4352096 w 6663806"/>
                  <a:gd name="connsiteY402" fmla="*/ 1114187 h 3416959"/>
                  <a:gd name="connsiteX403" fmla="*/ 4352508 w 6663806"/>
                  <a:gd name="connsiteY403" fmla="*/ 1093284 h 3416959"/>
                  <a:gd name="connsiteX404" fmla="*/ 4366260 w 6663806"/>
                  <a:gd name="connsiteY404" fmla="*/ 1093834 h 3416959"/>
                  <a:gd name="connsiteX405" fmla="*/ 4365848 w 6663806"/>
                  <a:gd name="connsiteY405" fmla="*/ 1114187 h 3416959"/>
                  <a:gd name="connsiteX406" fmla="*/ 4365848 w 6663806"/>
                  <a:gd name="connsiteY406" fmla="*/ 1162182 h 3416959"/>
                  <a:gd name="connsiteX407" fmla="*/ 610176 w 6663806"/>
                  <a:gd name="connsiteY407" fmla="*/ 1161769 h 3416959"/>
                  <a:gd name="connsiteX408" fmla="*/ 545817 w 6663806"/>
                  <a:gd name="connsiteY408" fmla="*/ 1141141 h 3416959"/>
                  <a:gd name="connsiteX409" fmla="*/ 549117 w 6663806"/>
                  <a:gd name="connsiteY409" fmla="*/ 1127802 h 3416959"/>
                  <a:gd name="connsiteX410" fmla="*/ 615402 w 6663806"/>
                  <a:gd name="connsiteY410" fmla="*/ 1148980 h 3416959"/>
                  <a:gd name="connsiteX411" fmla="*/ 610314 w 6663806"/>
                  <a:gd name="connsiteY411" fmla="*/ 1161769 h 3416959"/>
                  <a:gd name="connsiteX412" fmla="*/ 3245472 w 6663806"/>
                  <a:gd name="connsiteY412" fmla="*/ 1150492 h 3416959"/>
                  <a:gd name="connsiteX413" fmla="*/ 3231720 w 6663806"/>
                  <a:gd name="connsiteY413" fmla="*/ 1150492 h 3416959"/>
                  <a:gd name="connsiteX414" fmla="*/ 3231720 w 6663806"/>
                  <a:gd name="connsiteY414" fmla="*/ 1081870 h 3416959"/>
                  <a:gd name="connsiteX415" fmla="*/ 3245472 w 6663806"/>
                  <a:gd name="connsiteY415" fmla="*/ 1081870 h 3416959"/>
                  <a:gd name="connsiteX416" fmla="*/ 3245472 w 6663806"/>
                  <a:gd name="connsiteY416" fmla="*/ 1150492 h 3416959"/>
                  <a:gd name="connsiteX417" fmla="*/ 479120 w 6663806"/>
                  <a:gd name="connsiteY417" fmla="*/ 1129727 h 3416959"/>
                  <a:gd name="connsiteX418" fmla="*/ 430163 w 6663806"/>
                  <a:gd name="connsiteY418" fmla="*/ 1127252 h 3416959"/>
                  <a:gd name="connsiteX419" fmla="*/ 411322 w 6663806"/>
                  <a:gd name="connsiteY419" fmla="*/ 1127252 h 3416959"/>
                  <a:gd name="connsiteX420" fmla="*/ 411322 w 6663806"/>
                  <a:gd name="connsiteY420" fmla="*/ 1113500 h 3416959"/>
                  <a:gd name="connsiteX421" fmla="*/ 430163 w 6663806"/>
                  <a:gd name="connsiteY421" fmla="*/ 1113500 h 3416959"/>
                  <a:gd name="connsiteX422" fmla="*/ 480495 w 6663806"/>
                  <a:gd name="connsiteY422" fmla="*/ 1115975 h 3416959"/>
                  <a:gd name="connsiteX423" fmla="*/ 479120 w 6663806"/>
                  <a:gd name="connsiteY423" fmla="*/ 1129727 h 3416959"/>
                  <a:gd name="connsiteX424" fmla="*/ 342700 w 6663806"/>
                  <a:gd name="connsiteY424" fmla="*/ 1127252 h 3416959"/>
                  <a:gd name="connsiteX425" fmla="*/ 274077 w 6663806"/>
                  <a:gd name="connsiteY425" fmla="*/ 1127252 h 3416959"/>
                  <a:gd name="connsiteX426" fmla="*/ 274077 w 6663806"/>
                  <a:gd name="connsiteY426" fmla="*/ 1113500 h 3416959"/>
                  <a:gd name="connsiteX427" fmla="*/ 342700 w 6663806"/>
                  <a:gd name="connsiteY427" fmla="*/ 1113500 h 3416959"/>
                  <a:gd name="connsiteX428" fmla="*/ 342700 w 6663806"/>
                  <a:gd name="connsiteY428" fmla="*/ 1127252 h 3416959"/>
                  <a:gd name="connsiteX429" fmla="*/ 205455 w 6663806"/>
                  <a:gd name="connsiteY429" fmla="*/ 1127252 h 3416959"/>
                  <a:gd name="connsiteX430" fmla="*/ 136832 w 6663806"/>
                  <a:gd name="connsiteY430" fmla="*/ 1127252 h 3416959"/>
                  <a:gd name="connsiteX431" fmla="*/ 136832 w 6663806"/>
                  <a:gd name="connsiteY431" fmla="*/ 1113500 h 3416959"/>
                  <a:gd name="connsiteX432" fmla="*/ 205455 w 6663806"/>
                  <a:gd name="connsiteY432" fmla="*/ 1113500 h 3416959"/>
                  <a:gd name="connsiteX433" fmla="*/ 205455 w 6663806"/>
                  <a:gd name="connsiteY433" fmla="*/ 1127252 h 3416959"/>
                  <a:gd name="connsiteX434" fmla="*/ 68210 w 6663806"/>
                  <a:gd name="connsiteY434" fmla="*/ 1127252 h 3416959"/>
                  <a:gd name="connsiteX435" fmla="*/ 0 w 6663806"/>
                  <a:gd name="connsiteY435" fmla="*/ 1127252 h 3416959"/>
                  <a:gd name="connsiteX436" fmla="*/ 0 w 6663806"/>
                  <a:gd name="connsiteY436" fmla="*/ 1113500 h 3416959"/>
                  <a:gd name="connsiteX437" fmla="*/ 68622 w 6663806"/>
                  <a:gd name="connsiteY437" fmla="*/ 1113500 h 3416959"/>
                  <a:gd name="connsiteX438" fmla="*/ 68622 w 6663806"/>
                  <a:gd name="connsiteY438" fmla="*/ 1127252 h 3416959"/>
                  <a:gd name="connsiteX439" fmla="*/ 1979738 w 6663806"/>
                  <a:gd name="connsiteY439" fmla="*/ 1090534 h 3416959"/>
                  <a:gd name="connsiteX440" fmla="*/ 1965986 w 6663806"/>
                  <a:gd name="connsiteY440" fmla="*/ 1090534 h 3416959"/>
                  <a:gd name="connsiteX441" fmla="*/ 1965986 w 6663806"/>
                  <a:gd name="connsiteY441" fmla="*/ 1021911 h 3416959"/>
                  <a:gd name="connsiteX442" fmla="*/ 1979738 w 6663806"/>
                  <a:gd name="connsiteY442" fmla="*/ 1021911 h 3416959"/>
                  <a:gd name="connsiteX443" fmla="*/ 1979738 w 6663806"/>
                  <a:gd name="connsiteY443" fmla="*/ 1090534 h 3416959"/>
                  <a:gd name="connsiteX444" fmla="*/ 5449918 w 6663806"/>
                  <a:gd name="connsiteY444" fmla="*/ 1052166 h 3416959"/>
                  <a:gd name="connsiteX445" fmla="*/ 5438091 w 6663806"/>
                  <a:gd name="connsiteY445" fmla="*/ 985468 h 3416959"/>
                  <a:gd name="connsiteX446" fmla="*/ 5451430 w 6663806"/>
                  <a:gd name="connsiteY446" fmla="*/ 982168 h 3416959"/>
                  <a:gd name="connsiteX447" fmla="*/ 5463532 w 6663806"/>
                  <a:gd name="connsiteY447" fmla="*/ 1050515 h 3416959"/>
                  <a:gd name="connsiteX448" fmla="*/ 5449918 w 6663806"/>
                  <a:gd name="connsiteY448" fmla="*/ 1052028 h 3416959"/>
                  <a:gd name="connsiteX449" fmla="*/ 4372724 w 6663806"/>
                  <a:gd name="connsiteY449" fmla="*/ 1026449 h 3416959"/>
                  <a:gd name="connsiteX450" fmla="*/ 4359109 w 6663806"/>
                  <a:gd name="connsiteY450" fmla="*/ 1024249 h 3416959"/>
                  <a:gd name="connsiteX451" fmla="*/ 4374511 w 6663806"/>
                  <a:gd name="connsiteY451" fmla="*/ 956589 h 3416959"/>
                  <a:gd name="connsiteX452" fmla="*/ 4387713 w 6663806"/>
                  <a:gd name="connsiteY452" fmla="*/ 960440 h 3416959"/>
                  <a:gd name="connsiteX453" fmla="*/ 4372724 w 6663806"/>
                  <a:gd name="connsiteY453" fmla="*/ 1026449 h 3416959"/>
                  <a:gd name="connsiteX454" fmla="*/ 3245335 w 6663806"/>
                  <a:gd name="connsiteY454" fmla="*/ 1013247 h 3416959"/>
                  <a:gd name="connsiteX455" fmla="*/ 3231583 w 6663806"/>
                  <a:gd name="connsiteY455" fmla="*/ 1013247 h 3416959"/>
                  <a:gd name="connsiteX456" fmla="*/ 3231583 w 6663806"/>
                  <a:gd name="connsiteY456" fmla="*/ 944625 h 3416959"/>
                  <a:gd name="connsiteX457" fmla="*/ 3245335 w 6663806"/>
                  <a:gd name="connsiteY457" fmla="*/ 944625 h 3416959"/>
                  <a:gd name="connsiteX458" fmla="*/ 3245335 w 6663806"/>
                  <a:gd name="connsiteY458" fmla="*/ 1013247 h 3416959"/>
                  <a:gd name="connsiteX459" fmla="*/ 1979600 w 6663806"/>
                  <a:gd name="connsiteY459" fmla="*/ 953289 h 3416959"/>
                  <a:gd name="connsiteX460" fmla="*/ 1965848 w 6663806"/>
                  <a:gd name="connsiteY460" fmla="*/ 953289 h 3416959"/>
                  <a:gd name="connsiteX461" fmla="*/ 1965848 w 6663806"/>
                  <a:gd name="connsiteY461" fmla="*/ 884666 h 3416959"/>
                  <a:gd name="connsiteX462" fmla="*/ 1979600 w 6663806"/>
                  <a:gd name="connsiteY462" fmla="*/ 884666 h 3416959"/>
                  <a:gd name="connsiteX463" fmla="*/ 1979600 w 6663806"/>
                  <a:gd name="connsiteY463" fmla="*/ 953289 h 3416959"/>
                  <a:gd name="connsiteX464" fmla="*/ 5417876 w 6663806"/>
                  <a:gd name="connsiteY464" fmla="*/ 920834 h 3416959"/>
                  <a:gd name="connsiteX465" fmla="*/ 5389822 w 6663806"/>
                  <a:gd name="connsiteY465" fmla="*/ 859225 h 3416959"/>
                  <a:gd name="connsiteX466" fmla="*/ 5401923 w 6663806"/>
                  <a:gd name="connsiteY466" fmla="*/ 852761 h 3416959"/>
                  <a:gd name="connsiteX467" fmla="*/ 5430665 w 6663806"/>
                  <a:gd name="connsiteY467" fmla="*/ 916021 h 3416959"/>
                  <a:gd name="connsiteX468" fmla="*/ 5417738 w 6663806"/>
                  <a:gd name="connsiteY468" fmla="*/ 920971 h 3416959"/>
                  <a:gd name="connsiteX469" fmla="*/ 4410817 w 6663806"/>
                  <a:gd name="connsiteY469" fmla="*/ 896768 h 3416959"/>
                  <a:gd name="connsiteX470" fmla="*/ 4398165 w 6663806"/>
                  <a:gd name="connsiteY470" fmla="*/ 891267 h 3416959"/>
                  <a:gd name="connsiteX471" fmla="*/ 4429932 w 6663806"/>
                  <a:gd name="connsiteY471" fmla="*/ 829521 h 3416959"/>
                  <a:gd name="connsiteX472" fmla="*/ 4441759 w 6663806"/>
                  <a:gd name="connsiteY472" fmla="*/ 836534 h 3416959"/>
                  <a:gd name="connsiteX473" fmla="*/ 4410817 w 6663806"/>
                  <a:gd name="connsiteY473" fmla="*/ 896768 h 3416959"/>
                  <a:gd name="connsiteX474" fmla="*/ 3245335 w 6663806"/>
                  <a:gd name="connsiteY474" fmla="*/ 876002 h 3416959"/>
                  <a:gd name="connsiteX475" fmla="*/ 3231583 w 6663806"/>
                  <a:gd name="connsiteY475" fmla="*/ 876002 h 3416959"/>
                  <a:gd name="connsiteX476" fmla="*/ 3231583 w 6663806"/>
                  <a:gd name="connsiteY476" fmla="*/ 807380 h 3416959"/>
                  <a:gd name="connsiteX477" fmla="*/ 3245335 w 6663806"/>
                  <a:gd name="connsiteY477" fmla="*/ 807380 h 3416959"/>
                  <a:gd name="connsiteX478" fmla="*/ 3245335 w 6663806"/>
                  <a:gd name="connsiteY478" fmla="*/ 876002 h 3416959"/>
                  <a:gd name="connsiteX479" fmla="*/ 1979600 w 6663806"/>
                  <a:gd name="connsiteY479" fmla="*/ 816044 h 3416959"/>
                  <a:gd name="connsiteX480" fmla="*/ 1965848 w 6663806"/>
                  <a:gd name="connsiteY480" fmla="*/ 816044 h 3416959"/>
                  <a:gd name="connsiteX481" fmla="*/ 1965848 w 6663806"/>
                  <a:gd name="connsiteY481" fmla="*/ 747421 h 3416959"/>
                  <a:gd name="connsiteX482" fmla="*/ 1979600 w 6663806"/>
                  <a:gd name="connsiteY482" fmla="*/ 747421 h 3416959"/>
                  <a:gd name="connsiteX483" fmla="*/ 1979600 w 6663806"/>
                  <a:gd name="connsiteY483" fmla="*/ 816044 h 3416959"/>
                  <a:gd name="connsiteX484" fmla="*/ 5354479 w 6663806"/>
                  <a:gd name="connsiteY484" fmla="*/ 801604 h 3416959"/>
                  <a:gd name="connsiteX485" fmla="*/ 5312123 w 6663806"/>
                  <a:gd name="connsiteY485" fmla="*/ 748796 h 3416959"/>
                  <a:gd name="connsiteX486" fmla="*/ 5322299 w 6663806"/>
                  <a:gd name="connsiteY486" fmla="*/ 739583 h 3416959"/>
                  <a:gd name="connsiteX487" fmla="*/ 5365756 w 6663806"/>
                  <a:gd name="connsiteY487" fmla="*/ 793765 h 3416959"/>
                  <a:gd name="connsiteX488" fmla="*/ 5354479 w 6663806"/>
                  <a:gd name="connsiteY488" fmla="*/ 801742 h 3416959"/>
                  <a:gd name="connsiteX489" fmla="*/ 4479989 w 6663806"/>
                  <a:gd name="connsiteY489" fmla="*/ 780701 h 3416959"/>
                  <a:gd name="connsiteX490" fmla="*/ 4469125 w 6663806"/>
                  <a:gd name="connsiteY490" fmla="*/ 772312 h 3416959"/>
                  <a:gd name="connsiteX491" fmla="*/ 4515057 w 6663806"/>
                  <a:gd name="connsiteY491" fmla="*/ 720330 h 3416959"/>
                  <a:gd name="connsiteX492" fmla="*/ 4524821 w 6663806"/>
                  <a:gd name="connsiteY492" fmla="*/ 730094 h 3416959"/>
                  <a:gd name="connsiteX493" fmla="*/ 4479989 w 6663806"/>
                  <a:gd name="connsiteY493" fmla="*/ 780839 h 3416959"/>
                  <a:gd name="connsiteX494" fmla="*/ 3245335 w 6663806"/>
                  <a:gd name="connsiteY494" fmla="*/ 738895 h 3416959"/>
                  <a:gd name="connsiteX495" fmla="*/ 3231583 w 6663806"/>
                  <a:gd name="connsiteY495" fmla="*/ 738895 h 3416959"/>
                  <a:gd name="connsiteX496" fmla="*/ 3231583 w 6663806"/>
                  <a:gd name="connsiteY496" fmla="*/ 670273 h 3416959"/>
                  <a:gd name="connsiteX497" fmla="*/ 3245335 w 6663806"/>
                  <a:gd name="connsiteY497" fmla="*/ 670273 h 3416959"/>
                  <a:gd name="connsiteX498" fmla="*/ 3245335 w 6663806"/>
                  <a:gd name="connsiteY498" fmla="*/ 738895 h 3416959"/>
                  <a:gd name="connsiteX499" fmla="*/ 5263716 w 6663806"/>
                  <a:gd name="connsiteY499" fmla="*/ 701627 h 3416959"/>
                  <a:gd name="connsiteX500" fmla="*/ 5209671 w 6663806"/>
                  <a:gd name="connsiteY500" fmla="*/ 660784 h 3416959"/>
                  <a:gd name="connsiteX501" fmla="*/ 5217234 w 6663806"/>
                  <a:gd name="connsiteY501" fmla="*/ 649369 h 3416959"/>
                  <a:gd name="connsiteX502" fmla="*/ 5272654 w 6663806"/>
                  <a:gd name="connsiteY502" fmla="*/ 691313 h 3416959"/>
                  <a:gd name="connsiteX503" fmla="*/ 5263716 w 6663806"/>
                  <a:gd name="connsiteY503" fmla="*/ 701765 h 3416959"/>
                  <a:gd name="connsiteX504" fmla="*/ 4575566 w 6663806"/>
                  <a:gd name="connsiteY504" fmla="*/ 685125 h 3416959"/>
                  <a:gd name="connsiteX505" fmla="*/ 4567039 w 6663806"/>
                  <a:gd name="connsiteY505" fmla="*/ 674261 h 3416959"/>
                  <a:gd name="connsiteX506" fmla="*/ 4624385 w 6663806"/>
                  <a:gd name="connsiteY506" fmla="*/ 635067 h 3416959"/>
                  <a:gd name="connsiteX507" fmla="*/ 4631399 w 6663806"/>
                  <a:gd name="connsiteY507" fmla="*/ 646894 h 3416959"/>
                  <a:gd name="connsiteX508" fmla="*/ 4575566 w 6663806"/>
                  <a:gd name="connsiteY508" fmla="*/ 685125 h 3416959"/>
                  <a:gd name="connsiteX509" fmla="*/ 1979600 w 6663806"/>
                  <a:gd name="connsiteY509" fmla="*/ 678936 h 3416959"/>
                  <a:gd name="connsiteX510" fmla="*/ 1965848 w 6663806"/>
                  <a:gd name="connsiteY510" fmla="*/ 678936 h 3416959"/>
                  <a:gd name="connsiteX511" fmla="*/ 1965848 w 6663806"/>
                  <a:gd name="connsiteY511" fmla="*/ 639605 h 3416959"/>
                  <a:gd name="connsiteX512" fmla="*/ 1966536 w 6663806"/>
                  <a:gd name="connsiteY512" fmla="*/ 610039 h 3416959"/>
                  <a:gd name="connsiteX513" fmla="*/ 1980288 w 6663806"/>
                  <a:gd name="connsiteY513" fmla="*/ 610726 h 3416959"/>
                  <a:gd name="connsiteX514" fmla="*/ 1979600 w 6663806"/>
                  <a:gd name="connsiteY514" fmla="*/ 639743 h 3416959"/>
                  <a:gd name="connsiteX515" fmla="*/ 1979600 w 6663806"/>
                  <a:gd name="connsiteY515" fmla="*/ 679074 h 3416959"/>
                  <a:gd name="connsiteX516" fmla="*/ 5150949 w 6663806"/>
                  <a:gd name="connsiteY516" fmla="*/ 626954 h 3416959"/>
                  <a:gd name="connsiteX517" fmla="*/ 5088515 w 6663806"/>
                  <a:gd name="connsiteY517" fmla="*/ 600687 h 3416959"/>
                  <a:gd name="connsiteX518" fmla="*/ 5093053 w 6663806"/>
                  <a:gd name="connsiteY518" fmla="*/ 587761 h 3416959"/>
                  <a:gd name="connsiteX519" fmla="*/ 5157138 w 6663806"/>
                  <a:gd name="connsiteY519" fmla="*/ 614714 h 3416959"/>
                  <a:gd name="connsiteX520" fmla="*/ 5151087 w 6663806"/>
                  <a:gd name="connsiteY520" fmla="*/ 627091 h 3416959"/>
                  <a:gd name="connsiteX521" fmla="*/ 4691632 w 6663806"/>
                  <a:gd name="connsiteY521" fmla="*/ 615952 h 3416959"/>
                  <a:gd name="connsiteX522" fmla="*/ 4686132 w 6663806"/>
                  <a:gd name="connsiteY522" fmla="*/ 603300 h 3416959"/>
                  <a:gd name="connsiteX523" fmla="*/ 4751316 w 6663806"/>
                  <a:gd name="connsiteY523" fmla="*/ 579509 h 3416959"/>
                  <a:gd name="connsiteX524" fmla="*/ 4755167 w 6663806"/>
                  <a:gd name="connsiteY524" fmla="*/ 592711 h 3416959"/>
                  <a:gd name="connsiteX525" fmla="*/ 4691632 w 6663806"/>
                  <a:gd name="connsiteY525" fmla="*/ 615952 h 3416959"/>
                  <a:gd name="connsiteX526" fmla="*/ 3230482 w 6663806"/>
                  <a:gd name="connsiteY526" fmla="*/ 602063 h 3416959"/>
                  <a:gd name="connsiteX527" fmla="*/ 3222781 w 6663806"/>
                  <a:gd name="connsiteY527" fmla="*/ 534678 h 3416959"/>
                  <a:gd name="connsiteX528" fmla="*/ 3236396 w 6663806"/>
                  <a:gd name="connsiteY528" fmla="*/ 532340 h 3416959"/>
                  <a:gd name="connsiteX529" fmla="*/ 3244234 w 6663806"/>
                  <a:gd name="connsiteY529" fmla="*/ 601237 h 3416959"/>
                  <a:gd name="connsiteX530" fmla="*/ 3230482 w 6663806"/>
                  <a:gd name="connsiteY530" fmla="*/ 602063 h 3416959"/>
                  <a:gd name="connsiteX531" fmla="*/ 5023193 w 6663806"/>
                  <a:gd name="connsiteY531" fmla="*/ 582397 h 3416959"/>
                  <a:gd name="connsiteX532" fmla="*/ 4956221 w 6663806"/>
                  <a:gd name="connsiteY532" fmla="*/ 572496 h 3416959"/>
                  <a:gd name="connsiteX533" fmla="*/ 4957321 w 6663806"/>
                  <a:gd name="connsiteY533" fmla="*/ 558744 h 3416959"/>
                  <a:gd name="connsiteX534" fmla="*/ 5025944 w 6663806"/>
                  <a:gd name="connsiteY534" fmla="*/ 568920 h 3416959"/>
                  <a:gd name="connsiteX535" fmla="*/ 5023056 w 6663806"/>
                  <a:gd name="connsiteY535" fmla="*/ 582397 h 3416959"/>
                  <a:gd name="connsiteX536" fmla="*/ 4821177 w 6663806"/>
                  <a:gd name="connsiteY536" fmla="*/ 577584 h 3416959"/>
                  <a:gd name="connsiteX537" fmla="*/ 4818976 w 6663806"/>
                  <a:gd name="connsiteY537" fmla="*/ 563969 h 3416959"/>
                  <a:gd name="connsiteX538" fmla="*/ 4888011 w 6663806"/>
                  <a:gd name="connsiteY538" fmla="*/ 557093 h 3416959"/>
                  <a:gd name="connsiteX539" fmla="*/ 4888561 w 6663806"/>
                  <a:gd name="connsiteY539" fmla="*/ 570845 h 3416959"/>
                  <a:gd name="connsiteX540" fmla="*/ 4821177 w 6663806"/>
                  <a:gd name="connsiteY540" fmla="*/ 577584 h 3416959"/>
                  <a:gd name="connsiteX541" fmla="*/ 1987026 w 6663806"/>
                  <a:gd name="connsiteY541" fmla="*/ 543067 h 3416959"/>
                  <a:gd name="connsiteX542" fmla="*/ 1973412 w 6663806"/>
                  <a:gd name="connsiteY542" fmla="*/ 541004 h 3416959"/>
                  <a:gd name="connsiteX543" fmla="*/ 1987714 w 6663806"/>
                  <a:gd name="connsiteY543" fmla="*/ 473206 h 3416959"/>
                  <a:gd name="connsiteX544" fmla="*/ 2001054 w 6663806"/>
                  <a:gd name="connsiteY544" fmla="*/ 476782 h 3416959"/>
                  <a:gd name="connsiteX545" fmla="*/ 1987026 w 6663806"/>
                  <a:gd name="connsiteY545" fmla="*/ 543204 h 3416959"/>
                  <a:gd name="connsiteX546" fmla="*/ 3207929 w 6663806"/>
                  <a:gd name="connsiteY546" fmla="*/ 468393 h 3416959"/>
                  <a:gd name="connsiteX547" fmla="*/ 3185926 w 6663806"/>
                  <a:gd name="connsiteY547" fmla="*/ 404309 h 3416959"/>
                  <a:gd name="connsiteX548" fmla="*/ 3198715 w 6663806"/>
                  <a:gd name="connsiteY548" fmla="*/ 399083 h 3416959"/>
                  <a:gd name="connsiteX549" fmla="*/ 3221269 w 6663806"/>
                  <a:gd name="connsiteY549" fmla="*/ 464680 h 3416959"/>
                  <a:gd name="connsiteX550" fmla="*/ 3208067 w 6663806"/>
                  <a:gd name="connsiteY550" fmla="*/ 468393 h 3416959"/>
                  <a:gd name="connsiteX551" fmla="*/ 2022232 w 6663806"/>
                  <a:gd name="connsiteY551" fmla="*/ 412147 h 3416959"/>
                  <a:gd name="connsiteX552" fmla="*/ 2009442 w 6663806"/>
                  <a:gd name="connsiteY552" fmla="*/ 407197 h 3416959"/>
                  <a:gd name="connsiteX553" fmla="*/ 2038184 w 6663806"/>
                  <a:gd name="connsiteY553" fmla="*/ 344075 h 3416959"/>
                  <a:gd name="connsiteX554" fmla="*/ 2050423 w 6663806"/>
                  <a:gd name="connsiteY554" fmla="*/ 350401 h 3416959"/>
                  <a:gd name="connsiteX555" fmla="*/ 2022369 w 6663806"/>
                  <a:gd name="connsiteY555" fmla="*/ 412147 h 3416959"/>
                  <a:gd name="connsiteX556" fmla="*/ 3157047 w 6663806"/>
                  <a:gd name="connsiteY556" fmla="*/ 342837 h 3416959"/>
                  <a:gd name="connsiteX557" fmla="*/ 3121704 w 6663806"/>
                  <a:gd name="connsiteY557" fmla="*/ 284941 h 3416959"/>
                  <a:gd name="connsiteX558" fmla="*/ 3132981 w 6663806"/>
                  <a:gd name="connsiteY558" fmla="*/ 277103 h 3416959"/>
                  <a:gd name="connsiteX559" fmla="*/ 3169149 w 6663806"/>
                  <a:gd name="connsiteY559" fmla="*/ 336236 h 3416959"/>
                  <a:gd name="connsiteX560" fmla="*/ 3157047 w 6663806"/>
                  <a:gd name="connsiteY560" fmla="*/ 342700 h 3416959"/>
                  <a:gd name="connsiteX561" fmla="*/ 2084803 w 6663806"/>
                  <a:gd name="connsiteY561" fmla="*/ 291955 h 3416959"/>
                  <a:gd name="connsiteX562" fmla="*/ 2073389 w 6663806"/>
                  <a:gd name="connsiteY562" fmla="*/ 284254 h 3416959"/>
                  <a:gd name="connsiteX563" fmla="*/ 2114920 w 6663806"/>
                  <a:gd name="connsiteY563" fmla="*/ 228833 h 3416959"/>
                  <a:gd name="connsiteX564" fmla="*/ 2125509 w 6663806"/>
                  <a:gd name="connsiteY564" fmla="*/ 237635 h 3416959"/>
                  <a:gd name="connsiteX565" fmla="*/ 2084803 w 6663806"/>
                  <a:gd name="connsiteY565" fmla="*/ 291955 h 3416959"/>
                  <a:gd name="connsiteX566" fmla="*/ 3080173 w 6663806"/>
                  <a:gd name="connsiteY566" fmla="*/ 231309 h 3416959"/>
                  <a:gd name="connsiteX567" fmla="*/ 3033141 w 6663806"/>
                  <a:gd name="connsiteY567" fmla="*/ 182351 h 3416959"/>
                  <a:gd name="connsiteX568" fmla="*/ 3042493 w 6663806"/>
                  <a:gd name="connsiteY568" fmla="*/ 172313 h 3416959"/>
                  <a:gd name="connsiteX569" fmla="*/ 3090487 w 6663806"/>
                  <a:gd name="connsiteY569" fmla="*/ 222370 h 3416959"/>
                  <a:gd name="connsiteX570" fmla="*/ 3080036 w 6663806"/>
                  <a:gd name="connsiteY570" fmla="*/ 231309 h 3416959"/>
                  <a:gd name="connsiteX571" fmla="*/ 2171716 w 6663806"/>
                  <a:gd name="connsiteY571" fmla="*/ 188127 h 3416959"/>
                  <a:gd name="connsiteX572" fmla="*/ 2162227 w 6663806"/>
                  <a:gd name="connsiteY572" fmla="*/ 178226 h 3416959"/>
                  <a:gd name="connsiteX573" fmla="*/ 2214760 w 6663806"/>
                  <a:gd name="connsiteY573" fmla="*/ 132982 h 3416959"/>
                  <a:gd name="connsiteX574" fmla="*/ 2223148 w 6663806"/>
                  <a:gd name="connsiteY574" fmla="*/ 143846 h 3416959"/>
                  <a:gd name="connsiteX575" fmla="*/ 2171716 w 6663806"/>
                  <a:gd name="connsiteY575" fmla="*/ 188127 h 3416959"/>
                  <a:gd name="connsiteX576" fmla="*/ 2981159 w 6663806"/>
                  <a:gd name="connsiteY576" fmla="*/ 138758 h 3416959"/>
                  <a:gd name="connsiteX577" fmla="*/ 2924775 w 6663806"/>
                  <a:gd name="connsiteY577" fmla="*/ 100940 h 3416959"/>
                  <a:gd name="connsiteX578" fmla="*/ 2931789 w 6663806"/>
                  <a:gd name="connsiteY578" fmla="*/ 89113 h 3416959"/>
                  <a:gd name="connsiteX579" fmla="*/ 2989410 w 6663806"/>
                  <a:gd name="connsiteY579" fmla="*/ 127756 h 3416959"/>
                  <a:gd name="connsiteX580" fmla="*/ 2981159 w 6663806"/>
                  <a:gd name="connsiteY580" fmla="*/ 138758 h 3416959"/>
                  <a:gd name="connsiteX581" fmla="*/ 2278844 w 6663806"/>
                  <a:gd name="connsiteY581" fmla="*/ 105340 h 3416959"/>
                  <a:gd name="connsiteX582" fmla="*/ 2271693 w 6663806"/>
                  <a:gd name="connsiteY582" fmla="*/ 93651 h 3416959"/>
                  <a:gd name="connsiteX583" fmla="*/ 2332614 w 6663806"/>
                  <a:gd name="connsiteY583" fmla="*/ 60646 h 3416959"/>
                  <a:gd name="connsiteX584" fmla="*/ 2338528 w 6663806"/>
                  <a:gd name="connsiteY584" fmla="*/ 73023 h 3416959"/>
                  <a:gd name="connsiteX585" fmla="*/ 2278844 w 6663806"/>
                  <a:gd name="connsiteY585" fmla="*/ 105203 h 3416959"/>
                  <a:gd name="connsiteX586" fmla="*/ 2864679 w 6663806"/>
                  <a:gd name="connsiteY586" fmla="*/ 69585 h 3416959"/>
                  <a:gd name="connsiteX587" fmla="*/ 2801558 w 6663806"/>
                  <a:gd name="connsiteY587" fmla="*/ 44831 h 3416959"/>
                  <a:gd name="connsiteX588" fmla="*/ 2805821 w 6663806"/>
                  <a:gd name="connsiteY588" fmla="*/ 31767 h 3416959"/>
                  <a:gd name="connsiteX589" fmla="*/ 2870455 w 6663806"/>
                  <a:gd name="connsiteY589" fmla="*/ 57071 h 3416959"/>
                  <a:gd name="connsiteX590" fmla="*/ 2864817 w 6663806"/>
                  <a:gd name="connsiteY590" fmla="*/ 69585 h 3416959"/>
                  <a:gd name="connsiteX591" fmla="*/ 2401374 w 6663806"/>
                  <a:gd name="connsiteY591" fmla="*/ 47582 h 3416959"/>
                  <a:gd name="connsiteX592" fmla="*/ 2396836 w 6663806"/>
                  <a:gd name="connsiteY592" fmla="*/ 34517 h 3416959"/>
                  <a:gd name="connsiteX593" fmla="*/ 2463533 w 6663806"/>
                  <a:gd name="connsiteY593" fmla="*/ 15540 h 3416959"/>
                  <a:gd name="connsiteX594" fmla="*/ 2466559 w 6663806"/>
                  <a:gd name="connsiteY594" fmla="*/ 29017 h 3416959"/>
                  <a:gd name="connsiteX595" fmla="*/ 2401374 w 6663806"/>
                  <a:gd name="connsiteY595" fmla="*/ 47582 h 3416959"/>
                  <a:gd name="connsiteX596" fmla="*/ 2735961 w 6663806"/>
                  <a:gd name="connsiteY596" fmla="*/ 27229 h 3416959"/>
                  <a:gd name="connsiteX597" fmla="*/ 2668988 w 6663806"/>
                  <a:gd name="connsiteY597" fmla="*/ 16777 h 3416959"/>
                  <a:gd name="connsiteX598" fmla="*/ 2670363 w 6663806"/>
                  <a:gd name="connsiteY598" fmla="*/ 3025 h 3416959"/>
                  <a:gd name="connsiteX599" fmla="*/ 2738848 w 6663806"/>
                  <a:gd name="connsiteY599" fmla="*/ 13752 h 3416959"/>
                  <a:gd name="connsiteX600" fmla="*/ 2735961 w 6663806"/>
                  <a:gd name="connsiteY600" fmla="*/ 27229 h 3416959"/>
                  <a:gd name="connsiteX601" fmla="*/ 2533531 w 6663806"/>
                  <a:gd name="connsiteY601" fmla="*/ 17740 h 3416959"/>
                  <a:gd name="connsiteX602" fmla="*/ 2532018 w 6663806"/>
                  <a:gd name="connsiteY602" fmla="*/ 4126 h 3416959"/>
                  <a:gd name="connsiteX603" fmla="*/ 2601191 w 6663806"/>
                  <a:gd name="connsiteY603" fmla="*/ 0 h 3416959"/>
                  <a:gd name="connsiteX604" fmla="*/ 2601191 w 6663806"/>
                  <a:gd name="connsiteY604" fmla="*/ 13752 h 3416959"/>
                  <a:gd name="connsiteX605" fmla="*/ 2533531 w 6663806"/>
                  <a:gd name="connsiteY605" fmla="*/ 17878 h 341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</a:cxnLst>
                <a:rect l="l" t="t" r="r" b="b"/>
                <a:pathLst>
                  <a:path w="6663806" h="3416959">
                    <a:moveTo>
                      <a:pt x="3799265" y="3416959"/>
                    </a:moveTo>
                    <a:cubicBezTo>
                      <a:pt x="3785651" y="3416959"/>
                      <a:pt x="3772036" y="3416410"/>
                      <a:pt x="3758697" y="3415585"/>
                    </a:cubicBezTo>
                    <a:lnTo>
                      <a:pt x="3759659" y="3401833"/>
                    </a:lnTo>
                    <a:cubicBezTo>
                      <a:pt x="3781938" y="3403483"/>
                      <a:pt x="3804904" y="3403620"/>
                      <a:pt x="3827457" y="3402520"/>
                    </a:cubicBezTo>
                    <a:lnTo>
                      <a:pt x="3828144" y="3416272"/>
                    </a:lnTo>
                    <a:cubicBezTo>
                      <a:pt x="3818656" y="3416822"/>
                      <a:pt x="3809029" y="3416959"/>
                      <a:pt x="3799403" y="3416959"/>
                    </a:cubicBezTo>
                    <a:close/>
                    <a:moveTo>
                      <a:pt x="3897042" y="3408571"/>
                    </a:moveTo>
                    <a:lnTo>
                      <a:pt x="3894704" y="3395094"/>
                    </a:lnTo>
                    <a:cubicBezTo>
                      <a:pt x="3916982" y="3391243"/>
                      <a:pt x="3939123" y="3385880"/>
                      <a:pt x="3960576" y="3379417"/>
                    </a:cubicBezTo>
                    <a:lnTo>
                      <a:pt x="3964564" y="3392618"/>
                    </a:lnTo>
                    <a:cubicBezTo>
                      <a:pt x="3942561" y="3399357"/>
                      <a:pt x="3919870" y="3404720"/>
                      <a:pt x="3897042" y="3408709"/>
                    </a:cubicBezTo>
                    <a:close/>
                    <a:moveTo>
                      <a:pt x="3689799" y="3406370"/>
                    </a:moveTo>
                    <a:cubicBezTo>
                      <a:pt x="3667108" y="3401970"/>
                      <a:pt x="3644555" y="3396056"/>
                      <a:pt x="3622690" y="3388906"/>
                    </a:cubicBezTo>
                    <a:lnTo>
                      <a:pt x="3626953" y="3375841"/>
                    </a:lnTo>
                    <a:cubicBezTo>
                      <a:pt x="3648406" y="3382855"/>
                      <a:pt x="3670409" y="3388630"/>
                      <a:pt x="3692550" y="3392893"/>
                    </a:cubicBezTo>
                    <a:lnTo>
                      <a:pt x="3689937" y="3406370"/>
                    </a:lnTo>
                    <a:close/>
                    <a:moveTo>
                      <a:pt x="4029611" y="3368140"/>
                    </a:moveTo>
                    <a:lnTo>
                      <a:pt x="4023973" y="3355626"/>
                    </a:lnTo>
                    <a:cubicBezTo>
                      <a:pt x="4044463" y="3346412"/>
                      <a:pt x="4064679" y="3335960"/>
                      <a:pt x="4084069" y="3324271"/>
                    </a:cubicBezTo>
                    <a:lnTo>
                      <a:pt x="4091220" y="3336098"/>
                    </a:lnTo>
                    <a:cubicBezTo>
                      <a:pt x="4071417" y="3348062"/>
                      <a:pt x="4050652" y="3358789"/>
                      <a:pt x="4029611" y="3368140"/>
                    </a:cubicBezTo>
                    <a:close/>
                    <a:moveTo>
                      <a:pt x="3558193" y="3363189"/>
                    </a:moveTo>
                    <a:cubicBezTo>
                      <a:pt x="3537427" y="3353425"/>
                      <a:pt x="3516937" y="3342149"/>
                      <a:pt x="3497409" y="3329909"/>
                    </a:cubicBezTo>
                    <a:lnTo>
                      <a:pt x="3504697" y="3318220"/>
                    </a:lnTo>
                    <a:cubicBezTo>
                      <a:pt x="3523813" y="3330322"/>
                      <a:pt x="3543753" y="3341186"/>
                      <a:pt x="3564106" y="3350812"/>
                    </a:cubicBezTo>
                    <a:lnTo>
                      <a:pt x="3558193" y="3363189"/>
                    </a:lnTo>
                    <a:close/>
                    <a:moveTo>
                      <a:pt x="4148428" y="3296629"/>
                    </a:moveTo>
                    <a:lnTo>
                      <a:pt x="4139902" y="3285766"/>
                    </a:lnTo>
                    <a:cubicBezTo>
                      <a:pt x="4157642" y="3271876"/>
                      <a:pt x="4174695" y="3256749"/>
                      <a:pt x="4190647" y="3240796"/>
                    </a:cubicBezTo>
                    <a:lnTo>
                      <a:pt x="4200411" y="3250561"/>
                    </a:lnTo>
                    <a:cubicBezTo>
                      <a:pt x="4184184" y="3266925"/>
                      <a:pt x="4166581" y="3282328"/>
                      <a:pt x="4148428" y="3296629"/>
                    </a:cubicBezTo>
                    <a:close/>
                    <a:moveTo>
                      <a:pt x="3441025" y="3289341"/>
                    </a:moveTo>
                    <a:cubicBezTo>
                      <a:pt x="3423148" y="3274764"/>
                      <a:pt x="3406095" y="3258949"/>
                      <a:pt x="3390006" y="3242309"/>
                    </a:cubicBezTo>
                    <a:lnTo>
                      <a:pt x="3399907" y="3232820"/>
                    </a:lnTo>
                    <a:cubicBezTo>
                      <a:pt x="3415584" y="3249048"/>
                      <a:pt x="3432224" y="3264587"/>
                      <a:pt x="3449689" y="3278752"/>
                    </a:cubicBezTo>
                    <a:lnTo>
                      <a:pt x="3441025" y="3289478"/>
                    </a:lnTo>
                    <a:close/>
                    <a:moveTo>
                      <a:pt x="4246343" y="3198578"/>
                    </a:moveTo>
                    <a:lnTo>
                      <a:pt x="4235479" y="3190051"/>
                    </a:lnTo>
                    <a:cubicBezTo>
                      <a:pt x="4249368" y="3172312"/>
                      <a:pt x="4262158" y="3153609"/>
                      <a:pt x="4273847" y="3134218"/>
                    </a:cubicBezTo>
                    <a:lnTo>
                      <a:pt x="4285674" y="3141370"/>
                    </a:lnTo>
                    <a:cubicBezTo>
                      <a:pt x="4273709" y="3161173"/>
                      <a:pt x="4260507" y="3180425"/>
                      <a:pt x="4246343" y="3198578"/>
                    </a:cubicBezTo>
                    <a:close/>
                    <a:moveTo>
                      <a:pt x="3345037" y="3189364"/>
                    </a:moveTo>
                    <a:cubicBezTo>
                      <a:pt x="3331147" y="3170936"/>
                      <a:pt x="3318358" y="3151408"/>
                      <a:pt x="3306944" y="3131330"/>
                    </a:cubicBezTo>
                    <a:lnTo>
                      <a:pt x="3318908" y="3124454"/>
                    </a:lnTo>
                    <a:cubicBezTo>
                      <a:pt x="3330047" y="3143983"/>
                      <a:pt x="3342699" y="3163098"/>
                      <a:pt x="3356176" y="3181113"/>
                    </a:cubicBezTo>
                    <a:lnTo>
                      <a:pt x="3345174" y="3189364"/>
                    </a:lnTo>
                    <a:close/>
                    <a:moveTo>
                      <a:pt x="4317578" y="3079898"/>
                    </a:moveTo>
                    <a:lnTo>
                      <a:pt x="4305064" y="3074260"/>
                    </a:lnTo>
                    <a:cubicBezTo>
                      <a:pt x="4314140" y="3053769"/>
                      <a:pt x="4322116" y="3032316"/>
                      <a:pt x="4328717" y="3010726"/>
                    </a:cubicBezTo>
                    <a:lnTo>
                      <a:pt x="4341919" y="3014713"/>
                    </a:lnTo>
                    <a:cubicBezTo>
                      <a:pt x="4335181" y="3036854"/>
                      <a:pt x="4327067" y="3058720"/>
                      <a:pt x="4317716" y="3079760"/>
                    </a:cubicBezTo>
                    <a:close/>
                    <a:moveTo>
                      <a:pt x="3276002" y="3069034"/>
                    </a:moveTo>
                    <a:cubicBezTo>
                      <a:pt x="3267063" y="3047719"/>
                      <a:pt x="3259362" y="3025715"/>
                      <a:pt x="3253173" y="3003437"/>
                    </a:cubicBezTo>
                    <a:lnTo>
                      <a:pt x="3266375" y="2999724"/>
                    </a:lnTo>
                    <a:cubicBezTo>
                      <a:pt x="3272426" y="3021452"/>
                      <a:pt x="3279990" y="3042905"/>
                      <a:pt x="3288653" y="3063671"/>
                    </a:cubicBezTo>
                    <a:lnTo>
                      <a:pt x="3276002" y="3069034"/>
                    </a:lnTo>
                    <a:close/>
                    <a:moveTo>
                      <a:pt x="4357734" y="2947329"/>
                    </a:moveTo>
                    <a:lnTo>
                      <a:pt x="4344257" y="2944991"/>
                    </a:lnTo>
                    <a:cubicBezTo>
                      <a:pt x="4348108" y="2922850"/>
                      <a:pt x="4350583" y="2900159"/>
                      <a:pt x="4351683" y="2877744"/>
                    </a:cubicBezTo>
                    <a:lnTo>
                      <a:pt x="4365435" y="2878431"/>
                    </a:lnTo>
                    <a:cubicBezTo>
                      <a:pt x="4364335" y="2901535"/>
                      <a:pt x="4361722" y="2924776"/>
                      <a:pt x="4357734" y="2947466"/>
                    </a:cubicBezTo>
                    <a:close/>
                    <a:moveTo>
                      <a:pt x="3238459" y="2935639"/>
                    </a:moveTo>
                    <a:cubicBezTo>
                      <a:pt x="3235021" y="2912811"/>
                      <a:pt x="3232958" y="2889571"/>
                      <a:pt x="3232270" y="2866467"/>
                    </a:cubicBezTo>
                    <a:lnTo>
                      <a:pt x="3246022" y="2866054"/>
                    </a:lnTo>
                    <a:cubicBezTo>
                      <a:pt x="3246710" y="2888608"/>
                      <a:pt x="3248773" y="2911298"/>
                      <a:pt x="3252073" y="2933577"/>
                    </a:cubicBezTo>
                    <a:lnTo>
                      <a:pt x="3238459" y="2935639"/>
                    </a:lnTo>
                    <a:close/>
                    <a:moveTo>
                      <a:pt x="4366123" y="2809396"/>
                    </a:moveTo>
                    <a:lnTo>
                      <a:pt x="4352371" y="2809396"/>
                    </a:lnTo>
                    <a:lnTo>
                      <a:pt x="4352371" y="2740774"/>
                    </a:lnTo>
                    <a:lnTo>
                      <a:pt x="4366123" y="2740774"/>
                    </a:lnTo>
                    <a:lnTo>
                      <a:pt x="4366123" y="2809396"/>
                    </a:lnTo>
                    <a:close/>
                    <a:moveTo>
                      <a:pt x="3245747" y="2797707"/>
                    </a:moveTo>
                    <a:lnTo>
                      <a:pt x="3231995" y="2797707"/>
                    </a:lnTo>
                    <a:lnTo>
                      <a:pt x="3231995" y="2729084"/>
                    </a:lnTo>
                    <a:lnTo>
                      <a:pt x="3245747" y="2729084"/>
                    </a:lnTo>
                    <a:lnTo>
                      <a:pt x="3245747" y="2797707"/>
                    </a:lnTo>
                    <a:close/>
                    <a:moveTo>
                      <a:pt x="4366123" y="2672151"/>
                    </a:moveTo>
                    <a:lnTo>
                      <a:pt x="4352371" y="2672151"/>
                    </a:lnTo>
                    <a:lnTo>
                      <a:pt x="4352371" y="2603529"/>
                    </a:lnTo>
                    <a:lnTo>
                      <a:pt x="4366123" y="2603529"/>
                    </a:lnTo>
                    <a:lnTo>
                      <a:pt x="4366123" y="2672151"/>
                    </a:lnTo>
                    <a:close/>
                    <a:moveTo>
                      <a:pt x="3245747" y="2660462"/>
                    </a:moveTo>
                    <a:lnTo>
                      <a:pt x="3231995" y="2660462"/>
                    </a:lnTo>
                    <a:lnTo>
                      <a:pt x="3231995" y="2591839"/>
                    </a:lnTo>
                    <a:lnTo>
                      <a:pt x="3245747" y="2591839"/>
                    </a:lnTo>
                    <a:lnTo>
                      <a:pt x="3245747" y="2660462"/>
                    </a:lnTo>
                    <a:close/>
                    <a:moveTo>
                      <a:pt x="1450011" y="2652486"/>
                    </a:moveTo>
                    <a:lnTo>
                      <a:pt x="1447811" y="2652486"/>
                    </a:lnTo>
                    <a:cubicBezTo>
                      <a:pt x="1425395" y="2652486"/>
                      <a:pt x="1402704" y="2651111"/>
                      <a:pt x="1380701" y="2648223"/>
                    </a:cubicBezTo>
                    <a:lnTo>
                      <a:pt x="1382351" y="2634608"/>
                    </a:lnTo>
                    <a:cubicBezTo>
                      <a:pt x="1403942" y="2637359"/>
                      <a:pt x="1425945" y="2638734"/>
                      <a:pt x="1447811" y="2638734"/>
                    </a:cubicBezTo>
                    <a:lnTo>
                      <a:pt x="1450011" y="2638734"/>
                    </a:lnTo>
                    <a:lnTo>
                      <a:pt x="1450011" y="2652486"/>
                    </a:lnTo>
                    <a:close/>
                    <a:moveTo>
                      <a:pt x="1519321" y="2647673"/>
                    </a:moveTo>
                    <a:lnTo>
                      <a:pt x="1517533" y="2634058"/>
                    </a:lnTo>
                    <a:cubicBezTo>
                      <a:pt x="1539811" y="2631033"/>
                      <a:pt x="1562227" y="2626495"/>
                      <a:pt x="1583818" y="2620719"/>
                    </a:cubicBezTo>
                    <a:lnTo>
                      <a:pt x="1587393" y="2633921"/>
                    </a:lnTo>
                    <a:cubicBezTo>
                      <a:pt x="1565115" y="2639971"/>
                      <a:pt x="1542287" y="2644647"/>
                      <a:pt x="1519321" y="2647673"/>
                    </a:cubicBezTo>
                    <a:close/>
                    <a:moveTo>
                      <a:pt x="1312491" y="2635021"/>
                    </a:moveTo>
                    <a:cubicBezTo>
                      <a:pt x="1290213" y="2629245"/>
                      <a:pt x="1268072" y="2621819"/>
                      <a:pt x="1246619" y="2613018"/>
                    </a:cubicBezTo>
                    <a:lnTo>
                      <a:pt x="1251845" y="2600228"/>
                    </a:lnTo>
                    <a:cubicBezTo>
                      <a:pt x="1272748" y="2608754"/>
                      <a:pt x="1294338" y="2615905"/>
                      <a:pt x="1316066" y="2621681"/>
                    </a:cubicBezTo>
                    <a:lnTo>
                      <a:pt x="1312628" y="2635021"/>
                    </a:lnTo>
                    <a:close/>
                    <a:moveTo>
                      <a:pt x="1653128" y="2611367"/>
                    </a:moveTo>
                    <a:lnTo>
                      <a:pt x="1647765" y="2598715"/>
                    </a:lnTo>
                    <a:cubicBezTo>
                      <a:pt x="1668530" y="2590052"/>
                      <a:pt x="1688883" y="2579875"/>
                      <a:pt x="1708411" y="2568599"/>
                    </a:cubicBezTo>
                    <a:lnTo>
                      <a:pt x="1715287" y="2580425"/>
                    </a:lnTo>
                    <a:cubicBezTo>
                      <a:pt x="1695209" y="2592115"/>
                      <a:pt x="1674306" y="2602566"/>
                      <a:pt x="1653128" y="2611367"/>
                    </a:cubicBezTo>
                    <a:close/>
                    <a:moveTo>
                      <a:pt x="1184185" y="2582626"/>
                    </a:moveTo>
                    <a:cubicBezTo>
                      <a:pt x="1164107" y="2571211"/>
                      <a:pt x="1144717" y="2558285"/>
                      <a:pt x="1126289" y="2544258"/>
                    </a:cubicBezTo>
                    <a:lnTo>
                      <a:pt x="1134540" y="2533256"/>
                    </a:lnTo>
                    <a:cubicBezTo>
                      <a:pt x="1152418" y="2546870"/>
                      <a:pt x="1171395" y="2559385"/>
                      <a:pt x="1190923" y="2570524"/>
                    </a:cubicBezTo>
                    <a:lnTo>
                      <a:pt x="1184047" y="2582488"/>
                    </a:lnTo>
                    <a:close/>
                    <a:moveTo>
                      <a:pt x="1772908" y="2541645"/>
                    </a:moveTo>
                    <a:lnTo>
                      <a:pt x="1764519" y="2530781"/>
                    </a:lnTo>
                    <a:cubicBezTo>
                      <a:pt x="1782259" y="2517029"/>
                      <a:pt x="1799449" y="2501902"/>
                      <a:pt x="1815264" y="2485949"/>
                    </a:cubicBezTo>
                    <a:lnTo>
                      <a:pt x="1825028" y="2495713"/>
                    </a:lnTo>
                    <a:cubicBezTo>
                      <a:pt x="1808801" y="2512078"/>
                      <a:pt x="1791198" y="2527618"/>
                      <a:pt x="1772908" y="2541645"/>
                    </a:cubicBezTo>
                    <a:close/>
                    <a:moveTo>
                      <a:pt x="4365985" y="2534906"/>
                    </a:moveTo>
                    <a:lnTo>
                      <a:pt x="4352233" y="2534906"/>
                    </a:lnTo>
                    <a:lnTo>
                      <a:pt x="4352233" y="2466284"/>
                    </a:lnTo>
                    <a:lnTo>
                      <a:pt x="4365985" y="2466284"/>
                    </a:lnTo>
                    <a:lnTo>
                      <a:pt x="4365985" y="2534906"/>
                    </a:lnTo>
                    <a:close/>
                    <a:moveTo>
                      <a:pt x="3245610" y="2523217"/>
                    </a:moveTo>
                    <a:lnTo>
                      <a:pt x="3231858" y="2523217"/>
                    </a:lnTo>
                    <a:lnTo>
                      <a:pt x="3231858" y="2454595"/>
                    </a:lnTo>
                    <a:lnTo>
                      <a:pt x="3245610" y="2454595"/>
                    </a:lnTo>
                    <a:lnTo>
                      <a:pt x="3245610" y="2523217"/>
                    </a:lnTo>
                    <a:close/>
                    <a:moveTo>
                      <a:pt x="1073756" y="2498876"/>
                    </a:moveTo>
                    <a:cubicBezTo>
                      <a:pt x="1057391" y="2482649"/>
                      <a:pt x="1041852" y="2465184"/>
                      <a:pt x="1027687" y="2446894"/>
                    </a:cubicBezTo>
                    <a:lnTo>
                      <a:pt x="1038551" y="2438505"/>
                    </a:lnTo>
                    <a:cubicBezTo>
                      <a:pt x="1052303" y="2456245"/>
                      <a:pt x="1067430" y="2473297"/>
                      <a:pt x="1083520" y="2489112"/>
                    </a:cubicBezTo>
                    <a:lnTo>
                      <a:pt x="1073894" y="2498876"/>
                    </a:lnTo>
                    <a:close/>
                    <a:moveTo>
                      <a:pt x="1870685" y="2443318"/>
                    </a:moveTo>
                    <a:lnTo>
                      <a:pt x="1859820" y="2434929"/>
                    </a:lnTo>
                    <a:cubicBezTo>
                      <a:pt x="1873435" y="2417052"/>
                      <a:pt x="1886087" y="2398074"/>
                      <a:pt x="1897364" y="2378683"/>
                    </a:cubicBezTo>
                    <a:lnTo>
                      <a:pt x="1909328" y="2385559"/>
                    </a:lnTo>
                    <a:cubicBezTo>
                      <a:pt x="1897776" y="2405500"/>
                      <a:pt x="1884849" y="2425028"/>
                      <a:pt x="1870822" y="2443318"/>
                    </a:cubicBezTo>
                    <a:close/>
                    <a:moveTo>
                      <a:pt x="4365985" y="2397524"/>
                    </a:moveTo>
                    <a:lnTo>
                      <a:pt x="4352233" y="2397524"/>
                    </a:lnTo>
                    <a:lnTo>
                      <a:pt x="4352233" y="2328901"/>
                    </a:lnTo>
                    <a:lnTo>
                      <a:pt x="4365985" y="2328901"/>
                    </a:lnTo>
                    <a:lnTo>
                      <a:pt x="4365985" y="2397524"/>
                    </a:lnTo>
                    <a:close/>
                    <a:moveTo>
                      <a:pt x="988631" y="2389410"/>
                    </a:moveTo>
                    <a:cubicBezTo>
                      <a:pt x="976942" y="2369470"/>
                      <a:pt x="966353" y="2348567"/>
                      <a:pt x="957414" y="2327251"/>
                    </a:cubicBezTo>
                    <a:lnTo>
                      <a:pt x="970066" y="2321888"/>
                    </a:lnTo>
                    <a:cubicBezTo>
                      <a:pt x="978867" y="2342516"/>
                      <a:pt x="989044" y="2362869"/>
                      <a:pt x="1000458" y="2382397"/>
                    </a:cubicBezTo>
                    <a:lnTo>
                      <a:pt x="988631" y="2389410"/>
                    </a:lnTo>
                    <a:close/>
                    <a:moveTo>
                      <a:pt x="3245610" y="2385835"/>
                    </a:moveTo>
                    <a:lnTo>
                      <a:pt x="3231858" y="2385835"/>
                    </a:lnTo>
                    <a:lnTo>
                      <a:pt x="3231858" y="2317212"/>
                    </a:lnTo>
                    <a:lnTo>
                      <a:pt x="3245610" y="2317212"/>
                    </a:lnTo>
                    <a:lnTo>
                      <a:pt x="3245610" y="2385835"/>
                    </a:lnTo>
                    <a:close/>
                    <a:moveTo>
                      <a:pt x="1939857" y="2323263"/>
                    </a:moveTo>
                    <a:lnTo>
                      <a:pt x="1927205" y="2318037"/>
                    </a:lnTo>
                    <a:cubicBezTo>
                      <a:pt x="1935732" y="2297272"/>
                      <a:pt x="1943020" y="2275681"/>
                      <a:pt x="1948934" y="2253953"/>
                    </a:cubicBezTo>
                    <a:lnTo>
                      <a:pt x="1962273" y="2257528"/>
                    </a:lnTo>
                    <a:cubicBezTo>
                      <a:pt x="1956360" y="2279807"/>
                      <a:pt x="1948796" y="2301947"/>
                      <a:pt x="1939995" y="2323400"/>
                    </a:cubicBezTo>
                    <a:close/>
                    <a:moveTo>
                      <a:pt x="934586" y="2261654"/>
                    </a:moveTo>
                    <a:cubicBezTo>
                      <a:pt x="928535" y="2239376"/>
                      <a:pt x="923722" y="2216548"/>
                      <a:pt x="920696" y="2193582"/>
                    </a:cubicBezTo>
                    <a:lnTo>
                      <a:pt x="934311" y="2191657"/>
                    </a:lnTo>
                    <a:cubicBezTo>
                      <a:pt x="937336" y="2213935"/>
                      <a:pt x="942012" y="2236213"/>
                      <a:pt x="947925" y="2257941"/>
                    </a:cubicBezTo>
                    <a:lnTo>
                      <a:pt x="934723" y="2261654"/>
                    </a:lnTo>
                    <a:close/>
                    <a:moveTo>
                      <a:pt x="4365848" y="2260279"/>
                    </a:moveTo>
                    <a:lnTo>
                      <a:pt x="4352096" y="2260279"/>
                    </a:lnTo>
                    <a:lnTo>
                      <a:pt x="4352096" y="2191657"/>
                    </a:lnTo>
                    <a:lnTo>
                      <a:pt x="4365848" y="2191657"/>
                    </a:lnTo>
                    <a:lnTo>
                      <a:pt x="4365848" y="2260279"/>
                    </a:lnTo>
                    <a:close/>
                    <a:moveTo>
                      <a:pt x="3245472" y="2248590"/>
                    </a:moveTo>
                    <a:lnTo>
                      <a:pt x="3231720" y="2248590"/>
                    </a:lnTo>
                    <a:lnTo>
                      <a:pt x="3231720" y="2179967"/>
                    </a:lnTo>
                    <a:lnTo>
                      <a:pt x="3245472" y="2179967"/>
                    </a:lnTo>
                    <a:lnTo>
                      <a:pt x="3245472" y="2248590"/>
                    </a:lnTo>
                    <a:close/>
                    <a:moveTo>
                      <a:pt x="1975337" y="2189318"/>
                    </a:moveTo>
                    <a:lnTo>
                      <a:pt x="1961723" y="2187531"/>
                    </a:lnTo>
                    <a:cubicBezTo>
                      <a:pt x="1964611" y="2165390"/>
                      <a:pt x="1965986" y="2142837"/>
                      <a:pt x="1965986" y="2120421"/>
                    </a:cubicBezTo>
                    <a:lnTo>
                      <a:pt x="1979738" y="2120008"/>
                    </a:lnTo>
                    <a:cubicBezTo>
                      <a:pt x="1979738" y="2143387"/>
                      <a:pt x="1978225" y="2166628"/>
                      <a:pt x="1975337" y="2189318"/>
                    </a:cubicBezTo>
                    <a:close/>
                    <a:moveTo>
                      <a:pt x="6663807" y="2158651"/>
                    </a:moveTo>
                    <a:lnTo>
                      <a:pt x="6595185" y="2158651"/>
                    </a:lnTo>
                    <a:lnTo>
                      <a:pt x="6595185" y="2144899"/>
                    </a:lnTo>
                    <a:lnTo>
                      <a:pt x="6663807" y="2144899"/>
                    </a:lnTo>
                    <a:lnTo>
                      <a:pt x="6663807" y="2158651"/>
                    </a:lnTo>
                    <a:close/>
                    <a:moveTo>
                      <a:pt x="6526562" y="2158651"/>
                    </a:moveTo>
                    <a:lnTo>
                      <a:pt x="6457939" y="2158651"/>
                    </a:lnTo>
                    <a:lnTo>
                      <a:pt x="6457939" y="2144899"/>
                    </a:lnTo>
                    <a:lnTo>
                      <a:pt x="6526562" y="2144899"/>
                    </a:lnTo>
                    <a:lnTo>
                      <a:pt x="6526562" y="2158651"/>
                    </a:lnTo>
                    <a:close/>
                    <a:moveTo>
                      <a:pt x="6389317" y="2158651"/>
                    </a:moveTo>
                    <a:lnTo>
                      <a:pt x="6320694" y="2158651"/>
                    </a:lnTo>
                    <a:lnTo>
                      <a:pt x="6320694" y="2144899"/>
                    </a:lnTo>
                    <a:lnTo>
                      <a:pt x="6389317" y="2144899"/>
                    </a:lnTo>
                    <a:lnTo>
                      <a:pt x="6389317" y="2158651"/>
                    </a:lnTo>
                    <a:close/>
                    <a:moveTo>
                      <a:pt x="6252072" y="2158651"/>
                    </a:moveTo>
                    <a:lnTo>
                      <a:pt x="6183450" y="2158651"/>
                    </a:lnTo>
                    <a:lnTo>
                      <a:pt x="6183450" y="2144899"/>
                    </a:lnTo>
                    <a:lnTo>
                      <a:pt x="6252072" y="2144899"/>
                    </a:lnTo>
                    <a:lnTo>
                      <a:pt x="6252072" y="2158651"/>
                    </a:lnTo>
                    <a:close/>
                    <a:moveTo>
                      <a:pt x="6114827" y="2158651"/>
                    </a:moveTo>
                    <a:lnTo>
                      <a:pt x="6046204" y="2158651"/>
                    </a:lnTo>
                    <a:lnTo>
                      <a:pt x="6046204" y="2144899"/>
                    </a:lnTo>
                    <a:lnTo>
                      <a:pt x="6114827" y="2144899"/>
                    </a:lnTo>
                    <a:lnTo>
                      <a:pt x="6114827" y="2158651"/>
                    </a:lnTo>
                    <a:close/>
                    <a:moveTo>
                      <a:pt x="5977032" y="2156039"/>
                    </a:moveTo>
                    <a:cubicBezTo>
                      <a:pt x="5953929" y="2153839"/>
                      <a:pt x="5930963" y="2150263"/>
                      <a:pt x="5908410" y="2145312"/>
                    </a:cubicBezTo>
                    <a:lnTo>
                      <a:pt x="5911297" y="2131835"/>
                    </a:lnTo>
                    <a:cubicBezTo>
                      <a:pt x="5933163" y="2136649"/>
                      <a:pt x="5955717" y="2140087"/>
                      <a:pt x="5978270" y="2142287"/>
                    </a:cubicBezTo>
                    <a:lnTo>
                      <a:pt x="5977032" y="2156039"/>
                    </a:lnTo>
                    <a:close/>
                    <a:moveTo>
                      <a:pt x="5841712" y="2126472"/>
                    </a:moveTo>
                    <a:cubicBezTo>
                      <a:pt x="5819984" y="2118908"/>
                      <a:pt x="5798394" y="2109832"/>
                      <a:pt x="5777628" y="2099793"/>
                    </a:cubicBezTo>
                    <a:lnTo>
                      <a:pt x="5783679" y="2087416"/>
                    </a:lnTo>
                    <a:cubicBezTo>
                      <a:pt x="5803894" y="2097318"/>
                      <a:pt x="5824935" y="2106119"/>
                      <a:pt x="5846250" y="2113545"/>
                    </a:cubicBezTo>
                    <a:lnTo>
                      <a:pt x="5841712" y="2126472"/>
                    </a:lnTo>
                    <a:close/>
                    <a:moveTo>
                      <a:pt x="915746" y="2124271"/>
                    </a:moveTo>
                    <a:lnTo>
                      <a:pt x="915746" y="2055649"/>
                    </a:lnTo>
                    <a:cubicBezTo>
                      <a:pt x="915746" y="2055649"/>
                      <a:pt x="929498" y="2055649"/>
                      <a:pt x="929498" y="2055649"/>
                    </a:cubicBezTo>
                    <a:lnTo>
                      <a:pt x="929498" y="2124271"/>
                    </a:lnTo>
                    <a:cubicBezTo>
                      <a:pt x="929498" y="2124271"/>
                      <a:pt x="915746" y="2124271"/>
                      <a:pt x="915746" y="2124271"/>
                    </a:cubicBezTo>
                    <a:close/>
                    <a:moveTo>
                      <a:pt x="4365985" y="2123034"/>
                    </a:moveTo>
                    <a:lnTo>
                      <a:pt x="4352233" y="2123034"/>
                    </a:lnTo>
                    <a:lnTo>
                      <a:pt x="4352233" y="2054411"/>
                    </a:lnTo>
                    <a:lnTo>
                      <a:pt x="4365985" y="2054411"/>
                    </a:lnTo>
                    <a:lnTo>
                      <a:pt x="4365985" y="2123034"/>
                    </a:lnTo>
                    <a:close/>
                    <a:moveTo>
                      <a:pt x="3245610" y="2111345"/>
                    </a:moveTo>
                    <a:lnTo>
                      <a:pt x="3231858" y="2111345"/>
                    </a:lnTo>
                    <a:lnTo>
                      <a:pt x="3231858" y="2042722"/>
                    </a:lnTo>
                    <a:lnTo>
                      <a:pt x="3245610" y="2042722"/>
                    </a:lnTo>
                    <a:lnTo>
                      <a:pt x="3245610" y="2111345"/>
                    </a:lnTo>
                    <a:close/>
                    <a:moveTo>
                      <a:pt x="5717394" y="2065550"/>
                    </a:moveTo>
                    <a:cubicBezTo>
                      <a:pt x="5698141" y="2053036"/>
                      <a:pt x="5679301" y="2039147"/>
                      <a:pt x="5661561" y="2024294"/>
                    </a:cubicBezTo>
                    <a:lnTo>
                      <a:pt x="5670363" y="2013706"/>
                    </a:lnTo>
                    <a:cubicBezTo>
                      <a:pt x="5687690" y="2028145"/>
                      <a:pt x="5705980" y="2041759"/>
                      <a:pt x="5724820" y="2053999"/>
                    </a:cubicBezTo>
                    <a:lnTo>
                      <a:pt x="5717394" y="2065550"/>
                    </a:lnTo>
                    <a:close/>
                    <a:moveTo>
                      <a:pt x="1980013" y="2051386"/>
                    </a:moveTo>
                    <a:lnTo>
                      <a:pt x="1966261" y="2051386"/>
                    </a:lnTo>
                    <a:lnTo>
                      <a:pt x="1966261" y="1982764"/>
                    </a:lnTo>
                    <a:lnTo>
                      <a:pt x="1980013" y="1982764"/>
                    </a:lnTo>
                    <a:lnTo>
                      <a:pt x="1980013" y="2051386"/>
                    </a:lnTo>
                    <a:close/>
                    <a:moveTo>
                      <a:pt x="929498" y="1987027"/>
                    </a:moveTo>
                    <a:lnTo>
                      <a:pt x="915746" y="1987027"/>
                    </a:lnTo>
                    <a:lnTo>
                      <a:pt x="915746" y="1918404"/>
                    </a:lnTo>
                    <a:lnTo>
                      <a:pt x="929498" y="1918404"/>
                    </a:lnTo>
                    <a:lnTo>
                      <a:pt x="929498" y="1987027"/>
                    </a:lnTo>
                    <a:close/>
                    <a:moveTo>
                      <a:pt x="4365985" y="1985789"/>
                    </a:moveTo>
                    <a:lnTo>
                      <a:pt x="4352233" y="1985789"/>
                    </a:lnTo>
                    <a:lnTo>
                      <a:pt x="4352233" y="1917166"/>
                    </a:lnTo>
                    <a:lnTo>
                      <a:pt x="4365985" y="1917166"/>
                    </a:lnTo>
                    <a:lnTo>
                      <a:pt x="4365985" y="1985789"/>
                    </a:lnTo>
                    <a:close/>
                    <a:moveTo>
                      <a:pt x="5611091" y="1976850"/>
                    </a:moveTo>
                    <a:cubicBezTo>
                      <a:pt x="5595276" y="1960073"/>
                      <a:pt x="5580287" y="1942195"/>
                      <a:pt x="5566535" y="1923630"/>
                    </a:cubicBezTo>
                    <a:lnTo>
                      <a:pt x="5577537" y="1915516"/>
                    </a:lnTo>
                    <a:cubicBezTo>
                      <a:pt x="5590876" y="1933669"/>
                      <a:pt x="5605590" y="1951134"/>
                      <a:pt x="5620993" y="1967499"/>
                    </a:cubicBezTo>
                    <a:lnTo>
                      <a:pt x="5610954" y="1976988"/>
                    </a:lnTo>
                    <a:close/>
                    <a:moveTo>
                      <a:pt x="3245747" y="1974100"/>
                    </a:moveTo>
                    <a:lnTo>
                      <a:pt x="3231995" y="1974100"/>
                    </a:lnTo>
                    <a:lnTo>
                      <a:pt x="3231995" y="1905477"/>
                    </a:lnTo>
                    <a:lnTo>
                      <a:pt x="3245747" y="1905477"/>
                    </a:lnTo>
                    <a:lnTo>
                      <a:pt x="3245747" y="1974100"/>
                    </a:lnTo>
                    <a:close/>
                    <a:moveTo>
                      <a:pt x="1980013" y="1914141"/>
                    </a:moveTo>
                    <a:lnTo>
                      <a:pt x="1966261" y="1914141"/>
                    </a:lnTo>
                    <a:lnTo>
                      <a:pt x="1966261" y="1845518"/>
                    </a:lnTo>
                    <a:lnTo>
                      <a:pt x="1980013" y="1845518"/>
                    </a:lnTo>
                    <a:lnTo>
                      <a:pt x="1980013" y="1914141"/>
                    </a:lnTo>
                    <a:close/>
                    <a:moveTo>
                      <a:pt x="5528854" y="1865321"/>
                    </a:moveTo>
                    <a:cubicBezTo>
                      <a:pt x="5517440" y="1845244"/>
                      <a:pt x="5507126" y="1824340"/>
                      <a:pt x="5498325" y="1803025"/>
                    </a:cubicBezTo>
                    <a:lnTo>
                      <a:pt x="5510977" y="1797799"/>
                    </a:lnTo>
                    <a:cubicBezTo>
                      <a:pt x="5519640" y="1818565"/>
                      <a:pt x="5529679" y="1839055"/>
                      <a:pt x="5540818" y="1858583"/>
                    </a:cubicBezTo>
                    <a:lnTo>
                      <a:pt x="5528854" y="1865321"/>
                    </a:lnTo>
                    <a:close/>
                    <a:moveTo>
                      <a:pt x="929635" y="1849782"/>
                    </a:moveTo>
                    <a:lnTo>
                      <a:pt x="915883" y="1849782"/>
                    </a:lnTo>
                    <a:lnTo>
                      <a:pt x="915883" y="1781159"/>
                    </a:lnTo>
                    <a:lnTo>
                      <a:pt x="929635" y="1781159"/>
                    </a:lnTo>
                    <a:lnTo>
                      <a:pt x="929635" y="1849782"/>
                    </a:lnTo>
                    <a:close/>
                    <a:moveTo>
                      <a:pt x="4366123" y="1848544"/>
                    </a:moveTo>
                    <a:lnTo>
                      <a:pt x="4352371" y="1848544"/>
                    </a:lnTo>
                    <a:lnTo>
                      <a:pt x="4352371" y="1779922"/>
                    </a:lnTo>
                    <a:lnTo>
                      <a:pt x="4366123" y="1779922"/>
                    </a:lnTo>
                    <a:lnTo>
                      <a:pt x="4366123" y="1848544"/>
                    </a:lnTo>
                    <a:close/>
                    <a:moveTo>
                      <a:pt x="3245747" y="1836855"/>
                    </a:moveTo>
                    <a:lnTo>
                      <a:pt x="3231995" y="1836855"/>
                    </a:lnTo>
                    <a:lnTo>
                      <a:pt x="3231995" y="1768232"/>
                    </a:lnTo>
                    <a:lnTo>
                      <a:pt x="3245747" y="1768232"/>
                    </a:lnTo>
                    <a:lnTo>
                      <a:pt x="3245747" y="1836855"/>
                    </a:lnTo>
                    <a:close/>
                    <a:moveTo>
                      <a:pt x="1980013" y="1776896"/>
                    </a:moveTo>
                    <a:lnTo>
                      <a:pt x="1966261" y="1776896"/>
                    </a:lnTo>
                    <a:lnTo>
                      <a:pt x="1966261" y="1708274"/>
                    </a:lnTo>
                    <a:lnTo>
                      <a:pt x="1980013" y="1708274"/>
                    </a:lnTo>
                    <a:lnTo>
                      <a:pt x="1980013" y="1776896"/>
                    </a:lnTo>
                    <a:close/>
                    <a:moveTo>
                      <a:pt x="5475359" y="1737428"/>
                    </a:moveTo>
                    <a:cubicBezTo>
                      <a:pt x="5469171" y="1715287"/>
                      <a:pt x="5464083" y="1692459"/>
                      <a:pt x="5460645" y="1669630"/>
                    </a:cubicBezTo>
                    <a:lnTo>
                      <a:pt x="5474259" y="1667568"/>
                    </a:lnTo>
                    <a:cubicBezTo>
                      <a:pt x="5477697" y="1689846"/>
                      <a:pt x="5482510" y="1712124"/>
                      <a:pt x="5488698" y="1733715"/>
                    </a:cubicBezTo>
                    <a:lnTo>
                      <a:pt x="5475496" y="1737428"/>
                    </a:lnTo>
                    <a:close/>
                    <a:moveTo>
                      <a:pt x="929498" y="1712537"/>
                    </a:moveTo>
                    <a:lnTo>
                      <a:pt x="915746" y="1712537"/>
                    </a:lnTo>
                    <a:lnTo>
                      <a:pt x="915746" y="1643914"/>
                    </a:lnTo>
                    <a:lnTo>
                      <a:pt x="929498" y="1643914"/>
                    </a:lnTo>
                    <a:lnTo>
                      <a:pt x="929498" y="1712537"/>
                    </a:lnTo>
                    <a:close/>
                    <a:moveTo>
                      <a:pt x="4365985" y="1711299"/>
                    </a:moveTo>
                    <a:lnTo>
                      <a:pt x="4352233" y="1711299"/>
                    </a:lnTo>
                    <a:lnTo>
                      <a:pt x="4352233" y="1642676"/>
                    </a:lnTo>
                    <a:lnTo>
                      <a:pt x="4365985" y="1642676"/>
                    </a:lnTo>
                    <a:lnTo>
                      <a:pt x="4365985" y="1711299"/>
                    </a:lnTo>
                    <a:close/>
                    <a:moveTo>
                      <a:pt x="3245610" y="1699610"/>
                    </a:moveTo>
                    <a:lnTo>
                      <a:pt x="3231858" y="1699610"/>
                    </a:lnTo>
                    <a:lnTo>
                      <a:pt x="3231858" y="1630987"/>
                    </a:lnTo>
                    <a:lnTo>
                      <a:pt x="3245610" y="1630987"/>
                    </a:lnTo>
                    <a:lnTo>
                      <a:pt x="3245610" y="1699610"/>
                    </a:lnTo>
                    <a:close/>
                    <a:moveTo>
                      <a:pt x="1979876" y="1639651"/>
                    </a:moveTo>
                    <a:lnTo>
                      <a:pt x="1966124" y="1639651"/>
                    </a:lnTo>
                    <a:lnTo>
                      <a:pt x="1966124" y="1571029"/>
                    </a:lnTo>
                    <a:lnTo>
                      <a:pt x="1979876" y="1571029"/>
                    </a:lnTo>
                    <a:lnTo>
                      <a:pt x="1979876" y="1639651"/>
                    </a:lnTo>
                    <a:close/>
                    <a:moveTo>
                      <a:pt x="5453906" y="1600595"/>
                    </a:moveTo>
                    <a:cubicBezTo>
                      <a:pt x="5453631" y="1593857"/>
                      <a:pt x="5453493" y="1586981"/>
                      <a:pt x="5453493" y="1580242"/>
                    </a:cubicBezTo>
                    <a:lnTo>
                      <a:pt x="5453493" y="1531835"/>
                    </a:lnTo>
                    <a:lnTo>
                      <a:pt x="5467245" y="1531835"/>
                    </a:lnTo>
                    <a:lnTo>
                      <a:pt x="5467245" y="1580242"/>
                    </a:lnTo>
                    <a:cubicBezTo>
                      <a:pt x="5467245" y="1586843"/>
                      <a:pt x="5467245" y="1593582"/>
                      <a:pt x="5467658" y="1600183"/>
                    </a:cubicBezTo>
                    <a:lnTo>
                      <a:pt x="5453906" y="1600595"/>
                    </a:lnTo>
                    <a:close/>
                    <a:moveTo>
                      <a:pt x="914233" y="1575842"/>
                    </a:moveTo>
                    <a:cubicBezTo>
                      <a:pt x="912583" y="1553288"/>
                      <a:pt x="909282" y="1530873"/>
                      <a:pt x="904469" y="1509007"/>
                    </a:cubicBezTo>
                    <a:lnTo>
                      <a:pt x="917946" y="1506119"/>
                    </a:lnTo>
                    <a:cubicBezTo>
                      <a:pt x="922897" y="1528672"/>
                      <a:pt x="926197" y="1551776"/>
                      <a:pt x="927985" y="1574879"/>
                    </a:cubicBezTo>
                    <a:lnTo>
                      <a:pt x="914233" y="1575979"/>
                    </a:lnTo>
                    <a:close/>
                    <a:moveTo>
                      <a:pt x="4365848" y="1574054"/>
                    </a:moveTo>
                    <a:lnTo>
                      <a:pt x="4352096" y="1574054"/>
                    </a:lnTo>
                    <a:lnTo>
                      <a:pt x="4352096" y="1505432"/>
                    </a:lnTo>
                    <a:lnTo>
                      <a:pt x="4365848" y="1505432"/>
                    </a:lnTo>
                    <a:lnTo>
                      <a:pt x="4365848" y="1574054"/>
                    </a:lnTo>
                    <a:close/>
                    <a:moveTo>
                      <a:pt x="3245472" y="1562365"/>
                    </a:moveTo>
                    <a:lnTo>
                      <a:pt x="3231720" y="1562365"/>
                    </a:lnTo>
                    <a:lnTo>
                      <a:pt x="3231720" y="1493742"/>
                    </a:lnTo>
                    <a:lnTo>
                      <a:pt x="3245472" y="1493742"/>
                    </a:lnTo>
                    <a:lnTo>
                      <a:pt x="3245472" y="1562365"/>
                    </a:lnTo>
                    <a:close/>
                    <a:moveTo>
                      <a:pt x="1979738" y="1502406"/>
                    </a:moveTo>
                    <a:lnTo>
                      <a:pt x="1965986" y="1502406"/>
                    </a:lnTo>
                    <a:lnTo>
                      <a:pt x="1965986" y="1433784"/>
                    </a:lnTo>
                    <a:lnTo>
                      <a:pt x="1979738" y="1433784"/>
                    </a:lnTo>
                    <a:lnTo>
                      <a:pt x="1979738" y="1502406"/>
                    </a:lnTo>
                    <a:close/>
                    <a:moveTo>
                      <a:pt x="5467245" y="1463075"/>
                    </a:moveTo>
                    <a:lnTo>
                      <a:pt x="5453493" y="1463075"/>
                    </a:lnTo>
                    <a:lnTo>
                      <a:pt x="5453493" y="1394453"/>
                    </a:lnTo>
                    <a:lnTo>
                      <a:pt x="5467245" y="1394453"/>
                    </a:lnTo>
                    <a:lnTo>
                      <a:pt x="5467245" y="1463075"/>
                    </a:lnTo>
                    <a:close/>
                    <a:moveTo>
                      <a:pt x="885491" y="1444098"/>
                    </a:moveTo>
                    <a:cubicBezTo>
                      <a:pt x="877653" y="1423057"/>
                      <a:pt x="868301" y="1402292"/>
                      <a:pt x="857712" y="1382489"/>
                    </a:cubicBezTo>
                    <a:lnTo>
                      <a:pt x="869814" y="1376025"/>
                    </a:lnTo>
                    <a:cubicBezTo>
                      <a:pt x="880816" y="1396378"/>
                      <a:pt x="890442" y="1417694"/>
                      <a:pt x="898418" y="1439284"/>
                    </a:cubicBezTo>
                    <a:lnTo>
                      <a:pt x="885491" y="1444098"/>
                    </a:lnTo>
                    <a:close/>
                    <a:moveTo>
                      <a:pt x="4365848" y="1436809"/>
                    </a:moveTo>
                    <a:lnTo>
                      <a:pt x="4352096" y="1436809"/>
                    </a:lnTo>
                    <a:lnTo>
                      <a:pt x="4352096" y="1368187"/>
                    </a:lnTo>
                    <a:lnTo>
                      <a:pt x="4365848" y="1368187"/>
                    </a:lnTo>
                    <a:lnTo>
                      <a:pt x="4365848" y="1436809"/>
                    </a:lnTo>
                    <a:close/>
                    <a:moveTo>
                      <a:pt x="3245472" y="1425120"/>
                    </a:moveTo>
                    <a:lnTo>
                      <a:pt x="3231720" y="1425120"/>
                    </a:lnTo>
                    <a:lnTo>
                      <a:pt x="3231720" y="1356497"/>
                    </a:lnTo>
                    <a:lnTo>
                      <a:pt x="3245472" y="1356497"/>
                    </a:lnTo>
                    <a:lnTo>
                      <a:pt x="3245472" y="1425120"/>
                    </a:lnTo>
                    <a:close/>
                    <a:moveTo>
                      <a:pt x="1979738" y="1365161"/>
                    </a:moveTo>
                    <a:lnTo>
                      <a:pt x="1965986" y="1365161"/>
                    </a:lnTo>
                    <a:lnTo>
                      <a:pt x="1965986" y="1296539"/>
                    </a:lnTo>
                    <a:lnTo>
                      <a:pt x="1979738" y="1296539"/>
                    </a:lnTo>
                    <a:lnTo>
                      <a:pt x="1979738" y="1365161"/>
                    </a:lnTo>
                    <a:close/>
                    <a:moveTo>
                      <a:pt x="5467245" y="1325830"/>
                    </a:moveTo>
                    <a:lnTo>
                      <a:pt x="5453493" y="1325830"/>
                    </a:lnTo>
                    <a:lnTo>
                      <a:pt x="5453493" y="1257208"/>
                    </a:lnTo>
                    <a:lnTo>
                      <a:pt x="5467245" y="1257208"/>
                    </a:lnTo>
                    <a:lnTo>
                      <a:pt x="5467245" y="1325830"/>
                    </a:lnTo>
                    <a:close/>
                    <a:moveTo>
                      <a:pt x="821407" y="1325418"/>
                    </a:moveTo>
                    <a:cubicBezTo>
                      <a:pt x="808068" y="1307265"/>
                      <a:pt x="793353" y="1289938"/>
                      <a:pt x="777676" y="1273848"/>
                    </a:cubicBezTo>
                    <a:lnTo>
                      <a:pt x="787577" y="1264221"/>
                    </a:lnTo>
                    <a:cubicBezTo>
                      <a:pt x="803667" y="1280724"/>
                      <a:pt x="818794" y="1298601"/>
                      <a:pt x="832546" y="1317167"/>
                    </a:cubicBezTo>
                    <a:lnTo>
                      <a:pt x="821407" y="1325280"/>
                    </a:lnTo>
                    <a:close/>
                    <a:moveTo>
                      <a:pt x="4365710" y="1299427"/>
                    </a:moveTo>
                    <a:lnTo>
                      <a:pt x="4351958" y="1299427"/>
                    </a:lnTo>
                    <a:lnTo>
                      <a:pt x="4351958" y="1230804"/>
                    </a:lnTo>
                    <a:lnTo>
                      <a:pt x="4365710" y="1230804"/>
                    </a:lnTo>
                    <a:lnTo>
                      <a:pt x="4365710" y="1299427"/>
                    </a:lnTo>
                    <a:close/>
                    <a:moveTo>
                      <a:pt x="3245335" y="1287737"/>
                    </a:moveTo>
                    <a:lnTo>
                      <a:pt x="3231583" y="1287737"/>
                    </a:lnTo>
                    <a:lnTo>
                      <a:pt x="3231583" y="1219115"/>
                    </a:lnTo>
                    <a:lnTo>
                      <a:pt x="3245335" y="1219115"/>
                    </a:lnTo>
                    <a:lnTo>
                      <a:pt x="3245335" y="1287737"/>
                    </a:lnTo>
                    <a:close/>
                    <a:moveTo>
                      <a:pt x="727206" y="1228741"/>
                    </a:moveTo>
                    <a:cubicBezTo>
                      <a:pt x="709466" y="1214989"/>
                      <a:pt x="690488" y="1202337"/>
                      <a:pt x="670960" y="1191061"/>
                    </a:cubicBezTo>
                    <a:lnTo>
                      <a:pt x="677836" y="1179097"/>
                    </a:lnTo>
                    <a:cubicBezTo>
                      <a:pt x="697914" y="1190648"/>
                      <a:pt x="717304" y="1203575"/>
                      <a:pt x="735595" y="1217740"/>
                    </a:cubicBezTo>
                    <a:lnTo>
                      <a:pt x="727206" y="1228604"/>
                    </a:lnTo>
                    <a:close/>
                    <a:moveTo>
                      <a:pt x="1979738" y="1227779"/>
                    </a:moveTo>
                    <a:lnTo>
                      <a:pt x="1965986" y="1227779"/>
                    </a:lnTo>
                    <a:lnTo>
                      <a:pt x="1965986" y="1159156"/>
                    </a:lnTo>
                    <a:lnTo>
                      <a:pt x="1979738" y="1159156"/>
                    </a:lnTo>
                    <a:lnTo>
                      <a:pt x="1979738" y="1227779"/>
                    </a:lnTo>
                    <a:close/>
                    <a:moveTo>
                      <a:pt x="5467245" y="1188448"/>
                    </a:moveTo>
                    <a:lnTo>
                      <a:pt x="5453493" y="1188448"/>
                    </a:lnTo>
                    <a:lnTo>
                      <a:pt x="5453493" y="1119825"/>
                    </a:lnTo>
                    <a:lnTo>
                      <a:pt x="5467245" y="1119825"/>
                    </a:lnTo>
                    <a:lnTo>
                      <a:pt x="5467245" y="1188448"/>
                    </a:lnTo>
                    <a:close/>
                    <a:moveTo>
                      <a:pt x="4365848" y="1162182"/>
                    </a:moveTo>
                    <a:lnTo>
                      <a:pt x="4352096" y="1162182"/>
                    </a:lnTo>
                    <a:lnTo>
                      <a:pt x="4352096" y="1114187"/>
                    </a:lnTo>
                    <a:cubicBezTo>
                      <a:pt x="4352096" y="1107174"/>
                      <a:pt x="4352096" y="1100298"/>
                      <a:pt x="4352508" y="1093284"/>
                    </a:cubicBezTo>
                    <a:lnTo>
                      <a:pt x="4366260" y="1093834"/>
                    </a:lnTo>
                    <a:cubicBezTo>
                      <a:pt x="4365985" y="1100573"/>
                      <a:pt x="4365848" y="1107311"/>
                      <a:pt x="4365848" y="1114187"/>
                    </a:cubicBezTo>
                    <a:lnTo>
                      <a:pt x="4365848" y="1162182"/>
                    </a:lnTo>
                    <a:close/>
                    <a:moveTo>
                      <a:pt x="610176" y="1161769"/>
                    </a:moveTo>
                    <a:cubicBezTo>
                      <a:pt x="589273" y="1153380"/>
                      <a:pt x="567545" y="1146504"/>
                      <a:pt x="545817" y="1141141"/>
                    </a:cubicBezTo>
                    <a:lnTo>
                      <a:pt x="549117" y="1127802"/>
                    </a:lnTo>
                    <a:cubicBezTo>
                      <a:pt x="571533" y="1133302"/>
                      <a:pt x="593811" y="1140453"/>
                      <a:pt x="615402" y="1148980"/>
                    </a:cubicBezTo>
                    <a:lnTo>
                      <a:pt x="610314" y="1161769"/>
                    </a:lnTo>
                    <a:close/>
                    <a:moveTo>
                      <a:pt x="3245472" y="1150492"/>
                    </a:moveTo>
                    <a:lnTo>
                      <a:pt x="3231720" y="1150492"/>
                    </a:lnTo>
                    <a:lnTo>
                      <a:pt x="3231720" y="1081870"/>
                    </a:lnTo>
                    <a:lnTo>
                      <a:pt x="3245472" y="1081870"/>
                    </a:lnTo>
                    <a:lnTo>
                      <a:pt x="3245472" y="1150492"/>
                    </a:lnTo>
                    <a:close/>
                    <a:moveTo>
                      <a:pt x="479120" y="1129727"/>
                    </a:moveTo>
                    <a:cubicBezTo>
                      <a:pt x="462892" y="1128077"/>
                      <a:pt x="446527" y="1127252"/>
                      <a:pt x="430163" y="1127252"/>
                    </a:cubicBezTo>
                    <a:lnTo>
                      <a:pt x="411322" y="1127252"/>
                    </a:lnTo>
                    <a:lnTo>
                      <a:pt x="411322" y="1113500"/>
                    </a:lnTo>
                    <a:lnTo>
                      <a:pt x="430163" y="1113500"/>
                    </a:lnTo>
                    <a:cubicBezTo>
                      <a:pt x="446940" y="1113500"/>
                      <a:pt x="463855" y="1114325"/>
                      <a:pt x="480495" y="1115975"/>
                    </a:cubicBezTo>
                    <a:lnTo>
                      <a:pt x="479120" y="1129727"/>
                    </a:lnTo>
                    <a:close/>
                    <a:moveTo>
                      <a:pt x="342700" y="1127252"/>
                    </a:moveTo>
                    <a:lnTo>
                      <a:pt x="274077" y="1127252"/>
                    </a:lnTo>
                    <a:lnTo>
                      <a:pt x="274077" y="1113500"/>
                    </a:lnTo>
                    <a:lnTo>
                      <a:pt x="342700" y="1113500"/>
                    </a:lnTo>
                    <a:lnTo>
                      <a:pt x="342700" y="1127252"/>
                    </a:lnTo>
                    <a:close/>
                    <a:moveTo>
                      <a:pt x="205455" y="1127252"/>
                    </a:moveTo>
                    <a:lnTo>
                      <a:pt x="136832" y="1127252"/>
                    </a:lnTo>
                    <a:lnTo>
                      <a:pt x="136832" y="1113500"/>
                    </a:lnTo>
                    <a:lnTo>
                      <a:pt x="205455" y="1113500"/>
                    </a:lnTo>
                    <a:lnTo>
                      <a:pt x="205455" y="1127252"/>
                    </a:lnTo>
                    <a:close/>
                    <a:moveTo>
                      <a:pt x="68210" y="1127252"/>
                    </a:moveTo>
                    <a:lnTo>
                      <a:pt x="0" y="1127252"/>
                    </a:lnTo>
                    <a:lnTo>
                      <a:pt x="0" y="1113500"/>
                    </a:lnTo>
                    <a:lnTo>
                      <a:pt x="68622" y="1113500"/>
                    </a:lnTo>
                    <a:lnTo>
                      <a:pt x="68622" y="1127252"/>
                    </a:lnTo>
                    <a:close/>
                    <a:moveTo>
                      <a:pt x="1979738" y="1090534"/>
                    </a:moveTo>
                    <a:lnTo>
                      <a:pt x="1965986" y="1090534"/>
                    </a:lnTo>
                    <a:lnTo>
                      <a:pt x="1965986" y="1021911"/>
                    </a:lnTo>
                    <a:lnTo>
                      <a:pt x="1979738" y="1021911"/>
                    </a:lnTo>
                    <a:lnTo>
                      <a:pt x="1979738" y="1090534"/>
                    </a:lnTo>
                    <a:close/>
                    <a:moveTo>
                      <a:pt x="5449918" y="1052166"/>
                    </a:moveTo>
                    <a:cubicBezTo>
                      <a:pt x="5447442" y="1029750"/>
                      <a:pt x="5443455" y="1007334"/>
                      <a:pt x="5438091" y="985468"/>
                    </a:cubicBezTo>
                    <a:lnTo>
                      <a:pt x="5451430" y="982168"/>
                    </a:lnTo>
                    <a:cubicBezTo>
                      <a:pt x="5456931" y="1004584"/>
                      <a:pt x="5460919" y="1027549"/>
                      <a:pt x="5463532" y="1050515"/>
                    </a:cubicBezTo>
                    <a:lnTo>
                      <a:pt x="5449918" y="1052028"/>
                    </a:lnTo>
                    <a:close/>
                    <a:moveTo>
                      <a:pt x="4372724" y="1026449"/>
                    </a:moveTo>
                    <a:lnTo>
                      <a:pt x="4359109" y="1024249"/>
                    </a:lnTo>
                    <a:cubicBezTo>
                      <a:pt x="4362822" y="1001421"/>
                      <a:pt x="4367910" y="978730"/>
                      <a:pt x="4374511" y="956589"/>
                    </a:cubicBezTo>
                    <a:lnTo>
                      <a:pt x="4387713" y="960440"/>
                    </a:lnTo>
                    <a:cubicBezTo>
                      <a:pt x="4381387" y="982030"/>
                      <a:pt x="4376299" y="1004171"/>
                      <a:pt x="4372724" y="1026449"/>
                    </a:cubicBezTo>
                    <a:close/>
                    <a:moveTo>
                      <a:pt x="3245335" y="1013247"/>
                    </a:moveTo>
                    <a:lnTo>
                      <a:pt x="3231583" y="1013247"/>
                    </a:lnTo>
                    <a:lnTo>
                      <a:pt x="3231583" y="944625"/>
                    </a:lnTo>
                    <a:lnTo>
                      <a:pt x="3245335" y="944625"/>
                    </a:lnTo>
                    <a:lnTo>
                      <a:pt x="3245335" y="1013247"/>
                    </a:lnTo>
                    <a:close/>
                    <a:moveTo>
                      <a:pt x="1979600" y="953289"/>
                    </a:moveTo>
                    <a:lnTo>
                      <a:pt x="1965848" y="953289"/>
                    </a:lnTo>
                    <a:lnTo>
                      <a:pt x="1965848" y="884666"/>
                    </a:lnTo>
                    <a:lnTo>
                      <a:pt x="1979600" y="884666"/>
                    </a:lnTo>
                    <a:lnTo>
                      <a:pt x="1979600" y="953289"/>
                    </a:lnTo>
                    <a:close/>
                    <a:moveTo>
                      <a:pt x="5417876" y="920834"/>
                    </a:moveTo>
                    <a:cubicBezTo>
                      <a:pt x="5409900" y="899793"/>
                      <a:pt x="5400411" y="879028"/>
                      <a:pt x="5389822" y="859225"/>
                    </a:cubicBezTo>
                    <a:lnTo>
                      <a:pt x="5401923" y="852761"/>
                    </a:lnTo>
                    <a:cubicBezTo>
                      <a:pt x="5412787" y="873115"/>
                      <a:pt x="5422414" y="894430"/>
                      <a:pt x="5430665" y="916021"/>
                    </a:cubicBezTo>
                    <a:lnTo>
                      <a:pt x="5417738" y="920971"/>
                    </a:lnTo>
                    <a:close/>
                    <a:moveTo>
                      <a:pt x="4410817" y="896768"/>
                    </a:moveTo>
                    <a:lnTo>
                      <a:pt x="4398165" y="891267"/>
                    </a:lnTo>
                    <a:cubicBezTo>
                      <a:pt x="4407379" y="870089"/>
                      <a:pt x="4418105" y="849323"/>
                      <a:pt x="4429932" y="829521"/>
                    </a:cubicBezTo>
                    <a:lnTo>
                      <a:pt x="4441759" y="836534"/>
                    </a:lnTo>
                    <a:cubicBezTo>
                      <a:pt x="4430207" y="855925"/>
                      <a:pt x="4419893" y="876140"/>
                      <a:pt x="4410817" y="896768"/>
                    </a:cubicBezTo>
                    <a:close/>
                    <a:moveTo>
                      <a:pt x="3245335" y="876002"/>
                    </a:moveTo>
                    <a:lnTo>
                      <a:pt x="3231583" y="876002"/>
                    </a:lnTo>
                    <a:lnTo>
                      <a:pt x="3231583" y="807380"/>
                    </a:lnTo>
                    <a:lnTo>
                      <a:pt x="3245335" y="807380"/>
                    </a:lnTo>
                    <a:lnTo>
                      <a:pt x="3245335" y="876002"/>
                    </a:lnTo>
                    <a:close/>
                    <a:moveTo>
                      <a:pt x="1979600" y="816044"/>
                    </a:moveTo>
                    <a:lnTo>
                      <a:pt x="1965848" y="816044"/>
                    </a:lnTo>
                    <a:lnTo>
                      <a:pt x="1965848" y="747421"/>
                    </a:lnTo>
                    <a:lnTo>
                      <a:pt x="1979600" y="747421"/>
                    </a:lnTo>
                    <a:lnTo>
                      <a:pt x="1979600" y="816044"/>
                    </a:lnTo>
                    <a:close/>
                    <a:moveTo>
                      <a:pt x="5354479" y="801604"/>
                    </a:moveTo>
                    <a:cubicBezTo>
                      <a:pt x="5341552" y="783176"/>
                      <a:pt x="5327250" y="765436"/>
                      <a:pt x="5312123" y="748796"/>
                    </a:cubicBezTo>
                    <a:lnTo>
                      <a:pt x="5322299" y="739583"/>
                    </a:lnTo>
                    <a:cubicBezTo>
                      <a:pt x="5337839" y="756635"/>
                      <a:pt x="5352416" y="774925"/>
                      <a:pt x="5365756" y="793765"/>
                    </a:cubicBezTo>
                    <a:lnTo>
                      <a:pt x="5354479" y="801742"/>
                    </a:lnTo>
                    <a:close/>
                    <a:moveTo>
                      <a:pt x="4479989" y="780701"/>
                    </a:moveTo>
                    <a:lnTo>
                      <a:pt x="4469125" y="772312"/>
                    </a:lnTo>
                    <a:cubicBezTo>
                      <a:pt x="4483290" y="754160"/>
                      <a:pt x="4498692" y="736695"/>
                      <a:pt x="4515057" y="720330"/>
                    </a:cubicBezTo>
                    <a:lnTo>
                      <a:pt x="4524821" y="730094"/>
                    </a:lnTo>
                    <a:cubicBezTo>
                      <a:pt x="4508868" y="746046"/>
                      <a:pt x="4493879" y="763099"/>
                      <a:pt x="4479989" y="780839"/>
                    </a:cubicBezTo>
                    <a:close/>
                    <a:moveTo>
                      <a:pt x="3245335" y="738895"/>
                    </a:moveTo>
                    <a:lnTo>
                      <a:pt x="3231583" y="738895"/>
                    </a:lnTo>
                    <a:lnTo>
                      <a:pt x="3231583" y="670273"/>
                    </a:lnTo>
                    <a:lnTo>
                      <a:pt x="3245335" y="670273"/>
                    </a:lnTo>
                    <a:lnTo>
                      <a:pt x="3245335" y="738895"/>
                    </a:lnTo>
                    <a:close/>
                    <a:moveTo>
                      <a:pt x="5263716" y="701627"/>
                    </a:moveTo>
                    <a:cubicBezTo>
                      <a:pt x="5246526" y="686912"/>
                      <a:pt x="5228373" y="673160"/>
                      <a:pt x="5209671" y="660784"/>
                    </a:cubicBezTo>
                    <a:lnTo>
                      <a:pt x="5217234" y="649369"/>
                    </a:lnTo>
                    <a:cubicBezTo>
                      <a:pt x="5236487" y="662159"/>
                      <a:pt x="5255052" y="676186"/>
                      <a:pt x="5272654" y="691313"/>
                    </a:cubicBezTo>
                    <a:lnTo>
                      <a:pt x="5263716" y="701765"/>
                    </a:lnTo>
                    <a:close/>
                    <a:moveTo>
                      <a:pt x="4575566" y="685125"/>
                    </a:moveTo>
                    <a:lnTo>
                      <a:pt x="4567039" y="674261"/>
                    </a:lnTo>
                    <a:cubicBezTo>
                      <a:pt x="4585330" y="660096"/>
                      <a:pt x="4604583" y="646894"/>
                      <a:pt x="4624385" y="635067"/>
                    </a:cubicBezTo>
                    <a:lnTo>
                      <a:pt x="4631399" y="646894"/>
                    </a:lnTo>
                    <a:cubicBezTo>
                      <a:pt x="4612146" y="658446"/>
                      <a:pt x="4593306" y="671235"/>
                      <a:pt x="4575566" y="685125"/>
                    </a:cubicBezTo>
                    <a:close/>
                    <a:moveTo>
                      <a:pt x="1979600" y="678936"/>
                    </a:moveTo>
                    <a:lnTo>
                      <a:pt x="1965848" y="678936"/>
                    </a:lnTo>
                    <a:lnTo>
                      <a:pt x="1965848" y="639605"/>
                    </a:lnTo>
                    <a:cubicBezTo>
                      <a:pt x="1965848" y="629704"/>
                      <a:pt x="1966124" y="619803"/>
                      <a:pt x="1966536" y="610039"/>
                    </a:cubicBezTo>
                    <a:lnTo>
                      <a:pt x="1980288" y="610726"/>
                    </a:lnTo>
                    <a:cubicBezTo>
                      <a:pt x="1979876" y="620353"/>
                      <a:pt x="1979600" y="629979"/>
                      <a:pt x="1979600" y="639743"/>
                    </a:cubicBezTo>
                    <a:lnTo>
                      <a:pt x="1979600" y="679074"/>
                    </a:lnTo>
                    <a:close/>
                    <a:moveTo>
                      <a:pt x="5150949" y="626954"/>
                    </a:moveTo>
                    <a:cubicBezTo>
                      <a:pt x="5130734" y="616915"/>
                      <a:pt x="5109693" y="608113"/>
                      <a:pt x="5088515" y="600687"/>
                    </a:cubicBezTo>
                    <a:lnTo>
                      <a:pt x="5093053" y="587761"/>
                    </a:lnTo>
                    <a:cubicBezTo>
                      <a:pt x="5114782" y="595324"/>
                      <a:pt x="5136372" y="604400"/>
                      <a:pt x="5157138" y="614714"/>
                    </a:cubicBezTo>
                    <a:lnTo>
                      <a:pt x="5151087" y="627091"/>
                    </a:lnTo>
                    <a:close/>
                    <a:moveTo>
                      <a:pt x="4691632" y="615952"/>
                    </a:moveTo>
                    <a:lnTo>
                      <a:pt x="4686132" y="603300"/>
                    </a:lnTo>
                    <a:cubicBezTo>
                      <a:pt x="4707310" y="594086"/>
                      <a:pt x="4729176" y="585973"/>
                      <a:pt x="4751316" y="579509"/>
                    </a:cubicBezTo>
                    <a:lnTo>
                      <a:pt x="4755167" y="592711"/>
                    </a:lnTo>
                    <a:cubicBezTo>
                      <a:pt x="4733576" y="599037"/>
                      <a:pt x="4712260" y="606876"/>
                      <a:pt x="4691632" y="615952"/>
                    </a:cubicBezTo>
                    <a:close/>
                    <a:moveTo>
                      <a:pt x="3230482" y="602063"/>
                    </a:moveTo>
                    <a:cubicBezTo>
                      <a:pt x="3229107" y="579509"/>
                      <a:pt x="3226632" y="556819"/>
                      <a:pt x="3222781" y="534678"/>
                    </a:cubicBezTo>
                    <a:lnTo>
                      <a:pt x="3236396" y="532340"/>
                    </a:lnTo>
                    <a:cubicBezTo>
                      <a:pt x="3240246" y="555031"/>
                      <a:pt x="3242859" y="578134"/>
                      <a:pt x="3244234" y="601237"/>
                    </a:cubicBezTo>
                    <a:lnTo>
                      <a:pt x="3230482" y="602063"/>
                    </a:lnTo>
                    <a:close/>
                    <a:moveTo>
                      <a:pt x="5023193" y="582397"/>
                    </a:moveTo>
                    <a:cubicBezTo>
                      <a:pt x="5001190" y="577721"/>
                      <a:pt x="4978637" y="574421"/>
                      <a:pt x="4956221" y="572496"/>
                    </a:cubicBezTo>
                    <a:lnTo>
                      <a:pt x="4957321" y="558744"/>
                    </a:lnTo>
                    <a:cubicBezTo>
                      <a:pt x="4980424" y="560669"/>
                      <a:pt x="5003528" y="564107"/>
                      <a:pt x="5025944" y="568920"/>
                    </a:cubicBezTo>
                    <a:lnTo>
                      <a:pt x="5023056" y="582397"/>
                    </a:lnTo>
                    <a:close/>
                    <a:moveTo>
                      <a:pt x="4821177" y="577584"/>
                    </a:moveTo>
                    <a:lnTo>
                      <a:pt x="4818976" y="563969"/>
                    </a:lnTo>
                    <a:cubicBezTo>
                      <a:pt x="4841667" y="560257"/>
                      <a:pt x="4864908" y="557919"/>
                      <a:pt x="4888011" y="557093"/>
                    </a:cubicBezTo>
                    <a:lnTo>
                      <a:pt x="4888561" y="570845"/>
                    </a:lnTo>
                    <a:cubicBezTo>
                      <a:pt x="4866008" y="571671"/>
                      <a:pt x="4843317" y="574009"/>
                      <a:pt x="4821177" y="577584"/>
                    </a:cubicBezTo>
                    <a:close/>
                    <a:moveTo>
                      <a:pt x="1987026" y="543067"/>
                    </a:moveTo>
                    <a:lnTo>
                      <a:pt x="1973412" y="541004"/>
                    </a:lnTo>
                    <a:cubicBezTo>
                      <a:pt x="1976988" y="518175"/>
                      <a:pt x="1981801" y="495347"/>
                      <a:pt x="1987714" y="473206"/>
                    </a:cubicBezTo>
                    <a:lnTo>
                      <a:pt x="2001054" y="476782"/>
                    </a:lnTo>
                    <a:cubicBezTo>
                      <a:pt x="1995278" y="498510"/>
                      <a:pt x="1990464" y="520926"/>
                      <a:pt x="1987026" y="543204"/>
                    </a:cubicBezTo>
                    <a:close/>
                    <a:moveTo>
                      <a:pt x="3207929" y="468393"/>
                    </a:moveTo>
                    <a:cubicBezTo>
                      <a:pt x="3201741" y="446803"/>
                      <a:pt x="3194452" y="425212"/>
                      <a:pt x="3185926" y="404309"/>
                    </a:cubicBezTo>
                    <a:lnTo>
                      <a:pt x="3198715" y="399083"/>
                    </a:lnTo>
                    <a:cubicBezTo>
                      <a:pt x="3207379" y="420536"/>
                      <a:pt x="3214943" y="442539"/>
                      <a:pt x="3221269" y="464680"/>
                    </a:cubicBezTo>
                    <a:lnTo>
                      <a:pt x="3208067" y="468393"/>
                    </a:lnTo>
                    <a:close/>
                    <a:moveTo>
                      <a:pt x="2022232" y="412147"/>
                    </a:moveTo>
                    <a:lnTo>
                      <a:pt x="2009442" y="407197"/>
                    </a:lnTo>
                    <a:cubicBezTo>
                      <a:pt x="2017831" y="385744"/>
                      <a:pt x="2027457" y="364565"/>
                      <a:pt x="2038184" y="344075"/>
                    </a:cubicBezTo>
                    <a:lnTo>
                      <a:pt x="2050423" y="350401"/>
                    </a:lnTo>
                    <a:cubicBezTo>
                      <a:pt x="2039972" y="370479"/>
                      <a:pt x="2030483" y="391244"/>
                      <a:pt x="2022369" y="412147"/>
                    </a:cubicBezTo>
                    <a:close/>
                    <a:moveTo>
                      <a:pt x="3157047" y="342837"/>
                    </a:moveTo>
                    <a:cubicBezTo>
                      <a:pt x="3146320" y="323035"/>
                      <a:pt x="3134493" y="303507"/>
                      <a:pt x="3121704" y="284941"/>
                    </a:cubicBezTo>
                    <a:lnTo>
                      <a:pt x="3132981" y="277103"/>
                    </a:lnTo>
                    <a:cubicBezTo>
                      <a:pt x="3146045" y="296081"/>
                      <a:pt x="3158147" y="316021"/>
                      <a:pt x="3169149" y="336236"/>
                    </a:cubicBezTo>
                    <a:lnTo>
                      <a:pt x="3157047" y="342700"/>
                    </a:lnTo>
                    <a:close/>
                    <a:moveTo>
                      <a:pt x="2084803" y="291955"/>
                    </a:moveTo>
                    <a:lnTo>
                      <a:pt x="2073389" y="284254"/>
                    </a:lnTo>
                    <a:cubicBezTo>
                      <a:pt x="2086178" y="265139"/>
                      <a:pt x="2100206" y="246436"/>
                      <a:pt x="2114920" y="228833"/>
                    </a:cubicBezTo>
                    <a:lnTo>
                      <a:pt x="2125509" y="237635"/>
                    </a:lnTo>
                    <a:cubicBezTo>
                      <a:pt x="2111070" y="254962"/>
                      <a:pt x="2097318" y="273115"/>
                      <a:pt x="2084803" y="291955"/>
                    </a:cubicBezTo>
                    <a:close/>
                    <a:moveTo>
                      <a:pt x="3080173" y="231309"/>
                    </a:moveTo>
                    <a:cubicBezTo>
                      <a:pt x="3065458" y="214256"/>
                      <a:pt x="3049644" y="197754"/>
                      <a:pt x="3033141" y="182351"/>
                    </a:cubicBezTo>
                    <a:lnTo>
                      <a:pt x="3042493" y="172313"/>
                    </a:lnTo>
                    <a:cubicBezTo>
                      <a:pt x="3059270" y="188127"/>
                      <a:pt x="3075497" y="204905"/>
                      <a:pt x="3090487" y="222370"/>
                    </a:cubicBezTo>
                    <a:lnTo>
                      <a:pt x="3080036" y="231309"/>
                    </a:lnTo>
                    <a:close/>
                    <a:moveTo>
                      <a:pt x="2171716" y="188127"/>
                    </a:moveTo>
                    <a:lnTo>
                      <a:pt x="2162227" y="178226"/>
                    </a:lnTo>
                    <a:cubicBezTo>
                      <a:pt x="2178867" y="162274"/>
                      <a:pt x="2196470" y="147009"/>
                      <a:pt x="2214760" y="132982"/>
                    </a:cubicBezTo>
                    <a:lnTo>
                      <a:pt x="2223148" y="143846"/>
                    </a:lnTo>
                    <a:cubicBezTo>
                      <a:pt x="2205271" y="157598"/>
                      <a:pt x="2188081" y="172588"/>
                      <a:pt x="2171716" y="188127"/>
                    </a:cubicBezTo>
                    <a:close/>
                    <a:moveTo>
                      <a:pt x="2981159" y="138758"/>
                    </a:moveTo>
                    <a:cubicBezTo>
                      <a:pt x="2963144" y="125281"/>
                      <a:pt x="2944166" y="112491"/>
                      <a:pt x="2924775" y="100940"/>
                    </a:cubicBezTo>
                    <a:lnTo>
                      <a:pt x="2931789" y="89113"/>
                    </a:lnTo>
                    <a:cubicBezTo>
                      <a:pt x="2951592" y="100940"/>
                      <a:pt x="2970982" y="113867"/>
                      <a:pt x="2989410" y="127756"/>
                    </a:cubicBezTo>
                    <a:lnTo>
                      <a:pt x="2981159" y="138758"/>
                    </a:lnTo>
                    <a:close/>
                    <a:moveTo>
                      <a:pt x="2278844" y="105340"/>
                    </a:moveTo>
                    <a:lnTo>
                      <a:pt x="2271693" y="93651"/>
                    </a:lnTo>
                    <a:cubicBezTo>
                      <a:pt x="2291358" y="81549"/>
                      <a:pt x="2311849" y="70548"/>
                      <a:pt x="2332614" y="60646"/>
                    </a:cubicBezTo>
                    <a:lnTo>
                      <a:pt x="2338528" y="73023"/>
                    </a:lnTo>
                    <a:cubicBezTo>
                      <a:pt x="2318175" y="82649"/>
                      <a:pt x="2298097" y="93514"/>
                      <a:pt x="2278844" y="105203"/>
                    </a:cubicBezTo>
                    <a:close/>
                    <a:moveTo>
                      <a:pt x="2864679" y="69585"/>
                    </a:moveTo>
                    <a:cubicBezTo>
                      <a:pt x="2844189" y="60234"/>
                      <a:pt x="2822873" y="51983"/>
                      <a:pt x="2801558" y="44831"/>
                    </a:cubicBezTo>
                    <a:lnTo>
                      <a:pt x="2805821" y="31767"/>
                    </a:lnTo>
                    <a:cubicBezTo>
                      <a:pt x="2827686" y="38918"/>
                      <a:pt x="2849415" y="47444"/>
                      <a:pt x="2870455" y="57071"/>
                    </a:cubicBezTo>
                    <a:lnTo>
                      <a:pt x="2864817" y="69585"/>
                    </a:lnTo>
                    <a:close/>
                    <a:moveTo>
                      <a:pt x="2401374" y="47582"/>
                    </a:moveTo>
                    <a:lnTo>
                      <a:pt x="2396836" y="34517"/>
                    </a:lnTo>
                    <a:cubicBezTo>
                      <a:pt x="2418564" y="27091"/>
                      <a:pt x="2440980" y="20628"/>
                      <a:pt x="2463533" y="15540"/>
                    </a:cubicBezTo>
                    <a:lnTo>
                      <a:pt x="2466559" y="29017"/>
                    </a:lnTo>
                    <a:cubicBezTo>
                      <a:pt x="2444556" y="33967"/>
                      <a:pt x="2422552" y="40293"/>
                      <a:pt x="2401374" y="47582"/>
                    </a:cubicBezTo>
                    <a:close/>
                    <a:moveTo>
                      <a:pt x="2735961" y="27229"/>
                    </a:moveTo>
                    <a:cubicBezTo>
                      <a:pt x="2713957" y="22553"/>
                      <a:pt x="2691404" y="19115"/>
                      <a:pt x="2668988" y="16777"/>
                    </a:cubicBezTo>
                    <a:lnTo>
                      <a:pt x="2670363" y="3025"/>
                    </a:lnTo>
                    <a:cubicBezTo>
                      <a:pt x="2693329" y="5363"/>
                      <a:pt x="2716433" y="8939"/>
                      <a:pt x="2738848" y="13752"/>
                    </a:cubicBezTo>
                    <a:lnTo>
                      <a:pt x="2735961" y="27229"/>
                    </a:lnTo>
                    <a:close/>
                    <a:moveTo>
                      <a:pt x="2533531" y="17740"/>
                    </a:moveTo>
                    <a:lnTo>
                      <a:pt x="2532018" y="4126"/>
                    </a:lnTo>
                    <a:cubicBezTo>
                      <a:pt x="2554847" y="1513"/>
                      <a:pt x="2578088" y="137"/>
                      <a:pt x="2601191" y="0"/>
                    </a:cubicBezTo>
                    <a:lnTo>
                      <a:pt x="2601191" y="13752"/>
                    </a:lnTo>
                    <a:cubicBezTo>
                      <a:pt x="2578638" y="13889"/>
                      <a:pt x="2555947" y="15265"/>
                      <a:pt x="2533531" y="17878"/>
                    </a:cubicBezTo>
                    <a:close/>
                  </a:path>
                </a:pathLst>
              </a:custGeom>
              <a:solidFill>
                <a:schemeClr val="bg1"/>
              </a:solidFill>
              <a:ln w="137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18EC9E7-1562-45DD-B6FA-1162698366F0}"/>
                  </a:ext>
                </a:extLst>
              </p:cNvPr>
              <p:cNvSpPr/>
              <p:nvPr/>
            </p:nvSpPr>
            <p:spPr>
              <a:xfrm>
                <a:off x="8974145" y="3941185"/>
                <a:ext cx="34380" cy="13752"/>
              </a:xfrm>
              <a:custGeom>
                <a:avLst/>
                <a:gdLst>
                  <a:gd name="connsiteX0" fmla="*/ 0 w 34380"/>
                  <a:gd name="connsiteY0" fmla="*/ 0 h 13752"/>
                  <a:gd name="connsiteX1" fmla="*/ 34380 w 34380"/>
                  <a:gd name="connsiteY1" fmla="*/ 0 h 13752"/>
                  <a:gd name="connsiteX2" fmla="*/ 34380 w 34380"/>
                  <a:gd name="connsiteY2" fmla="*/ 13752 h 13752"/>
                  <a:gd name="connsiteX3" fmla="*/ 0 w 34380"/>
                  <a:gd name="connsiteY3" fmla="*/ 13752 h 13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380" h="13752">
                    <a:moveTo>
                      <a:pt x="0" y="0"/>
                    </a:moveTo>
                    <a:lnTo>
                      <a:pt x="34380" y="0"/>
                    </a:lnTo>
                    <a:lnTo>
                      <a:pt x="34380" y="13752"/>
                    </a:lnTo>
                    <a:lnTo>
                      <a:pt x="0" y="13752"/>
                    </a:lnTo>
                    <a:close/>
                  </a:path>
                </a:pathLst>
              </a:custGeom>
              <a:solidFill>
                <a:srgbClr val="FFE650"/>
              </a:solidFill>
              <a:ln w="137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C375DC6-7FB8-4BA0-BAC3-B1FF503931DC}"/>
              </a:ext>
            </a:extLst>
          </p:cNvPr>
          <p:cNvGrpSpPr/>
          <p:nvPr/>
        </p:nvGrpSpPr>
        <p:grpSpPr>
          <a:xfrm>
            <a:off x="8385990" y="2195545"/>
            <a:ext cx="2985135" cy="1011980"/>
            <a:chOff x="1457324" y="3390900"/>
            <a:chExt cx="2985135" cy="1011980"/>
          </a:xfrm>
        </p:grpSpPr>
        <p:sp>
          <p:nvSpPr>
            <p:cNvPr id="17" name="Google Shape;398;p18">
              <a:extLst>
                <a:ext uri="{FF2B5EF4-FFF2-40B4-BE49-F238E27FC236}">
                  <a16:creationId xmlns:a16="http://schemas.microsoft.com/office/drawing/2014/main" id="{2BE8F6A1-2735-42D6-AC61-0D88A2575AE7}"/>
                </a:ext>
              </a:extLst>
            </p:cNvPr>
            <p:cNvSpPr/>
            <p:nvPr/>
          </p:nvSpPr>
          <p:spPr>
            <a:xfrm>
              <a:off x="1457324" y="3390900"/>
              <a:ext cx="2985135" cy="1011980"/>
            </a:xfrm>
            <a:prstGeom prst="wedgeRoundRectCallout">
              <a:avLst>
                <a:gd name="adj1" fmla="val -55857"/>
                <a:gd name="adj2" fmla="val -22304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53B5768-DB4B-46B6-9284-9ED6B36345BD}"/>
                </a:ext>
              </a:extLst>
            </p:cNvPr>
            <p:cNvGrpSpPr/>
            <p:nvPr/>
          </p:nvGrpSpPr>
          <p:grpSpPr>
            <a:xfrm>
              <a:off x="1571219" y="3516813"/>
              <a:ext cx="2674164" cy="760154"/>
              <a:chOff x="1469203" y="3516813"/>
              <a:chExt cx="2674164" cy="760154"/>
            </a:xfrm>
          </p:grpSpPr>
          <p:sp>
            <p:nvSpPr>
              <p:cNvPr id="19" name="Google Shape;399;p18">
                <a:extLst>
                  <a:ext uri="{FF2B5EF4-FFF2-40B4-BE49-F238E27FC236}">
                    <a16:creationId xmlns:a16="http://schemas.microsoft.com/office/drawing/2014/main" id="{D69FC513-1A60-4BC3-AE07-6DCF3952C6AB}"/>
                  </a:ext>
                </a:extLst>
              </p:cNvPr>
              <p:cNvSpPr/>
              <p:nvPr/>
            </p:nvSpPr>
            <p:spPr>
              <a:xfrm>
                <a:off x="398136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0" name="Google Shape;400;p18">
                <a:extLst>
                  <a:ext uri="{FF2B5EF4-FFF2-40B4-BE49-F238E27FC236}">
                    <a16:creationId xmlns:a16="http://schemas.microsoft.com/office/drawing/2014/main" id="{7FC91BB2-229F-4044-901B-DE66E71CC5F9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 xml:space="preserve">Bagian Pertama</a:t>
                </a:r>
              </a:p>
            </p:txBody>
          </p:sp>
          <p:sp>
            <p:nvSpPr>
              <p:cNvPr id="21" name="Google Shape;401;p18">
                <a:extLst>
                  <a:ext uri="{FF2B5EF4-FFF2-40B4-BE49-F238E27FC236}">
                    <a16:creationId xmlns:a16="http://schemas.microsoft.com/office/drawing/2014/main" id="{7E9F531F-3C12-4440-82D5-9DED38262793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 xml:space="preserve">F'(x)=f(x)</a:t>
                </a:r>
              </a:p>
            </p:txBody>
          </p:sp>
          <p:cxnSp>
            <p:nvCxnSpPr>
              <p:cNvPr id="22" name="Google Shape;402;p18">
                <a:extLst>
                  <a:ext uri="{FF2B5EF4-FFF2-40B4-BE49-F238E27FC236}">
                    <a16:creationId xmlns:a16="http://schemas.microsoft.com/office/drawing/2014/main" id="{6AD0DCDD-BF2B-4ECE-A88C-60E263046F1B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8ADC0F1-BB78-4579-8CEE-F55DC4182CA8}"/>
              </a:ext>
            </a:extLst>
          </p:cNvPr>
          <p:cNvGrpSpPr/>
          <p:nvPr/>
        </p:nvGrpSpPr>
        <p:grpSpPr>
          <a:xfrm>
            <a:off x="1622333" y="1089025"/>
            <a:ext cx="2985135" cy="1011980"/>
            <a:chOff x="1457324" y="3390900"/>
            <a:chExt cx="2985135" cy="1011980"/>
          </a:xfrm>
        </p:grpSpPr>
        <p:sp>
          <p:nvSpPr>
            <p:cNvPr id="24" name="Google Shape;398;p18">
              <a:extLst>
                <a:ext uri="{FF2B5EF4-FFF2-40B4-BE49-F238E27FC236}">
                  <a16:creationId xmlns:a16="http://schemas.microsoft.com/office/drawing/2014/main" id="{A3A6872C-6523-431F-A5DB-3E8A855068F4}"/>
                </a:ext>
              </a:extLst>
            </p:cNvPr>
            <p:cNvSpPr/>
            <p:nvPr/>
          </p:nvSpPr>
          <p:spPr>
            <a:xfrm>
              <a:off x="1457324" y="3390900"/>
              <a:ext cx="2985135" cy="1011980"/>
            </a:xfrm>
            <a:prstGeom prst="wedgeRoundRectCallout">
              <a:avLst>
                <a:gd name="adj1" fmla="val 53827"/>
                <a:gd name="adj2" fmla="val 18169"/>
                <a:gd name="adj3" fmla="val 16667"/>
              </a:avLst>
            </a:prstGeom>
            <a:solidFill>
              <a:schemeClr val="accent1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bg1"/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28201C4-9734-4713-A23F-7FDC112D52D2}"/>
                </a:ext>
              </a:extLst>
            </p:cNvPr>
            <p:cNvGrpSpPr/>
            <p:nvPr/>
          </p:nvGrpSpPr>
          <p:grpSpPr>
            <a:xfrm>
              <a:off x="1571219" y="3516813"/>
              <a:ext cx="2674164" cy="760154"/>
              <a:chOff x="1469203" y="3516813"/>
              <a:chExt cx="2674164" cy="760154"/>
            </a:xfrm>
          </p:grpSpPr>
          <p:sp>
            <p:nvSpPr>
              <p:cNvPr id="26" name="Google Shape;399;p18">
                <a:extLst>
                  <a:ext uri="{FF2B5EF4-FFF2-40B4-BE49-F238E27FC236}">
                    <a16:creationId xmlns:a16="http://schemas.microsoft.com/office/drawing/2014/main" id="{E3991B6B-C1FB-444B-9923-117272252634}"/>
                  </a:ext>
                </a:extLst>
              </p:cNvPr>
              <p:cNvSpPr/>
              <p:nvPr/>
            </p:nvSpPr>
            <p:spPr>
              <a:xfrm>
                <a:off x="398136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7" name="Google Shape;400;p18">
                <a:extLst>
                  <a:ext uri="{FF2B5EF4-FFF2-40B4-BE49-F238E27FC236}">
                    <a16:creationId xmlns:a16="http://schemas.microsoft.com/office/drawing/2014/main" id="{FA72E20C-EE58-4C36-B771-6C35644D584A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 xml:space="preserve">Bagian Kedua</a:t>
                </a:r>
              </a:p>
            </p:txBody>
          </p:sp>
          <p:sp>
            <p:nvSpPr>
              <p:cNvPr id="28" name="Google Shape;401;p18">
                <a:extLst>
                  <a:ext uri="{FF2B5EF4-FFF2-40B4-BE49-F238E27FC236}">
                    <a16:creationId xmlns:a16="http://schemas.microsoft.com/office/drawing/2014/main" id="{75717ED5-AE6E-4BE7-9B34-46EC71DFA06B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 xml:space="preserve">∫f(x)dx</a:t>
                </a:r>
              </a:p>
            </p:txBody>
          </p:sp>
          <p:cxnSp>
            <p:nvCxnSpPr>
              <p:cNvPr id="29" name="Google Shape;402;p18">
                <a:extLst>
                  <a:ext uri="{FF2B5EF4-FFF2-40B4-BE49-F238E27FC236}">
                    <a16:creationId xmlns:a16="http://schemas.microsoft.com/office/drawing/2014/main" id="{E33FD4C7-6A29-46E0-B23D-D890B94548DE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1DA37D7-F286-422D-92F7-3EAAD3DCF806}"/>
              </a:ext>
            </a:extLst>
          </p:cNvPr>
          <p:cNvGrpSpPr/>
          <p:nvPr/>
        </p:nvGrpSpPr>
        <p:grpSpPr>
          <a:xfrm>
            <a:off x="948294" y="3426086"/>
            <a:ext cx="2985135" cy="1011980"/>
            <a:chOff x="1457324" y="3390900"/>
            <a:chExt cx="2985135" cy="1011980"/>
          </a:xfrm>
        </p:grpSpPr>
        <p:sp>
          <p:nvSpPr>
            <p:cNvPr id="31" name="Google Shape;398;p18">
              <a:extLst>
                <a:ext uri="{FF2B5EF4-FFF2-40B4-BE49-F238E27FC236}">
                  <a16:creationId xmlns:a16="http://schemas.microsoft.com/office/drawing/2014/main" id="{72ECA429-9266-4134-9680-F8247D4EF557}"/>
                </a:ext>
              </a:extLst>
            </p:cNvPr>
            <p:cNvSpPr/>
            <p:nvPr/>
          </p:nvSpPr>
          <p:spPr>
            <a:xfrm>
              <a:off x="1457324" y="3390900"/>
              <a:ext cx="2985135" cy="1011980"/>
            </a:xfrm>
            <a:prstGeom prst="wedgeRoundRectCallout">
              <a:avLst>
                <a:gd name="adj1" fmla="val 53694"/>
                <a:gd name="adj2" fmla="val 21934"/>
                <a:gd name="adj3" fmla="val 16667"/>
              </a:avLst>
            </a:prstGeom>
            <a:solidFill>
              <a:schemeClr val="accent1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bg1"/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BD084D4-F0CC-40BA-988E-4044E885B1AE}"/>
                </a:ext>
              </a:extLst>
            </p:cNvPr>
            <p:cNvGrpSpPr/>
            <p:nvPr/>
          </p:nvGrpSpPr>
          <p:grpSpPr>
            <a:xfrm>
              <a:off x="1571219" y="3516813"/>
              <a:ext cx="2674164" cy="760154"/>
              <a:chOff x="1469203" y="3516813"/>
              <a:chExt cx="2674164" cy="760154"/>
            </a:xfrm>
          </p:grpSpPr>
          <p:sp>
            <p:nvSpPr>
              <p:cNvPr id="33" name="Google Shape;399;p18">
                <a:extLst>
                  <a:ext uri="{FF2B5EF4-FFF2-40B4-BE49-F238E27FC236}">
                    <a16:creationId xmlns:a16="http://schemas.microsoft.com/office/drawing/2014/main" id="{4B3F5B86-6A68-4B44-9348-6BA875C453C4}"/>
                  </a:ext>
                </a:extLst>
              </p:cNvPr>
              <p:cNvSpPr/>
              <p:nvPr/>
            </p:nvSpPr>
            <p:spPr>
              <a:xfrm>
                <a:off x="398136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34" name="Google Shape;400;p18">
                <a:extLst>
                  <a:ext uri="{FF2B5EF4-FFF2-40B4-BE49-F238E27FC236}">
                    <a16:creationId xmlns:a16="http://schemas.microsoft.com/office/drawing/2014/main" id="{72A5A697-425D-4D14-AF7D-C134C31D317E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 xml:space="preserve">Hubungan</a:t>
                </a:r>
              </a:p>
            </p:txBody>
          </p:sp>
          <p:sp>
            <p:nvSpPr>
              <p:cNvPr id="35" name="Google Shape;401;p18">
                <a:extLst>
                  <a:ext uri="{FF2B5EF4-FFF2-40B4-BE49-F238E27FC236}">
                    <a16:creationId xmlns:a16="http://schemas.microsoft.com/office/drawing/2014/main" id="{9389662C-32E1-4007-AC57-3B584FEE5A8B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 xml:space="preserve">F(b)-F(a)</a:t>
                </a:r>
              </a:p>
            </p:txBody>
          </p:sp>
          <p:cxnSp>
            <p:nvCxnSpPr>
              <p:cNvPr id="36" name="Google Shape;402;p18">
                <a:extLst>
                  <a:ext uri="{FF2B5EF4-FFF2-40B4-BE49-F238E27FC236}">
                    <a16:creationId xmlns:a16="http://schemas.microsoft.com/office/drawing/2014/main" id="{0DD1662B-75DD-4E91-BE8C-93B18CA8FF7F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96DD89D-B802-42A6-AF25-A263ED4E4D56}"/>
              </a:ext>
            </a:extLst>
          </p:cNvPr>
          <p:cNvGrpSpPr/>
          <p:nvPr/>
        </p:nvGrpSpPr>
        <p:grpSpPr>
          <a:xfrm>
            <a:off x="7820388" y="4551204"/>
            <a:ext cx="2985135" cy="1011980"/>
            <a:chOff x="1457324" y="3390900"/>
            <a:chExt cx="2985135" cy="1011980"/>
          </a:xfrm>
        </p:grpSpPr>
        <p:sp>
          <p:nvSpPr>
            <p:cNvPr id="38" name="Google Shape;398;p18">
              <a:extLst>
                <a:ext uri="{FF2B5EF4-FFF2-40B4-BE49-F238E27FC236}">
                  <a16:creationId xmlns:a16="http://schemas.microsoft.com/office/drawing/2014/main" id="{071D03DF-5A6C-4D47-8B66-D648AD8C53F3}"/>
                </a:ext>
              </a:extLst>
            </p:cNvPr>
            <p:cNvSpPr/>
            <p:nvPr/>
          </p:nvSpPr>
          <p:spPr>
            <a:xfrm>
              <a:off x="1457324" y="3390900"/>
              <a:ext cx="2985135" cy="1011980"/>
            </a:xfrm>
            <a:prstGeom prst="wedgeRoundRectCallout">
              <a:avLst>
                <a:gd name="adj1" fmla="val -55857"/>
                <a:gd name="adj2" fmla="val -22304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/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4267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A9745A9-3D71-49E7-B268-6D03F450D458}"/>
                </a:ext>
              </a:extLst>
            </p:cNvPr>
            <p:cNvGrpSpPr/>
            <p:nvPr/>
          </p:nvGrpSpPr>
          <p:grpSpPr>
            <a:xfrm>
              <a:off x="1571219" y="3516813"/>
              <a:ext cx="2674164" cy="760154"/>
              <a:chOff x="1469203" y="3516813"/>
              <a:chExt cx="2674164" cy="760154"/>
            </a:xfrm>
          </p:grpSpPr>
          <p:sp>
            <p:nvSpPr>
              <p:cNvPr id="40" name="Google Shape;399;p18">
                <a:extLst>
                  <a:ext uri="{FF2B5EF4-FFF2-40B4-BE49-F238E27FC236}">
                    <a16:creationId xmlns:a16="http://schemas.microsoft.com/office/drawing/2014/main" id="{7818B955-680D-41A1-9BBD-D9E16DBF39B6}"/>
                  </a:ext>
                </a:extLst>
              </p:cNvPr>
              <p:cNvSpPr/>
              <p:nvPr/>
            </p:nvSpPr>
            <p:spPr>
              <a:xfrm>
                <a:off x="3981367" y="3569290"/>
                <a:ext cx="162000" cy="140400"/>
              </a:xfrm>
              <a:prstGeom prst="triangle">
                <a:avLst>
                  <a:gd name="adj" fmla="val 5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>
                <a:outerShdw blurRad="585788" dist="171450" dir="5580000" algn="bl" rotWithShape="0">
                  <a:srgbClr val="000000">
                    <a:alpha val="8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41" name="Google Shape;400;p18">
                <a:extLst>
                  <a:ext uri="{FF2B5EF4-FFF2-40B4-BE49-F238E27FC236}">
                    <a16:creationId xmlns:a16="http://schemas.microsoft.com/office/drawing/2014/main" id="{2E711B03-9B93-46C9-AA8B-8E0D001EF786}"/>
                  </a:ext>
                </a:extLst>
              </p:cNvPr>
              <p:cNvSpPr txBox="1"/>
              <p:nvPr/>
            </p:nvSpPr>
            <p:spPr>
              <a:xfrm>
                <a:off x="1469203" y="3614690"/>
                <a:ext cx="813071" cy="547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 xml:space="preserve">Kesimpulan</a:t>
                </a:r>
              </a:p>
            </p:txBody>
          </p:sp>
          <p:sp>
            <p:nvSpPr>
              <p:cNvPr id="42" name="Google Shape;401;p18">
                <a:extLst>
                  <a:ext uri="{FF2B5EF4-FFF2-40B4-BE49-F238E27FC236}">
                    <a16:creationId xmlns:a16="http://schemas.microsoft.com/office/drawing/2014/main" id="{335DA401-F215-4797-88FD-01AAB322A0E3}"/>
                  </a:ext>
                </a:extLst>
              </p:cNvPr>
              <p:cNvSpPr txBox="1"/>
              <p:nvPr/>
            </p:nvSpPr>
            <p:spPr>
              <a:xfrm>
                <a:off x="2319745" y="3516813"/>
                <a:ext cx="1680992" cy="760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GB" sz="3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rPr>
                  <a:t xml:space="preserve">Anti-drvt</a:t>
                </a:r>
              </a:p>
            </p:txBody>
          </p:sp>
          <p:cxnSp>
            <p:nvCxnSpPr>
              <p:cNvPr id="43" name="Google Shape;402;p18">
                <a:extLst>
                  <a:ext uri="{FF2B5EF4-FFF2-40B4-BE49-F238E27FC236}">
                    <a16:creationId xmlns:a16="http://schemas.microsoft.com/office/drawing/2014/main" id="{7820055B-748B-49DE-A8C0-386B143EDA49}"/>
                  </a:ext>
                </a:extLst>
              </p:cNvPr>
              <p:cNvCxnSpPr/>
              <p:nvPr/>
            </p:nvCxnSpPr>
            <p:spPr>
              <a:xfrm>
                <a:off x="2288556" y="3569290"/>
                <a:ext cx="0" cy="65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4" name="Graphic 4">
            <a:extLst>
              <a:ext uri="{FF2B5EF4-FFF2-40B4-BE49-F238E27FC236}">
                <a16:creationId xmlns:a16="http://schemas.microsoft.com/office/drawing/2014/main" id="{98B10029-EC42-4BE1-98E6-1C2349BD431F}"/>
              </a:ext>
            </a:extLst>
          </p:cNvPr>
          <p:cNvGrpSpPr/>
          <p:nvPr/>
        </p:nvGrpSpPr>
        <p:grpSpPr>
          <a:xfrm>
            <a:off x="5121918" y="1304309"/>
            <a:ext cx="375935" cy="564800"/>
            <a:chOff x="9268674" y="75498"/>
            <a:chExt cx="614121" cy="92264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4165F28-F681-4CF3-8714-1694EF96A229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94FEFDC-55A6-47BE-B292-79E9B710659F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85A3CBB-5B4C-4E3B-96DC-CFEADD575317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aphic 4">
            <a:extLst>
              <a:ext uri="{FF2B5EF4-FFF2-40B4-BE49-F238E27FC236}">
                <a16:creationId xmlns:a16="http://schemas.microsoft.com/office/drawing/2014/main" id="{833AC113-AC8A-4D48-8ECA-8ED36B7381BE}"/>
              </a:ext>
            </a:extLst>
          </p:cNvPr>
          <p:cNvGrpSpPr/>
          <p:nvPr/>
        </p:nvGrpSpPr>
        <p:grpSpPr>
          <a:xfrm>
            <a:off x="7686779" y="2373935"/>
            <a:ext cx="375935" cy="564800"/>
            <a:chOff x="9268674" y="75498"/>
            <a:chExt cx="614121" cy="92264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10BA817-873D-4C88-9285-EA6A32F875DE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A5D0647-1DD4-47B5-8C0D-418E78611CBB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BE66D1D-DB5B-4418-8DC8-E9E14ECBAA7D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aphic 4">
            <a:extLst>
              <a:ext uri="{FF2B5EF4-FFF2-40B4-BE49-F238E27FC236}">
                <a16:creationId xmlns:a16="http://schemas.microsoft.com/office/drawing/2014/main" id="{A1BB54CD-2A67-4382-A012-2BE6A55B8619}"/>
              </a:ext>
            </a:extLst>
          </p:cNvPr>
          <p:cNvGrpSpPr/>
          <p:nvPr/>
        </p:nvGrpSpPr>
        <p:grpSpPr>
          <a:xfrm>
            <a:off x="4293892" y="3593577"/>
            <a:ext cx="375935" cy="564800"/>
            <a:chOff x="9268674" y="75498"/>
            <a:chExt cx="614121" cy="922647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01EE954-C652-4D31-AB51-A8E81AEB3572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5F343F1-4CFC-4BD4-96FB-90C16CE936CD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0C10E2C-B5A3-4EC1-A2FB-16EBE845FBB1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aphic 4">
            <a:extLst>
              <a:ext uri="{FF2B5EF4-FFF2-40B4-BE49-F238E27FC236}">
                <a16:creationId xmlns:a16="http://schemas.microsoft.com/office/drawing/2014/main" id="{376D08B1-B738-4CF9-8F7E-345D3B6410A1}"/>
              </a:ext>
            </a:extLst>
          </p:cNvPr>
          <p:cNvGrpSpPr/>
          <p:nvPr/>
        </p:nvGrpSpPr>
        <p:grpSpPr>
          <a:xfrm>
            <a:off x="7128022" y="4587594"/>
            <a:ext cx="375935" cy="564800"/>
            <a:chOff x="9268674" y="75498"/>
            <a:chExt cx="614121" cy="922647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8CDF0F1-D2DC-412D-A397-E60D73EE43DD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FCF9727-8F08-403F-BED7-A6371C9C879B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0F203FB-1770-4502-90CA-9D1EC26343EB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20DF8DE6-5427-4270-8C75-DEE58B508019}"/>
              </a:ext>
            </a:extLst>
          </p:cNvPr>
          <p:cNvSpPr txBox="1"/>
          <p:nvPr/>
        </p:nvSpPr>
        <p:spPr>
          <a:xfrm>
            <a:off x="8385990" y="3360093"/>
            <a:ext cx="3110685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 xml:space="preserve">Turunan dari anti-turunan F(x) menghasilkan kembali fungsi asli f(x)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102F5E-20C2-4C4F-801C-88B36AF02B47}"/>
              </a:ext>
            </a:extLst>
          </p:cNvPr>
          <p:cNvSpPr txBox="1"/>
          <p:nvPr/>
        </p:nvSpPr>
        <p:spPr>
          <a:xfrm>
            <a:off x="7820388" y="5697446"/>
            <a:ext cx="3110685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 xml:space="preserve">Integral tentu dari a ke b adalah selisih nilai anti-turunan di kedua batas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5E222F-EB15-4138-8CE0-F3293648742A}"/>
              </a:ext>
            </a:extLst>
          </p:cNvPr>
          <p:cNvSpPr txBox="1"/>
          <p:nvPr/>
        </p:nvSpPr>
        <p:spPr>
          <a:xfrm>
            <a:off x="1496783" y="2258421"/>
            <a:ext cx="3110685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 xml:space="preserve">Integral dan turunan adalah operasi kebalikan satu sama lain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8CDA518-5D22-4CB6-A828-F31C0133476A}"/>
              </a:ext>
            </a:extLst>
          </p:cNvPr>
          <p:cNvSpPr txBox="1"/>
          <p:nvPr/>
        </p:nvSpPr>
        <p:spPr>
          <a:xfrm>
            <a:off x="822744" y="4596776"/>
            <a:ext cx="3110685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ID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 xml:space="preserve">Integral tentu dapat dihitung dengan mencari anti-turunan terlebih dahulu</a:t>
            </a:r>
          </a:p>
        </p:txBody>
      </p:sp>
    </p:spTree>
    <p:extLst>
      <p:ext uri="{BB962C8B-B14F-4D97-AF65-F5344CB8AC3E}">
        <p14:creationId xmlns:p14="http://schemas.microsoft.com/office/powerpoint/2010/main" val="2053842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aphic 69">
            <a:extLst>
              <a:ext uri="{FF2B5EF4-FFF2-40B4-BE49-F238E27FC236}">
                <a16:creationId xmlns:a16="http://schemas.microsoft.com/office/drawing/2014/main" id="{99503E3D-8E54-4A9D-9FC0-6A82EBD9FE37}"/>
              </a:ext>
            </a:extLst>
          </p:cNvPr>
          <p:cNvGrpSpPr/>
          <p:nvPr/>
        </p:nvGrpSpPr>
        <p:grpSpPr>
          <a:xfrm>
            <a:off x="4814198" y="941185"/>
            <a:ext cx="415966" cy="602757"/>
            <a:chOff x="5320703" y="3652300"/>
            <a:chExt cx="1355534" cy="1964239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7DAA537-1F60-4535-813C-2D85F6743E82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FDE9B84-A964-44DC-ACD2-71D8ED1B55AD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C8286BD-4995-4B0C-9FF1-9940148D17CF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F9AFDFD-510A-4CBA-B341-C3768EF4E82C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2C8E18F-CB2B-481B-A764-86B27DD0AA49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60" name="Graphic 69">
            <a:extLst>
              <a:ext uri="{FF2B5EF4-FFF2-40B4-BE49-F238E27FC236}">
                <a16:creationId xmlns:a16="http://schemas.microsoft.com/office/drawing/2014/main" id="{282AECCF-288B-4045-83BA-0AC0287CBA24}"/>
              </a:ext>
            </a:extLst>
          </p:cNvPr>
          <p:cNvGrpSpPr/>
          <p:nvPr/>
        </p:nvGrpSpPr>
        <p:grpSpPr>
          <a:xfrm>
            <a:off x="695325" y="4662574"/>
            <a:ext cx="415966" cy="602757"/>
            <a:chOff x="5320703" y="3652300"/>
            <a:chExt cx="1355534" cy="1964239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219501F-B480-4759-A7F1-94AB3023C4F3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233D685-3BC3-48DC-B07B-FA5BD5AFF7E8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D3B9F7E-0078-405D-B366-ECA6483A6D1F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9B14470-50ED-4F59-AD7F-7646612D6B75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EE8F782-2B58-437D-AD6F-01575FEEA868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42" name="Graphic 45">
            <a:extLst>
              <a:ext uri="{FF2B5EF4-FFF2-40B4-BE49-F238E27FC236}">
                <a16:creationId xmlns:a16="http://schemas.microsoft.com/office/drawing/2014/main" id="{86A0B0CE-C329-44E9-982B-6501DE3E30EB}"/>
              </a:ext>
            </a:extLst>
          </p:cNvPr>
          <p:cNvGrpSpPr/>
          <p:nvPr/>
        </p:nvGrpSpPr>
        <p:grpSpPr>
          <a:xfrm>
            <a:off x="7684521" y="5282854"/>
            <a:ext cx="404883" cy="536723"/>
            <a:chOff x="1869848" y="-91796"/>
            <a:chExt cx="1515808" cy="2009394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B1ABB9E-8152-4721-A7DB-C2F4A84581B4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9A9F86E-5956-42C7-AFB8-015D081E8A78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C6BD855-31AA-4C79-AB70-3E065DE4920E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06E0C38-3493-47A6-AE01-14E2C6D194DE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BECC0F0-636E-4454-963B-F3B79724F7BA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48" name="Graphic 69">
            <a:extLst>
              <a:ext uri="{FF2B5EF4-FFF2-40B4-BE49-F238E27FC236}">
                <a16:creationId xmlns:a16="http://schemas.microsoft.com/office/drawing/2014/main" id="{0AA06677-E7B8-449A-8E8C-C9321A6ECD47}"/>
              </a:ext>
            </a:extLst>
          </p:cNvPr>
          <p:cNvGrpSpPr/>
          <p:nvPr/>
        </p:nvGrpSpPr>
        <p:grpSpPr>
          <a:xfrm>
            <a:off x="8155249" y="5216820"/>
            <a:ext cx="415966" cy="602757"/>
            <a:chOff x="5320703" y="3652300"/>
            <a:chExt cx="1355534" cy="1964239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C990719-9B02-4DAB-A9CC-BFB0005A04C1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4395D1E-BE22-449D-ADA8-88490ACB00F8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8C2AE7B-3E59-4606-9115-F44137558D12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9206AF3-018F-42A5-A751-F26F4EC30E97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DFC4AE4-6F34-4FB2-B15C-1D7F1CC537B9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6768DB2-9033-4FA0-B79F-63C4CA1FFE0E}"/>
              </a:ext>
            </a:extLst>
          </p:cNvPr>
          <p:cNvSpPr txBox="1"/>
          <p:nvPr/>
        </p:nvSpPr>
        <p:spPr>
          <a:xfrm>
            <a:off x="572519" y="999581"/>
            <a:ext cx="3568039" cy="1426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Roadmaps Infographic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2C1777-D46D-4848-BE48-DE267674D8A3}"/>
              </a:ext>
            </a:extLst>
          </p:cNvPr>
          <p:cNvGrpSpPr/>
          <p:nvPr/>
        </p:nvGrpSpPr>
        <p:grpSpPr>
          <a:xfrm>
            <a:off x="-1550310" y="1347550"/>
            <a:ext cx="13801981" cy="4961175"/>
            <a:chOff x="0" y="1497052"/>
            <a:chExt cx="12192000" cy="4961175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8A25506-E6FD-461F-B71E-E7B7F3CF36B3}"/>
                </a:ext>
              </a:extLst>
            </p:cNvPr>
            <p:cNvSpPr/>
            <p:nvPr/>
          </p:nvSpPr>
          <p:spPr>
            <a:xfrm>
              <a:off x="13583" y="1497052"/>
              <a:ext cx="12164970" cy="4961175"/>
            </a:xfrm>
            <a:custGeom>
              <a:avLst/>
              <a:gdLst>
                <a:gd name="connsiteX0" fmla="*/ 5981319 w 8530875"/>
                <a:gd name="connsiteY0" fmla="*/ 3479102 h 3479101"/>
                <a:gd name="connsiteX1" fmla="*/ 5102161 w 8530875"/>
                <a:gd name="connsiteY1" fmla="*/ 2599944 h 3479101"/>
                <a:gd name="connsiteX2" fmla="*/ 5102161 w 8530875"/>
                <a:gd name="connsiteY2" fmla="*/ 918877 h 3479101"/>
                <a:gd name="connsiteX3" fmla="*/ 4516660 w 8530875"/>
                <a:gd name="connsiteY3" fmla="*/ 333375 h 3479101"/>
                <a:gd name="connsiteX4" fmla="*/ 3931158 w 8530875"/>
                <a:gd name="connsiteY4" fmla="*/ 918877 h 3479101"/>
                <a:gd name="connsiteX5" fmla="*/ 3931158 w 8530875"/>
                <a:gd name="connsiteY5" fmla="*/ 1140714 h 3479101"/>
                <a:gd name="connsiteX6" fmla="*/ 3272695 w 8530875"/>
                <a:gd name="connsiteY6" fmla="*/ 1799177 h 3479101"/>
                <a:gd name="connsiteX7" fmla="*/ 2812447 w 8530875"/>
                <a:gd name="connsiteY7" fmla="*/ 1799177 h 3479101"/>
                <a:gd name="connsiteX8" fmla="*/ 2487359 w 8530875"/>
                <a:gd name="connsiteY8" fmla="*/ 2124266 h 3479101"/>
                <a:gd name="connsiteX9" fmla="*/ 1534668 w 8530875"/>
                <a:gd name="connsiteY9" fmla="*/ 3076956 h 3479101"/>
                <a:gd name="connsiteX10" fmla="*/ 0 w 8530875"/>
                <a:gd name="connsiteY10" fmla="*/ 3076956 h 3479101"/>
                <a:gd name="connsiteX11" fmla="*/ 0 w 8530875"/>
                <a:gd name="connsiteY11" fmla="*/ 2743581 h 3479101"/>
                <a:gd name="connsiteX12" fmla="*/ 1534668 w 8530875"/>
                <a:gd name="connsiteY12" fmla="*/ 2743581 h 3479101"/>
                <a:gd name="connsiteX13" fmla="*/ 2153984 w 8530875"/>
                <a:gd name="connsiteY13" fmla="*/ 2124266 h 3479101"/>
                <a:gd name="connsiteX14" fmla="*/ 2812447 w 8530875"/>
                <a:gd name="connsiteY14" fmla="*/ 1465802 h 3479101"/>
                <a:gd name="connsiteX15" fmla="*/ 3272695 w 8530875"/>
                <a:gd name="connsiteY15" fmla="*/ 1465802 h 3479101"/>
                <a:gd name="connsiteX16" fmla="*/ 3597783 w 8530875"/>
                <a:gd name="connsiteY16" fmla="*/ 1140714 h 3479101"/>
                <a:gd name="connsiteX17" fmla="*/ 3597783 w 8530875"/>
                <a:gd name="connsiteY17" fmla="*/ 918877 h 3479101"/>
                <a:gd name="connsiteX18" fmla="*/ 4516660 w 8530875"/>
                <a:gd name="connsiteY18" fmla="*/ 0 h 3479101"/>
                <a:gd name="connsiteX19" fmla="*/ 5435536 w 8530875"/>
                <a:gd name="connsiteY19" fmla="*/ 918877 h 3479101"/>
                <a:gd name="connsiteX20" fmla="*/ 5435536 w 8530875"/>
                <a:gd name="connsiteY20" fmla="*/ 2599944 h 3479101"/>
                <a:gd name="connsiteX21" fmla="*/ 5981319 w 8530875"/>
                <a:gd name="connsiteY21" fmla="*/ 3145727 h 3479101"/>
                <a:gd name="connsiteX22" fmla="*/ 6527102 w 8530875"/>
                <a:gd name="connsiteY22" fmla="*/ 2599944 h 3479101"/>
                <a:gd name="connsiteX23" fmla="*/ 6527102 w 8530875"/>
                <a:gd name="connsiteY23" fmla="*/ 1834992 h 3479101"/>
                <a:gd name="connsiteX24" fmla="*/ 7185565 w 8530875"/>
                <a:gd name="connsiteY24" fmla="*/ 1176528 h 3479101"/>
                <a:gd name="connsiteX25" fmla="*/ 8530876 w 8530875"/>
                <a:gd name="connsiteY25" fmla="*/ 1176528 h 3479101"/>
                <a:gd name="connsiteX26" fmla="*/ 8530876 w 8530875"/>
                <a:gd name="connsiteY26" fmla="*/ 1509903 h 3479101"/>
                <a:gd name="connsiteX27" fmla="*/ 7185565 w 8530875"/>
                <a:gd name="connsiteY27" fmla="*/ 1509903 h 3479101"/>
                <a:gd name="connsiteX28" fmla="*/ 6860477 w 8530875"/>
                <a:gd name="connsiteY28" fmla="*/ 1834992 h 3479101"/>
                <a:gd name="connsiteX29" fmla="*/ 6860477 w 8530875"/>
                <a:gd name="connsiteY29" fmla="*/ 2599944 h 3479101"/>
                <a:gd name="connsiteX30" fmla="*/ 5981319 w 8530875"/>
                <a:gd name="connsiteY30" fmla="*/ 3479102 h 3479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530875" h="3479101">
                  <a:moveTo>
                    <a:pt x="5981319" y="3479102"/>
                  </a:moveTo>
                  <a:cubicBezTo>
                    <a:pt x="5496592" y="3479102"/>
                    <a:pt x="5102161" y="3084672"/>
                    <a:pt x="5102161" y="2599944"/>
                  </a:cubicBezTo>
                  <a:lnTo>
                    <a:pt x="5102161" y="918877"/>
                  </a:lnTo>
                  <a:cubicBezTo>
                    <a:pt x="5102161" y="596075"/>
                    <a:pt x="4839557" y="333375"/>
                    <a:pt x="4516660" y="333375"/>
                  </a:cubicBezTo>
                  <a:cubicBezTo>
                    <a:pt x="4193762" y="333375"/>
                    <a:pt x="3931158" y="595979"/>
                    <a:pt x="3931158" y="918877"/>
                  </a:cubicBezTo>
                  <a:lnTo>
                    <a:pt x="3931158" y="1140714"/>
                  </a:lnTo>
                  <a:cubicBezTo>
                    <a:pt x="3931158" y="1503807"/>
                    <a:pt x="3635788" y="1799177"/>
                    <a:pt x="3272695" y="1799177"/>
                  </a:cubicBezTo>
                  <a:lnTo>
                    <a:pt x="2812447" y="1799177"/>
                  </a:lnTo>
                  <a:cubicBezTo>
                    <a:pt x="2633186" y="1799177"/>
                    <a:pt x="2487359" y="1945005"/>
                    <a:pt x="2487359" y="2124266"/>
                  </a:cubicBezTo>
                  <a:cubicBezTo>
                    <a:pt x="2487359" y="2649569"/>
                    <a:pt x="2059972" y="3076956"/>
                    <a:pt x="1534668" y="3076956"/>
                  </a:cubicBezTo>
                  <a:lnTo>
                    <a:pt x="0" y="3076956"/>
                  </a:lnTo>
                  <a:lnTo>
                    <a:pt x="0" y="2743581"/>
                  </a:lnTo>
                  <a:lnTo>
                    <a:pt x="1534668" y="2743581"/>
                  </a:lnTo>
                  <a:cubicBezTo>
                    <a:pt x="1876139" y="2743581"/>
                    <a:pt x="2153984" y="2465737"/>
                    <a:pt x="2153984" y="2124266"/>
                  </a:cubicBezTo>
                  <a:cubicBezTo>
                    <a:pt x="2153984" y="1761173"/>
                    <a:pt x="2449354" y="1465802"/>
                    <a:pt x="2812447" y="1465802"/>
                  </a:cubicBezTo>
                  <a:lnTo>
                    <a:pt x="3272695" y="1465802"/>
                  </a:lnTo>
                  <a:cubicBezTo>
                    <a:pt x="3451955" y="1465802"/>
                    <a:pt x="3597783" y="1319975"/>
                    <a:pt x="3597783" y="1140714"/>
                  </a:cubicBezTo>
                  <a:lnTo>
                    <a:pt x="3597783" y="918877"/>
                  </a:lnTo>
                  <a:cubicBezTo>
                    <a:pt x="3597783" y="412242"/>
                    <a:pt x="4009930" y="0"/>
                    <a:pt x="4516660" y="0"/>
                  </a:cubicBezTo>
                  <a:cubicBezTo>
                    <a:pt x="5023295" y="0"/>
                    <a:pt x="5435536" y="412147"/>
                    <a:pt x="5435536" y="918877"/>
                  </a:cubicBezTo>
                  <a:lnTo>
                    <a:pt x="5435536" y="2599944"/>
                  </a:lnTo>
                  <a:cubicBezTo>
                    <a:pt x="5435536" y="2900934"/>
                    <a:pt x="5680329" y="3145727"/>
                    <a:pt x="5981319" y="3145727"/>
                  </a:cubicBezTo>
                  <a:cubicBezTo>
                    <a:pt x="6282309" y="3145727"/>
                    <a:pt x="6527102" y="2900934"/>
                    <a:pt x="6527102" y="2599944"/>
                  </a:cubicBezTo>
                  <a:lnTo>
                    <a:pt x="6527102" y="1834992"/>
                  </a:lnTo>
                  <a:cubicBezTo>
                    <a:pt x="6527102" y="1471898"/>
                    <a:pt x="6822472" y="1176528"/>
                    <a:pt x="7185565" y="1176528"/>
                  </a:cubicBezTo>
                  <a:lnTo>
                    <a:pt x="8530876" y="1176528"/>
                  </a:lnTo>
                  <a:lnTo>
                    <a:pt x="8530876" y="1509903"/>
                  </a:lnTo>
                  <a:lnTo>
                    <a:pt x="7185565" y="1509903"/>
                  </a:lnTo>
                  <a:cubicBezTo>
                    <a:pt x="7006305" y="1509903"/>
                    <a:pt x="6860477" y="1655731"/>
                    <a:pt x="6860477" y="1834992"/>
                  </a:cubicBezTo>
                  <a:lnTo>
                    <a:pt x="6860477" y="2599944"/>
                  </a:lnTo>
                  <a:cubicBezTo>
                    <a:pt x="6860477" y="3084672"/>
                    <a:pt x="6466046" y="3479102"/>
                    <a:pt x="5981319" y="3479102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2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grpSp>
          <p:nvGrpSpPr>
            <p:cNvPr id="5" name="Graphic 2">
              <a:extLst>
                <a:ext uri="{FF2B5EF4-FFF2-40B4-BE49-F238E27FC236}">
                  <a16:creationId xmlns:a16="http://schemas.microsoft.com/office/drawing/2014/main" id="{568440FA-8943-49BD-9DAE-4791162B432F}"/>
                </a:ext>
              </a:extLst>
            </p:cNvPr>
            <p:cNvGrpSpPr/>
            <p:nvPr/>
          </p:nvGrpSpPr>
          <p:grpSpPr>
            <a:xfrm>
              <a:off x="0" y="1721301"/>
              <a:ext cx="12192000" cy="4509690"/>
              <a:chOff x="1819275" y="2690812"/>
              <a:chExt cx="8549830" cy="3162490"/>
            </a:xfrm>
            <a:solidFill>
              <a:srgbClr val="FFFFFF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202ADF93-71C8-4C84-98D2-913317F52B04}"/>
                  </a:ext>
                </a:extLst>
              </p:cNvPr>
              <p:cNvSpPr/>
              <p:nvPr/>
            </p:nvSpPr>
            <p:spPr>
              <a:xfrm>
                <a:off x="1819275" y="5434393"/>
                <a:ext cx="100012" cy="19050"/>
              </a:xfrm>
              <a:custGeom>
                <a:avLst/>
                <a:gdLst>
                  <a:gd name="connsiteX0" fmla="*/ 90488 w 100012"/>
                  <a:gd name="connsiteY0" fmla="*/ 19050 h 19050"/>
                  <a:gd name="connsiteX1" fmla="*/ 9525 w 100012"/>
                  <a:gd name="connsiteY1" fmla="*/ 19050 h 19050"/>
                  <a:gd name="connsiteX2" fmla="*/ 0 w 100012"/>
                  <a:gd name="connsiteY2" fmla="*/ 9525 h 19050"/>
                  <a:gd name="connsiteX3" fmla="*/ 9525 w 100012"/>
                  <a:gd name="connsiteY3" fmla="*/ 0 h 19050"/>
                  <a:gd name="connsiteX4" fmla="*/ 90488 w 100012"/>
                  <a:gd name="connsiteY4" fmla="*/ 0 h 19050"/>
                  <a:gd name="connsiteX5" fmla="*/ 100013 w 100012"/>
                  <a:gd name="connsiteY5" fmla="*/ 9525 h 19050"/>
                  <a:gd name="connsiteX6" fmla="*/ 90488 w 100012"/>
                  <a:gd name="connsiteY6" fmla="*/ 1905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012" h="19050">
                    <a:moveTo>
                      <a:pt x="90488" y="19050"/>
                    </a:moveTo>
                    <a:lnTo>
                      <a:pt x="9525" y="19050"/>
                    </a:lnTo>
                    <a:cubicBezTo>
                      <a:pt x="4286" y="19050"/>
                      <a:pt x="0" y="14764"/>
                      <a:pt x="0" y="9525"/>
                    </a:cubicBezTo>
                    <a:cubicBezTo>
                      <a:pt x="0" y="4286"/>
                      <a:pt x="4286" y="0"/>
                      <a:pt x="9525" y="0"/>
                    </a:cubicBezTo>
                    <a:lnTo>
                      <a:pt x="90488" y="0"/>
                    </a:lnTo>
                    <a:cubicBezTo>
                      <a:pt x="95726" y="0"/>
                      <a:pt x="100013" y="4286"/>
                      <a:pt x="100013" y="9525"/>
                    </a:cubicBezTo>
                    <a:cubicBezTo>
                      <a:pt x="100013" y="14764"/>
                      <a:pt x="95726" y="19050"/>
                      <a:pt x="90488" y="190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44EFA18-D22F-418C-B7AC-FDDA4BBBA0E7}"/>
                  </a:ext>
                </a:extLst>
              </p:cNvPr>
              <p:cNvSpPr/>
              <p:nvPr/>
            </p:nvSpPr>
            <p:spPr>
              <a:xfrm>
                <a:off x="2061114" y="2690812"/>
                <a:ext cx="8062436" cy="3162490"/>
              </a:xfrm>
              <a:custGeom>
                <a:avLst/>
                <a:gdLst>
                  <a:gd name="connsiteX0" fmla="*/ 5805107 w 8062436"/>
                  <a:gd name="connsiteY0" fmla="*/ 3162491 h 3162490"/>
                  <a:gd name="connsiteX1" fmla="*/ 5795582 w 8062436"/>
                  <a:gd name="connsiteY1" fmla="*/ 3153727 h 3162490"/>
                  <a:gd name="connsiteX2" fmla="*/ 5804345 w 8062436"/>
                  <a:gd name="connsiteY2" fmla="*/ 3143536 h 3162490"/>
                  <a:gd name="connsiteX3" fmla="*/ 5959793 w 8062436"/>
                  <a:gd name="connsiteY3" fmla="*/ 3113532 h 3162490"/>
                  <a:gd name="connsiteX4" fmla="*/ 5971699 w 8062436"/>
                  <a:gd name="connsiteY4" fmla="*/ 3119724 h 3162490"/>
                  <a:gd name="connsiteX5" fmla="*/ 5965508 w 8062436"/>
                  <a:gd name="connsiteY5" fmla="*/ 3131630 h 3162490"/>
                  <a:gd name="connsiteX6" fmla="*/ 5805773 w 8062436"/>
                  <a:gd name="connsiteY6" fmla="*/ 3162491 h 3162490"/>
                  <a:gd name="connsiteX7" fmla="*/ 5805107 w 8062436"/>
                  <a:gd name="connsiteY7" fmla="*/ 3162491 h 3162490"/>
                  <a:gd name="connsiteX8" fmla="*/ 5644706 w 8062436"/>
                  <a:gd name="connsiteY8" fmla="*/ 3157061 h 3162490"/>
                  <a:gd name="connsiteX9" fmla="*/ 5643277 w 8062436"/>
                  <a:gd name="connsiteY9" fmla="*/ 3156966 h 3162490"/>
                  <a:gd name="connsiteX10" fmla="*/ 5486019 w 8062436"/>
                  <a:gd name="connsiteY10" fmla="*/ 3115247 h 3162490"/>
                  <a:gd name="connsiteX11" fmla="*/ 5480590 w 8062436"/>
                  <a:gd name="connsiteY11" fmla="*/ 3102864 h 3162490"/>
                  <a:gd name="connsiteX12" fmla="*/ 5492973 w 8062436"/>
                  <a:gd name="connsiteY12" fmla="*/ 3097435 h 3162490"/>
                  <a:gd name="connsiteX13" fmla="*/ 5646039 w 8062436"/>
                  <a:gd name="connsiteY13" fmla="*/ 3138011 h 3162490"/>
                  <a:gd name="connsiteX14" fmla="*/ 5654040 w 8062436"/>
                  <a:gd name="connsiteY14" fmla="*/ 3148775 h 3162490"/>
                  <a:gd name="connsiteX15" fmla="*/ 5644706 w 8062436"/>
                  <a:gd name="connsiteY15" fmla="*/ 3157061 h 3162490"/>
                  <a:gd name="connsiteX16" fmla="*/ 6109430 w 8062436"/>
                  <a:gd name="connsiteY16" fmla="*/ 3066955 h 3162490"/>
                  <a:gd name="connsiteX17" fmla="*/ 6101239 w 8062436"/>
                  <a:gd name="connsiteY17" fmla="*/ 3062288 h 3162490"/>
                  <a:gd name="connsiteX18" fmla="*/ 6104668 w 8062436"/>
                  <a:gd name="connsiteY18" fmla="*/ 3049238 h 3162490"/>
                  <a:gd name="connsiteX19" fmla="*/ 6231350 w 8062436"/>
                  <a:gd name="connsiteY19" fmla="*/ 2954179 h 3162490"/>
                  <a:gd name="connsiteX20" fmla="*/ 6244781 w 8062436"/>
                  <a:gd name="connsiteY20" fmla="*/ 2954560 h 3162490"/>
                  <a:gd name="connsiteX21" fmla="*/ 6244399 w 8062436"/>
                  <a:gd name="connsiteY21" fmla="*/ 2967990 h 3162490"/>
                  <a:gd name="connsiteX22" fmla="*/ 6114288 w 8062436"/>
                  <a:gd name="connsiteY22" fmla="*/ 3065621 h 3162490"/>
                  <a:gd name="connsiteX23" fmla="*/ 6109430 w 8062436"/>
                  <a:gd name="connsiteY23" fmla="*/ 3066955 h 3162490"/>
                  <a:gd name="connsiteX24" fmla="*/ 5347621 w 8062436"/>
                  <a:gd name="connsiteY24" fmla="*/ 3040952 h 3162490"/>
                  <a:gd name="connsiteX25" fmla="*/ 5342287 w 8062436"/>
                  <a:gd name="connsiteY25" fmla="*/ 3039333 h 3162490"/>
                  <a:gd name="connsiteX26" fmla="*/ 5219129 w 8062436"/>
                  <a:gd name="connsiteY26" fmla="*/ 2933129 h 3162490"/>
                  <a:gd name="connsiteX27" fmla="*/ 5219605 w 8062436"/>
                  <a:gd name="connsiteY27" fmla="*/ 2919699 h 3162490"/>
                  <a:gd name="connsiteX28" fmla="*/ 5233035 w 8062436"/>
                  <a:gd name="connsiteY28" fmla="*/ 2920175 h 3162490"/>
                  <a:gd name="connsiteX29" fmla="*/ 5352955 w 8062436"/>
                  <a:gd name="connsiteY29" fmla="*/ 3023616 h 3162490"/>
                  <a:gd name="connsiteX30" fmla="*/ 5355432 w 8062436"/>
                  <a:gd name="connsiteY30" fmla="*/ 3036856 h 3162490"/>
                  <a:gd name="connsiteX31" fmla="*/ 5347621 w 8062436"/>
                  <a:gd name="connsiteY31" fmla="*/ 3040952 h 3162490"/>
                  <a:gd name="connsiteX32" fmla="*/ 6341459 w 8062436"/>
                  <a:gd name="connsiteY32" fmla="*/ 2847975 h 3162490"/>
                  <a:gd name="connsiteX33" fmla="*/ 6336125 w 8062436"/>
                  <a:gd name="connsiteY33" fmla="*/ 2846356 h 3162490"/>
                  <a:gd name="connsiteX34" fmla="*/ 6333554 w 8062436"/>
                  <a:gd name="connsiteY34" fmla="*/ 2833116 h 3162490"/>
                  <a:gd name="connsiteX35" fmla="*/ 6406230 w 8062436"/>
                  <a:gd name="connsiteY35" fmla="*/ 2692432 h 3162490"/>
                  <a:gd name="connsiteX36" fmla="*/ 6418517 w 8062436"/>
                  <a:gd name="connsiteY36" fmla="*/ 2686908 h 3162490"/>
                  <a:gd name="connsiteX37" fmla="*/ 6424041 w 8062436"/>
                  <a:gd name="connsiteY37" fmla="*/ 2699195 h 3162490"/>
                  <a:gd name="connsiteX38" fmla="*/ 6349461 w 8062436"/>
                  <a:gd name="connsiteY38" fmla="*/ 2843689 h 3162490"/>
                  <a:gd name="connsiteX39" fmla="*/ 6341459 w 8062436"/>
                  <a:gd name="connsiteY39" fmla="*/ 2847975 h 3162490"/>
                  <a:gd name="connsiteX40" fmla="*/ 5130927 w 8062436"/>
                  <a:gd name="connsiteY40" fmla="*/ 2806827 h 3162490"/>
                  <a:gd name="connsiteX41" fmla="*/ 5122641 w 8062436"/>
                  <a:gd name="connsiteY41" fmla="*/ 2802065 h 3162490"/>
                  <a:gd name="connsiteX42" fmla="*/ 5057966 w 8062436"/>
                  <a:gd name="connsiteY42" fmla="*/ 2652713 h 3162490"/>
                  <a:gd name="connsiteX43" fmla="*/ 5064348 w 8062436"/>
                  <a:gd name="connsiteY43" fmla="*/ 2640806 h 3162490"/>
                  <a:gd name="connsiteX44" fmla="*/ 5076254 w 8062436"/>
                  <a:gd name="connsiteY44" fmla="*/ 2647188 h 3162490"/>
                  <a:gd name="connsiteX45" fmla="*/ 5139214 w 8062436"/>
                  <a:gd name="connsiteY45" fmla="*/ 2792540 h 3162490"/>
                  <a:gd name="connsiteX46" fmla="*/ 5135690 w 8062436"/>
                  <a:gd name="connsiteY46" fmla="*/ 2805589 h 3162490"/>
                  <a:gd name="connsiteX47" fmla="*/ 5130927 w 8062436"/>
                  <a:gd name="connsiteY47" fmla="*/ 2806827 h 3162490"/>
                  <a:gd name="connsiteX48" fmla="*/ 1302353 w 8062436"/>
                  <a:gd name="connsiteY48" fmla="*/ 2762631 h 3162490"/>
                  <a:gd name="connsiteX49" fmla="*/ 1296829 w 8062436"/>
                  <a:gd name="connsiteY49" fmla="*/ 2762631 h 3162490"/>
                  <a:gd name="connsiteX50" fmla="*/ 1287304 w 8062436"/>
                  <a:gd name="connsiteY50" fmla="*/ 2753106 h 3162490"/>
                  <a:gd name="connsiteX51" fmla="*/ 1296829 w 8062436"/>
                  <a:gd name="connsiteY51" fmla="*/ 2743581 h 3162490"/>
                  <a:gd name="connsiteX52" fmla="*/ 1302353 w 8062436"/>
                  <a:gd name="connsiteY52" fmla="*/ 2743581 h 3162490"/>
                  <a:gd name="connsiteX53" fmla="*/ 1454849 w 8062436"/>
                  <a:gd name="connsiteY53" fmla="*/ 2728627 h 3162490"/>
                  <a:gd name="connsiteX54" fmla="*/ 1466088 w 8062436"/>
                  <a:gd name="connsiteY54" fmla="*/ 2736152 h 3162490"/>
                  <a:gd name="connsiteX55" fmla="*/ 1458563 w 8062436"/>
                  <a:gd name="connsiteY55" fmla="*/ 2747391 h 3162490"/>
                  <a:gd name="connsiteX56" fmla="*/ 1302353 w 8062436"/>
                  <a:gd name="connsiteY56" fmla="*/ 2762631 h 3162490"/>
                  <a:gd name="connsiteX57" fmla="*/ 1135952 w 8062436"/>
                  <a:gd name="connsiteY57" fmla="*/ 2762631 h 3162490"/>
                  <a:gd name="connsiteX58" fmla="*/ 975074 w 8062436"/>
                  <a:gd name="connsiteY58" fmla="*/ 2762631 h 3162490"/>
                  <a:gd name="connsiteX59" fmla="*/ 965549 w 8062436"/>
                  <a:gd name="connsiteY59" fmla="*/ 2753106 h 3162490"/>
                  <a:gd name="connsiteX60" fmla="*/ 975074 w 8062436"/>
                  <a:gd name="connsiteY60" fmla="*/ 2743581 h 3162490"/>
                  <a:gd name="connsiteX61" fmla="*/ 1135952 w 8062436"/>
                  <a:gd name="connsiteY61" fmla="*/ 2743581 h 3162490"/>
                  <a:gd name="connsiteX62" fmla="*/ 1145477 w 8062436"/>
                  <a:gd name="connsiteY62" fmla="*/ 2753106 h 3162490"/>
                  <a:gd name="connsiteX63" fmla="*/ 1135952 w 8062436"/>
                  <a:gd name="connsiteY63" fmla="*/ 2762631 h 3162490"/>
                  <a:gd name="connsiteX64" fmla="*/ 814102 w 8062436"/>
                  <a:gd name="connsiteY64" fmla="*/ 2762631 h 3162490"/>
                  <a:gd name="connsiteX65" fmla="*/ 653225 w 8062436"/>
                  <a:gd name="connsiteY65" fmla="*/ 2762631 h 3162490"/>
                  <a:gd name="connsiteX66" fmla="*/ 643700 w 8062436"/>
                  <a:gd name="connsiteY66" fmla="*/ 2753106 h 3162490"/>
                  <a:gd name="connsiteX67" fmla="*/ 653225 w 8062436"/>
                  <a:gd name="connsiteY67" fmla="*/ 2743581 h 3162490"/>
                  <a:gd name="connsiteX68" fmla="*/ 814102 w 8062436"/>
                  <a:gd name="connsiteY68" fmla="*/ 2743581 h 3162490"/>
                  <a:gd name="connsiteX69" fmla="*/ 823627 w 8062436"/>
                  <a:gd name="connsiteY69" fmla="*/ 2753106 h 3162490"/>
                  <a:gd name="connsiteX70" fmla="*/ 814102 w 8062436"/>
                  <a:gd name="connsiteY70" fmla="*/ 2762631 h 3162490"/>
                  <a:gd name="connsiteX71" fmla="*/ 492252 w 8062436"/>
                  <a:gd name="connsiteY71" fmla="*/ 2762631 h 3162490"/>
                  <a:gd name="connsiteX72" fmla="*/ 331375 w 8062436"/>
                  <a:gd name="connsiteY72" fmla="*/ 2762631 h 3162490"/>
                  <a:gd name="connsiteX73" fmla="*/ 321850 w 8062436"/>
                  <a:gd name="connsiteY73" fmla="*/ 2753106 h 3162490"/>
                  <a:gd name="connsiteX74" fmla="*/ 331375 w 8062436"/>
                  <a:gd name="connsiteY74" fmla="*/ 2743581 h 3162490"/>
                  <a:gd name="connsiteX75" fmla="*/ 492252 w 8062436"/>
                  <a:gd name="connsiteY75" fmla="*/ 2743581 h 3162490"/>
                  <a:gd name="connsiteX76" fmla="*/ 501777 w 8062436"/>
                  <a:gd name="connsiteY76" fmla="*/ 2753106 h 3162490"/>
                  <a:gd name="connsiteX77" fmla="*/ 492252 w 8062436"/>
                  <a:gd name="connsiteY77" fmla="*/ 2762631 h 3162490"/>
                  <a:gd name="connsiteX78" fmla="*/ 170498 w 8062436"/>
                  <a:gd name="connsiteY78" fmla="*/ 2762631 h 3162490"/>
                  <a:gd name="connsiteX79" fmla="*/ 9525 w 8062436"/>
                  <a:gd name="connsiteY79" fmla="*/ 2762631 h 3162490"/>
                  <a:gd name="connsiteX80" fmla="*/ 0 w 8062436"/>
                  <a:gd name="connsiteY80" fmla="*/ 2753106 h 3162490"/>
                  <a:gd name="connsiteX81" fmla="*/ 9525 w 8062436"/>
                  <a:gd name="connsiteY81" fmla="*/ 2743581 h 3162490"/>
                  <a:gd name="connsiteX82" fmla="*/ 170402 w 8062436"/>
                  <a:gd name="connsiteY82" fmla="*/ 2743581 h 3162490"/>
                  <a:gd name="connsiteX83" fmla="*/ 179927 w 8062436"/>
                  <a:gd name="connsiteY83" fmla="*/ 2753106 h 3162490"/>
                  <a:gd name="connsiteX84" fmla="*/ 170498 w 8062436"/>
                  <a:gd name="connsiteY84" fmla="*/ 2762631 h 3162490"/>
                  <a:gd name="connsiteX85" fmla="*/ 1610106 w 8062436"/>
                  <a:gd name="connsiteY85" fmla="*/ 2700052 h 3162490"/>
                  <a:gd name="connsiteX86" fmla="*/ 1601343 w 8062436"/>
                  <a:gd name="connsiteY86" fmla="*/ 2694241 h 3162490"/>
                  <a:gd name="connsiteX87" fmla="*/ 1606391 w 8062436"/>
                  <a:gd name="connsiteY87" fmla="*/ 2681764 h 3162490"/>
                  <a:gd name="connsiteX88" fmla="*/ 1745171 w 8062436"/>
                  <a:gd name="connsiteY88" fmla="*/ 2604897 h 3162490"/>
                  <a:gd name="connsiteX89" fmla="*/ 1758410 w 8062436"/>
                  <a:gd name="connsiteY89" fmla="*/ 2607278 h 3162490"/>
                  <a:gd name="connsiteX90" fmla="*/ 1756029 w 8062436"/>
                  <a:gd name="connsiteY90" fmla="*/ 2620518 h 3162490"/>
                  <a:gd name="connsiteX91" fmla="*/ 1613821 w 8062436"/>
                  <a:gd name="connsiteY91" fmla="*/ 2699195 h 3162490"/>
                  <a:gd name="connsiteX92" fmla="*/ 1610106 w 8062436"/>
                  <a:gd name="connsiteY92" fmla="*/ 2700052 h 3162490"/>
                  <a:gd name="connsiteX93" fmla="*/ 6454807 w 8062436"/>
                  <a:gd name="connsiteY93" fmla="*/ 2549843 h 3162490"/>
                  <a:gd name="connsiteX94" fmla="*/ 6453473 w 8062436"/>
                  <a:gd name="connsiteY94" fmla="*/ 2549747 h 3162490"/>
                  <a:gd name="connsiteX95" fmla="*/ 6445377 w 8062436"/>
                  <a:gd name="connsiteY95" fmla="*/ 2538984 h 3162490"/>
                  <a:gd name="connsiteX96" fmla="*/ 6451950 w 8062436"/>
                  <a:gd name="connsiteY96" fmla="*/ 2442591 h 3162490"/>
                  <a:gd name="connsiteX97" fmla="*/ 6451950 w 8062436"/>
                  <a:gd name="connsiteY97" fmla="*/ 2379631 h 3162490"/>
                  <a:gd name="connsiteX98" fmla="*/ 6461475 w 8062436"/>
                  <a:gd name="connsiteY98" fmla="*/ 2370106 h 3162490"/>
                  <a:gd name="connsiteX99" fmla="*/ 6471000 w 8062436"/>
                  <a:gd name="connsiteY99" fmla="*/ 2379631 h 3162490"/>
                  <a:gd name="connsiteX100" fmla="*/ 6471000 w 8062436"/>
                  <a:gd name="connsiteY100" fmla="*/ 2442591 h 3162490"/>
                  <a:gd name="connsiteX101" fmla="*/ 6464237 w 8062436"/>
                  <a:gd name="connsiteY101" fmla="*/ 2541556 h 3162490"/>
                  <a:gd name="connsiteX102" fmla="*/ 6454807 w 8062436"/>
                  <a:gd name="connsiteY102" fmla="*/ 2549843 h 3162490"/>
                  <a:gd name="connsiteX103" fmla="*/ 1872520 w 8062436"/>
                  <a:gd name="connsiteY103" fmla="*/ 2517648 h 3162490"/>
                  <a:gd name="connsiteX104" fmla="*/ 1865948 w 8062436"/>
                  <a:gd name="connsiteY104" fmla="*/ 2515076 h 3162490"/>
                  <a:gd name="connsiteX105" fmla="*/ 1865567 w 8062436"/>
                  <a:gd name="connsiteY105" fmla="*/ 2501646 h 3162490"/>
                  <a:gd name="connsiteX106" fmla="*/ 1962531 w 8062436"/>
                  <a:gd name="connsiteY106" fmla="*/ 2376107 h 3162490"/>
                  <a:gd name="connsiteX107" fmla="*/ 1975676 w 8062436"/>
                  <a:gd name="connsiteY107" fmla="*/ 2373059 h 3162490"/>
                  <a:gd name="connsiteX108" fmla="*/ 1978724 w 8062436"/>
                  <a:gd name="connsiteY108" fmla="*/ 2386203 h 3162490"/>
                  <a:gd name="connsiteX109" fmla="*/ 1879378 w 8062436"/>
                  <a:gd name="connsiteY109" fmla="*/ 2514791 h 3162490"/>
                  <a:gd name="connsiteX110" fmla="*/ 1872520 w 8062436"/>
                  <a:gd name="connsiteY110" fmla="*/ 2517648 h 3162490"/>
                  <a:gd name="connsiteX111" fmla="*/ 5038154 w 8062436"/>
                  <a:gd name="connsiteY111" fmla="*/ 2501646 h 3162490"/>
                  <a:gd name="connsiteX112" fmla="*/ 5028629 w 8062436"/>
                  <a:gd name="connsiteY112" fmla="*/ 2492788 h 3162490"/>
                  <a:gd name="connsiteX113" fmla="*/ 5026914 w 8062436"/>
                  <a:gd name="connsiteY113" fmla="*/ 2442782 h 3162490"/>
                  <a:gd name="connsiteX114" fmla="*/ 5026914 w 8062436"/>
                  <a:gd name="connsiteY114" fmla="*/ 2331339 h 3162490"/>
                  <a:gd name="connsiteX115" fmla="*/ 5036439 w 8062436"/>
                  <a:gd name="connsiteY115" fmla="*/ 2321814 h 3162490"/>
                  <a:gd name="connsiteX116" fmla="*/ 5045964 w 8062436"/>
                  <a:gd name="connsiteY116" fmla="*/ 2331339 h 3162490"/>
                  <a:gd name="connsiteX117" fmla="*/ 5045964 w 8062436"/>
                  <a:gd name="connsiteY117" fmla="*/ 2442782 h 3162490"/>
                  <a:gd name="connsiteX118" fmla="*/ 5047584 w 8062436"/>
                  <a:gd name="connsiteY118" fmla="*/ 2491550 h 3162490"/>
                  <a:gd name="connsiteX119" fmla="*/ 5038725 w 8062436"/>
                  <a:gd name="connsiteY119" fmla="*/ 2501742 h 3162490"/>
                  <a:gd name="connsiteX120" fmla="*/ 5038154 w 8062436"/>
                  <a:gd name="connsiteY120" fmla="*/ 2501646 h 3162490"/>
                  <a:gd name="connsiteX121" fmla="*/ 2040922 w 8062436"/>
                  <a:gd name="connsiteY121" fmla="*/ 2246090 h 3162490"/>
                  <a:gd name="connsiteX122" fmla="*/ 2037683 w 8062436"/>
                  <a:gd name="connsiteY122" fmla="*/ 2245519 h 3162490"/>
                  <a:gd name="connsiteX123" fmla="*/ 2031968 w 8062436"/>
                  <a:gd name="connsiteY123" fmla="*/ 2233327 h 3162490"/>
                  <a:gd name="connsiteX124" fmla="*/ 2070735 w 8062436"/>
                  <a:gd name="connsiteY124" fmla="*/ 2079498 h 3162490"/>
                  <a:gd name="connsiteX125" fmla="*/ 2081498 w 8062436"/>
                  <a:gd name="connsiteY125" fmla="*/ 2071402 h 3162490"/>
                  <a:gd name="connsiteX126" fmla="*/ 2089595 w 8062436"/>
                  <a:gd name="connsiteY126" fmla="*/ 2082165 h 3162490"/>
                  <a:gd name="connsiteX127" fmla="*/ 2049875 w 8062436"/>
                  <a:gd name="connsiteY127" fmla="*/ 2239804 h 3162490"/>
                  <a:gd name="connsiteX128" fmla="*/ 2040922 w 8062436"/>
                  <a:gd name="connsiteY128" fmla="*/ 2246090 h 3162490"/>
                  <a:gd name="connsiteX129" fmla="*/ 6461475 w 8062436"/>
                  <a:gd name="connsiteY129" fmla="*/ 2228374 h 3162490"/>
                  <a:gd name="connsiteX130" fmla="*/ 6451950 w 8062436"/>
                  <a:gd name="connsiteY130" fmla="*/ 2218849 h 3162490"/>
                  <a:gd name="connsiteX131" fmla="*/ 6451950 w 8062436"/>
                  <a:gd name="connsiteY131" fmla="*/ 2057972 h 3162490"/>
                  <a:gd name="connsiteX132" fmla="*/ 6461475 w 8062436"/>
                  <a:gd name="connsiteY132" fmla="*/ 2048447 h 3162490"/>
                  <a:gd name="connsiteX133" fmla="*/ 6471000 w 8062436"/>
                  <a:gd name="connsiteY133" fmla="*/ 2057972 h 3162490"/>
                  <a:gd name="connsiteX134" fmla="*/ 6471000 w 8062436"/>
                  <a:gd name="connsiteY134" fmla="*/ 2218849 h 3162490"/>
                  <a:gd name="connsiteX135" fmla="*/ 6461475 w 8062436"/>
                  <a:gd name="connsiteY135" fmla="*/ 2228374 h 3162490"/>
                  <a:gd name="connsiteX136" fmla="*/ 5036534 w 8062436"/>
                  <a:gd name="connsiteY136" fmla="*/ 2179891 h 3162490"/>
                  <a:gd name="connsiteX137" fmla="*/ 5027009 w 8062436"/>
                  <a:gd name="connsiteY137" fmla="*/ 2170366 h 3162490"/>
                  <a:gd name="connsiteX138" fmla="*/ 5027009 w 8062436"/>
                  <a:gd name="connsiteY138" fmla="*/ 2009489 h 3162490"/>
                  <a:gd name="connsiteX139" fmla="*/ 5036534 w 8062436"/>
                  <a:gd name="connsiteY139" fmla="*/ 1999964 h 3162490"/>
                  <a:gd name="connsiteX140" fmla="*/ 5046059 w 8062436"/>
                  <a:gd name="connsiteY140" fmla="*/ 2009489 h 3162490"/>
                  <a:gd name="connsiteX141" fmla="*/ 5046059 w 8062436"/>
                  <a:gd name="connsiteY141" fmla="*/ 2170366 h 3162490"/>
                  <a:gd name="connsiteX142" fmla="*/ 5036534 w 8062436"/>
                  <a:gd name="connsiteY142" fmla="*/ 2179891 h 3162490"/>
                  <a:gd name="connsiteX143" fmla="*/ 2090547 w 8062436"/>
                  <a:gd name="connsiteY143" fmla="*/ 1930051 h 3162490"/>
                  <a:gd name="connsiteX144" fmla="*/ 2089690 w 8062436"/>
                  <a:gd name="connsiteY144" fmla="*/ 1930051 h 3162490"/>
                  <a:gd name="connsiteX145" fmla="*/ 2081117 w 8062436"/>
                  <a:gd name="connsiteY145" fmla="*/ 1919669 h 3162490"/>
                  <a:gd name="connsiteX146" fmla="*/ 2122742 w 8062436"/>
                  <a:gd name="connsiteY146" fmla="*/ 1761744 h 3162490"/>
                  <a:gd name="connsiteX147" fmla="*/ 2135315 w 8062436"/>
                  <a:gd name="connsiteY147" fmla="*/ 1756981 h 3162490"/>
                  <a:gd name="connsiteX148" fmla="*/ 2140077 w 8062436"/>
                  <a:gd name="connsiteY148" fmla="*/ 1769555 h 3162490"/>
                  <a:gd name="connsiteX149" fmla="*/ 2100072 w 8062436"/>
                  <a:gd name="connsiteY149" fmla="*/ 1921383 h 3162490"/>
                  <a:gd name="connsiteX150" fmla="*/ 2090547 w 8062436"/>
                  <a:gd name="connsiteY150" fmla="*/ 1930051 h 3162490"/>
                  <a:gd name="connsiteX151" fmla="*/ 6461475 w 8062436"/>
                  <a:gd name="connsiteY151" fmla="*/ 1906524 h 3162490"/>
                  <a:gd name="connsiteX152" fmla="*/ 6451950 w 8062436"/>
                  <a:gd name="connsiteY152" fmla="*/ 1896999 h 3162490"/>
                  <a:gd name="connsiteX153" fmla="*/ 6451950 w 8062436"/>
                  <a:gd name="connsiteY153" fmla="*/ 1736122 h 3162490"/>
                  <a:gd name="connsiteX154" fmla="*/ 6461475 w 8062436"/>
                  <a:gd name="connsiteY154" fmla="*/ 1726597 h 3162490"/>
                  <a:gd name="connsiteX155" fmla="*/ 6471000 w 8062436"/>
                  <a:gd name="connsiteY155" fmla="*/ 1736122 h 3162490"/>
                  <a:gd name="connsiteX156" fmla="*/ 6471000 w 8062436"/>
                  <a:gd name="connsiteY156" fmla="*/ 1896999 h 3162490"/>
                  <a:gd name="connsiteX157" fmla="*/ 6461475 w 8062436"/>
                  <a:gd name="connsiteY157" fmla="*/ 1906524 h 3162490"/>
                  <a:gd name="connsiteX158" fmla="*/ 5036534 w 8062436"/>
                  <a:gd name="connsiteY158" fmla="*/ 1858042 h 3162490"/>
                  <a:gd name="connsiteX159" fmla="*/ 5027009 w 8062436"/>
                  <a:gd name="connsiteY159" fmla="*/ 1848517 h 3162490"/>
                  <a:gd name="connsiteX160" fmla="*/ 5027009 w 8062436"/>
                  <a:gd name="connsiteY160" fmla="*/ 1687639 h 3162490"/>
                  <a:gd name="connsiteX161" fmla="*/ 5036534 w 8062436"/>
                  <a:gd name="connsiteY161" fmla="*/ 1678114 h 3162490"/>
                  <a:gd name="connsiteX162" fmla="*/ 5046059 w 8062436"/>
                  <a:gd name="connsiteY162" fmla="*/ 1687639 h 3162490"/>
                  <a:gd name="connsiteX163" fmla="*/ 5046059 w 8062436"/>
                  <a:gd name="connsiteY163" fmla="*/ 1848517 h 3162490"/>
                  <a:gd name="connsiteX164" fmla="*/ 5036534 w 8062436"/>
                  <a:gd name="connsiteY164" fmla="*/ 1858042 h 3162490"/>
                  <a:gd name="connsiteX165" fmla="*/ 2219992 w 8062436"/>
                  <a:gd name="connsiteY165" fmla="*/ 1641729 h 3162490"/>
                  <a:gd name="connsiteX166" fmla="*/ 2213515 w 8062436"/>
                  <a:gd name="connsiteY166" fmla="*/ 1639157 h 3162490"/>
                  <a:gd name="connsiteX167" fmla="*/ 2213039 w 8062436"/>
                  <a:gd name="connsiteY167" fmla="*/ 1625727 h 3162490"/>
                  <a:gd name="connsiteX168" fmla="*/ 2342102 w 8062436"/>
                  <a:gd name="connsiteY168" fmla="*/ 1525810 h 3162490"/>
                  <a:gd name="connsiteX169" fmla="*/ 2355057 w 8062436"/>
                  <a:gd name="connsiteY169" fmla="*/ 1529620 h 3162490"/>
                  <a:gd name="connsiteX170" fmla="*/ 2351246 w 8062436"/>
                  <a:gd name="connsiteY170" fmla="*/ 1542574 h 3162490"/>
                  <a:gd name="connsiteX171" fmla="*/ 2227040 w 8062436"/>
                  <a:gd name="connsiteY171" fmla="*/ 1638776 h 3162490"/>
                  <a:gd name="connsiteX172" fmla="*/ 2219992 w 8062436"/>
                  <a:gd name="connsiteY172" fmla="*/ 1641729 h 3162490"/>
                  <a:gd name="connsiteX173" fmla="*/ 6471952 w 8062436"/>
                  <a:gd name="connsiteY173" fmla="*/ 1585531 h 3162490"/>
                  <a:gd name="connsiteX174" fmla="*/ 6469952 w 8062436"/>
                  <a:gd name="connsiteY174" fmla="*/ 1585341 h 3162490"/>
                  <a:gd name="connsiteX175" fmla="*/ 6462618 w 8062436"/>
                  <a:gd name="connsiteY175" fmla="*/ 1574102 h 3162490"/>
                  <a:gd name="connsiteX176" fmla="*/ 6521958 w 8062436"/>
                  <a:gd name="connsiteY176" fmla="*/ 1421987 h 3162490"/>
                  <a:gd name="connsiteX177" fmla="*/ 6535007 w 8062436"/>
                  <a:gd name="connsiteY177" fmla="*/ 1418654 h 3162490"/>
                  <a:gd name="connsiteX178" fmla="*/ 6538341 w 8062436"/>
                  <a:gd name="connsiteY178" fmla="*/ 1431703 h 3162490"/>
                  <a:gd name="connsiteX179" fmla="*/ 6481287 w 8062436"/>
                  <a:gd name="connsiteY179" fmla="*/ 1578007 h 3162490"/>
                  <a:gd name="connsiteX180" fmla="*/ 6471952 w 8062436"/>
                  <a:gd name="connsiteY180" fmla="*/ 1585531 h 3162490"/>
                  <a:gd name="connsiteX181" fmla="*/ 5036534 w 8062436"/>
                  <a:gd name="connsiteY181" fmla="*/ 1536192 h 3162490"/>
                  <a:gd name="connsiteX182" fmla="*/ 5027009 w 8062436"/>
                  <a:gd name="connsiteY182" fmla="*/ 1526667 h 3162490"/>
                  <a:gd name="connsiteX183" fmla="*/ 5027009 w 8062436"/>
                  <a:gd name="connsiteY183" fmla="*/ 1365790 h 3162490"/>
                  <a:gd name="connsiteX184" fmla="*/ 5036534 w 8062436"/>
                  <a:gd name="connsiteY184" fmla="*/ 1356265 h 3162490"/>
                  <a:gd name="connsiteX185" fmla="*/ 5046059 w 8062436"/>
                  <a:gd name="connsiteY185" fmla="*/ 1365790 h 3162490"/>
                  <a:gd name="connsiteX186" fmla="*/ 5046059 w 8062436"/>
                  <a:gd name="connsiteY186" fmla="*/ 1526667 h 3162490"/>
                  <a:gd name="connsiteX187" fmla="*/ 5036534 w 8062436"/>
                  <a:gd name="connsiteY187" fmla="*/ 1536192 h 3162490"/>
                  <a:gd name="connsiteX188" fmla="*/ 2498027 w 8062436"/>
                  <a:gd name="connsiteY188" fmla="*/ 1491615 h 3162490"/>
                  <a:gd name="connsiteX189" fmla="*/ 2488692 w 8062436"/>
                  <a:gd name="connsiteY189" fmla="*/ 1483709 h 3162490"/>
                  <a:gd name="connsiteX190" fmla="*/ 2496503 w 8062436"/>
                  <a:gd name="connsiteY190" fmla="*/ 1472756 h 3162490"/>
                  <a:gd name="connsiteX191" fmla="*/ 2580227 w 8062436"/>
                  <a:gd name="connsiteY191" fmla="*/ 1465802 h 3162490"/>
                  <a:gd name="connsiteX192" fmla="*/ 2658618 w 8062436"/>
                  <a:gd name="connsiteY192" fmla="*/ 1465802 h 3162490"/>
                  <a:gd name="connsiteX193" fmla="*/ 2668143 w 8062436"/>
                  <a:gd name="connsiteY193" fmla="*/ 1475327 h 3162490"/>
                  <a:gd name="connsiteX194" fmla="*/ 2658618 w 8062436"/>
                  <a:gd name="connsiteY194" fmla="*/ 1484852 h 3162490"/>
                  <a:gd name="connsiteX195" fmla="*/ 2580227 w 8062436"/>
                  <a:gd name="connsiteY195" fmla="*/ 1484852 h 3162490"/>
                  <a:gd name="connsiteX196" fmla="*/ 2499646 w 8062436"/>
                  <a:gd name="connsiteY196" fmla="*/ 1491520 h 3162490"/>
                  <a:gd name="connsiteX197" fmla="*/ 2498027 w 8062436"/>
                  <a:gd name="connsiteY197" fmla="*/ 1491615 h 3162490"/>
                  <a:gd name="connsiteX198" fmla="*/ 2980277 w 8062436"/>
                  <a:gd name="connsiteY198" fmla="*/ 1484757 h 3162490"/>
                  <a:gd name="connsiteX199" fmla="*/ 2819400 w 8062436"/>
                  <a:gd name="connsiteY199" fmla="*/ 1484757 h 3162490"/>
                  <a:gd name="connsiteX200" fmla="*/ 2809875 w 8062436"/>
                  <a:gd name="connsiteY200" fmla="*/ 1475232 h 3162490"/>
                  <a:gd name="connsiteX201" fmla="*/ 2819400 w 8062436"/>
                  <a:gd name="connsiteY201" fmla="*/ 1465707 h 3162490"/>
                  <a:gd name="connsiteX202" fmla="*/ 2980277 w 8062436"/>
                  <a:gd name="connsiteY202" fmla="*/ 1465707 h 3162490"/>
                  <a:gd name="connsiteX203" fmla="*/ 2989802 w 8062436"/>
                  <a:gd name="connsiteY203" fmla="*/ 1475232 h 3162490"/>
                  <a:gd name="connsiteX204" fmla="*/ 2980277 w 8062436"/>
                  <a:gd name="connsiteY204" fmla="*/ 1484757 h 3162490"/>
                  <a:gd name="connsiteX205" fmla="*/ 3140488 w 8062436"/>
                  <a:gd name="connsiteY205" fmla="*/ 1474565 h 3162490"/>
                  <a:gd name="connsiteX206" fmla="*/ 3131153 w 8062436"/>
                  <a:gd name="connsiteY206" fmla="*/ 1466945 h 3162490"/>
                  <a:gd name="connsiteX207" fmla="*/ 3138583 w 8062436"/>
                  <a:gd name="connsiteY207" fmla="*/ 1455706 h 3162490"/>
                  <a:gd name="connsiteX208" fmla="*/ 3285077 w 8062436"/>
                  <a:gd name="connsiteY208" fmla="*/ 1399127 h 3162490"/>
                  <a:gd name="connsiteX209" fmla="*/ 3298127 w 8062436"/>
                  <a:gd name="connsiteY209" fmla="*/ 1402461 h 3162490"/>
                  <a:gd name="connsiteX210" fmla="*/ 3294793 w 8062436"/>
                  <a:gd name="connsiteY210" fmla="*/ 1415510 h 3162490"/>
                  <a:gd name="connsiteX211" fmla="*/ 3142488 w 8062436"/>
                  <a:gd name="connsiteY211" fmla="*/ 1474375 h 3162490"/>
                  <a:gd name="connsiteX212" fmla="*/ 3140488 w 8062436"/>
                  <a:gd name="connsiteY212" fmla="*/ 1474565 h 3162490"/>
                  <a:gd name="connsiteX213" fmla="*/ 3412808 w 8062436"/>
                  <a:gd name="connsiteY213" fmla="*/ 1314164 h 3162490"/>
                  <a:gd name="connsiteX214" fmla="*/ 3406616 w 8062436"/>
                  <a:gd name="connsiteY214" fmla="*/ 1311878 h 3162490"/>
                  <a:gd name="connsiteX215" fmla="*/ 3405664 w 8062436"/>
                  <a:gd name="connsiteY215" fmla="*/ 1298448 h 3162490"/>
                  <a:gd name="connsiteX216" fmla="*/ 3487579 w 8062436"/>
                  <a:gd name="connsiteY216" fmla="*/ 1164527 h 3162490"/>
                  <a:gd name="connsiteX217" fmla="*/ 3499961 w 8062436"/>
                  <a:gd name="connsiteY217" fmla="*/ 1159288 h 3162490"/>
                  <a:gd name="connsiteX218" fmla="*/ 3505200 w 8062436"/>
                  <a:gd name="connsiteY218" fmla="*/ 1171670 h 3162490"/>
                  <a:gd name="connsiteX219" fmla="*/ 3420047 w 8062436"/>
                  <a:gd name="connsiteY219" fmla="*/ 1310926 h 3162490"/>
                  <a:gd name="connsiteX220" fmla="*/ 3412808 w 8062436"/>
                  <a:gd name="connsiteY220" fmla="*/ 1314164 h 3162490"/>
                  <a:gd name="connsiteX221" fmla="*/ 6633305 w 8062436"/>
                  <a:gd name="connsiteY221" fmla="*/ 1313688 h 3162490"/>
                  <a:gd name="connsiteX222" fmla="*/ 6626066 w 8062436"/>
                  <a:gd name="connsiteY222" fmla="*/ 1310354 h 3162490"/>
                  <a:gd name="connsiteX223" fmla="*/ 6627114 w 8062436"/>
                  <a:gd name="connsiteY223" fmla="*/ 1296924 h 3162490"/>
                  <a:gd name="connsiteX224" fmla="*/ 6766655 w 8062436"/>
                  <a:gd name="connsiteY224" fmla="*/ 1212247 h 3162490"/>
                  <a:gd name="connsiteX225" fmla="*/ 6779038 w 8062436"/>
                  <a:gd name="connsiteY225" fmla="*/ 1217581 h 3162490"/>
                  <a:gd name="connsiteX226" fmla="*/ 6773704 w 8062436"/>
                  <a:gd name="connsiteY226" fmla="*/ 1229963 h 3162490"/>
                  <a:gd name="connsiteX227" fmla="*/ 6639497 w 8062436"/>
                  <a:gd name="connsiteY227" fmla="*/ 1311402 h 3162490"/>
                  <a:gd name="connsiteX228" fmla="*/ 6633305 w 8062436"/>
                  <a:gd name="connsiteY228" fmla="*/ 1313688 h 3162490"/>
                  <a:gd name="connsiteX229" fmla="*/ 5036534 w 8062436"/>
                  <a:gd name="connsiteY229" fmla="*/ 1214438 h 3162490"/>
                  <a:gd name="connsiteX230" fmla="*/ 5027009 w 8062436"/>
                  <a:gd name="connsiteY230" fmla="*/ 1204913 h 3162490"/>
                  <a:gd name="connsiteX231" fmla="*/ 5027009 w 8062436"/>
                  <a:gd name="connsiteY231" fmla="*/ 1043940 h 3162490"/>
                  <a:gd name="connsiteX232" fmla="*/ 5036534 w 8062436"/>
                  <a:gd name="connsiteY232" fmla="*/ 1034415 h 3162490"/>
                  <a:gd name="connsiteX233" fmla="*/ 5046059 w 8062436"/>
                  <a:gd name="connsiteY233" fmla="*/ 1043940 h 3162490"/>
                  <a:gd name="connsiteX234" fmla="*/ 5046059 w 8062436"/>
                  <a:gd name="connsiteY234" fmla="*/ 1204913 h 3162490"/>
                  <a:gd name="connsiteX235" fmla="*/ 5036534 w 8062436"/>
                  <a:gd name="connsiteY235" fmla="*/ 1214438 h 3162490"/>
                  <a:gd name="connsiteX236" fmla="*/ 6926581 w 8062436"/>
                  <a:gd name="connsiteY236" fmla="*/ 1196149 h 3162490"/>
                  <a:gd name="connsiteX237" fmla="*/ 6917056 w 8062436"/>
                  <a:gd name="connsiteY237" fmla="*/ 1187101 h 3162490"/>
                  <a:gd name="connsiteX238" fmla="*/ 6926009 w 8062436"/>
                  <a:gd name="connsiteY238" fmla="*/ 1177099 h 3162490"/>
                  <a:gd name="connsiteX239" fmla="*/ 6953250 w 8062436"/>
                  <a:gd name="connsiteY239" fmla="*/ 1176338 h 3162490"/>
                  <a:gd name="connsiteX240" fmla="*/ 7087457 w 8062436"/>
                  <a:gd name="connsiteY240" fmla="*/ 1176338 h 3162490"/>
                  <a:gd name="connsiteX241" fmla="*/ 7096982 w 8062436"/>
                  <a:gd name="connsiteY241" fmla="*/ 1185863 h 3162490"/>
                  <a:gd name="connsiteX242" fmla="*/ 7087457 w 8062436"/>
                  <a:gd name="connsiteY242" fmla="*/ 1195388 h 3162490"/>
                  <a:gd name="connsiteX243" fmla="*/ 6953250 w 8062436"/>
                  <a:gd name="connsiteY243" fmla="*/ 1195388 h 3162490"/>
                  <a:gd name="connsiteX244" fmla="*/ 6927057 w 8062436"/>
                  <a:gd name="connsiteY244" fmla="*/ 1196054 h 3162490"/>
                  <a:gd name="connsiteX245" fmla="*/ 6926581 w 8062436"/>
                  <a:gd name="connsiteY245" fmla="*/ 1196149 h 3162490"/>
                  <a:gd name="connsiteX246" fmla="*/ 8052912 w 8062436"/>
                  <a:gd name="connsiteY246" fmla="*/ 1195483 h 3162490"/>
                  <a:gd name="connsiteX247" fmla="*/ 7892034 w 8062436"/>
                  <a:gd name="connsiteY247" fmla="*/ 1195483 h 3162490"/>
                  <a:gd name="connsiteX248" fmla="*/ 7882509 w 8062436"/>
                  <a:gd name="connsiteY248" fmla="*/ 1185958 h 3162490"/>
                  <a:gd name="connsiteX249" fmla="*/ 7892034 w 8062436"/>
                  <a:gd name="connsiteY249" fmla="*/ 1176433 h 3162490"/>
                  <a:gd name="connsiteX250" fmla="*/ 8052912 w 8062436"/>
                  <a:gd name="connsiteY250" fmla="*/ 1176433 h 3162490"/>
                  <a:gd name="connsiteX251" fmla="*/ 8062437 w 8062436"/>
                  <a:gd name="connsiteY251" fmla="*/ 1185958 h 3162490"/>
                  <a:gd name="connsiteX252" fmla="*/ 8052912 w 8062436"/>
                  <a:gd name="connsiteY252" fmla="*/ 1195483 h 3162490"/>
                  <a:gd name="connsiteX253" fmla="*/ 7731062 w 8062436"/>
                  <a:gd name="connsiteY253" fmla="*/ 1195483 h 3162490"/>
                  <a:gd name="connsiteX254" fmla="*/ 7570184 w 8062436"/>
                  <a:gd name="connsiteY254" fmla="*/ 1195483 h 3162490"/>
                  <a:gd name="connsiteX255" fmla="*/ 7560659 w 8062436"/>
                  <a:gd name="connsiteY255" fmla="*/ 1185958 h 3162490"/>
                  <a:gd name="connsiteX256" fmla="*/ 7570184 w 8062436"/>
                  <a:gd name="connsiteY256" fmla="*/ 1176433 h 3162490"/>
                  <a:gd name="connsiteX257" fmla="*/ 7731062 w 8062436"/>
                  <a:gd name="connsiteY257" fmla="*/ 1176433 h 3162490"/>
                  <a:gd name="connsiteX258" fmla="*/ 7740587 w 8062436"/>
                  <a:gd name="connsiteY258" fmla="*/ 1185958 h 3162490"/>
                  <a:gd name="connsiteX259" fmla="*/ 7731062 w 8062436"/>
                  <a:gd name="connsiteY259" fmla="*/ 1195483 h 3162490"/>
                  <a:gd name="connsiteX260" fmla="*/ 7409212 w 8062436"/>
                  <a:gd name="connsiteY260" fmla="*/ 1195483 h 3162490"/>
                  <a:gd name="connsiteX261" fmla="*/ 7248335 w 8062436"/>
                  <a:gd name="connsiteY261" fmla="*/ 1195483 h 3162490"/>
                  <a:gd name="connsiteX262" fmla="*/ 7238810 w 8062436"/>
                  <a:gd name="connsiteY262" fmla="*/ 1185958 h 3162490"/>
                  <a:gd name="connsiteX263" fmla="*/ 7248335 w 8062436"/>
                  <a:gd name="connsiteY263" fmla="*/ 1176433 h 3162490"/>
                  <a:gd name="connsiteX264" fmla="*/ 7409212 w 8062436"/>
                  <a:gd name="connsiteY264" fmla="*/ 1176433 h 3162490"/>
                  <a:gd name="connsiteX265" fmla="*/ 7418737 w 8062436"/>
                  <a:gd name="connsiteY265" fmla="*/ 1185958 h 3162490"/>
                  <a:gd name="connsiteX266" fmla="*/ 7409212 w 8062436"/>
                  <a:gd name="connsiteY266" fmla="*/ 1195483 h 3162490"/>
                  <a:gd name="connsiteX267" fmla="*/ 3531394 w 8062436"/>
                  <a:gd name="connsiteY267" fmla="*/ 1021271 h 3162490"/>
                  <a:gd name="connsiteX268" fmla="*/ 3530822 w 8062436"/>
                  <a:gd name="connsiteY268" fmla="*/ 1021271 h 3162490"/>
                  <a:gd name="connsiteX269" fmla="*/ 3521869 w 8062436"/>
                  <a:gd name="connsiteY269" fmla="*/ 1011174 h 3162490"/>
                  <a:gd name="connsiteX270" fmla="*/ 3522631 w 8062436"/>
                  <a:gd name="connsiteY270" fmla="*/ 983361 h 3162490"/>
                  <a:gd name="connsiteX271" fmla="*/ 3522631 w 8062436"/>
                  <a:gd name="connsiteY271" fmla="*/ 850773 h 3162490"/>
                  <a:gd name="connsiteX272" fmla="*/ 3532156 w 8062436"/>
                  <a:gd name="connsiteY272" fmla="*/ 841248 h 3162490"/>
                  <a:gd name="connsiteX273" fmla="*/ 3541681 w 8062436"/>
                  <a:gd name="connsiteY273" fmla="*/ 850773 h 3162490"/>
                  <a:gd name="connsiteX274" fmla="*/ 3541681 w 8062436"/>
                  <a:gd name="connsiteY274" fmla="*/ 983361 h 3162490"/>
                  <a:gd name="connsiteX275" fmla="*/ 3540824 w 8062436"/>
                  <a:gd name="connsiteY275" fmla="*/ 1012222 h 3162490"/>
                  <a:gd name="connsiteX276" fmla="*/ 3531394 w 8062436"/>
                  <a:gd name="connsiteY276" fmla="*/ 1021271 h 3162490"/>
                  <a:gd name="connsiteX277" fmla="*/ 5036534 w 8062436"/>
                  <a:gd name="connsiteY277" fmla="*/ 892588 h 3162490"/>
                  <a:gd name="connsiteX278" fmla="*/ 5027009 w 8062436"/>
                  <a:gd name="connsiteY278" fmla="*/ 883063 h 3162490"/>
                  <a:gd name="connsiteX279" fmla="*/ 5027009 w 8062436"/>
                  <a:gd name="connsiteY279" fmla="*/ 761619 h 3162490"/>
                  <a:gd name="connsiteX280" fmla="*/ 5025962 w 8062436"/>
                  <a:gd name="connsiteY280" fmla="*/ 722662 h 3162490"/>
                  <a:gd name="connsiteX281" fmla="*/ 5035011 w 8062436"/>
                  <a:gd name="connsiteY281" fmla="*/ 712661 h 3162490"/>
                  <a:gd name="connsiteX282" fmla="*/ 5045012 w 8062436"/>
                  <a:gd name="connsiteY282" fmla="*/ 721709 h 3162490"/>
                  <a:gd name="connsiteX283" fmla="*/ 5046059 w 8062436"/>
                  <a:gd name="connsiteY283" fmla="*/ 761619 h 3162490"/>
                  <a:gd name="connsiteX284" fmla="*/ 5046059 w 8062436"/>
                  <a:gd name="connsiteY284" fmla="*/ 883063 h 3162490"/>
                  <a:gd name="connsiteX285" fmla="*/ 5036534 w 8062436"/>
                  <a:gd name="connsiteY285" fmla="*/ 892588 h 3162490"/>
                  <a:gd name="connsiteX286" fmla="*/ 3535585 w 8062436"/>
                  <a:gd name="connsiteY286" fmla="*/ 699611 h 3162490"/>
                  <a:gd name="connsiteX287" fmla="*/ 3534632 w 8062436"/>
                  <a:gd name="connsiteY287" fmla="*/ 699611 h 3162490"/>
                  <a:gd name="connsiteX288" fmla="*/ 3526060 w 8062436"/>
                  <a:gd name="connsiteY288" fmla="*/ 689229 h 3162490"/>
                  <a:gd name="connsiteX289" fmla="*/ 3558540 w 8062436"/>
                  <a:gd name="connsiteY289" fmla="*/ 529876 h 3162490"/>
                  <a:gd name="connsiteX290" fmla="*/ 3570542 w 8062436"/>
                  <a:gd name="connsiteY290" fmla="*/ 523685 h 3162490"/>
                  <a:gd name="connsiteX291" fmla="*/ 3576733 w 8062436"/>
                  <a:gd name="connsiteY291" fmla="*/ 535686 h 3162490"/>
                  <a:gd name="connsiteX292" fmla="*/ 3545015 w 8062436"/>
                  <a:gd name="connsiteY292" fmla="*/ 691039 h 3162490"/>
                  <a:gd name="connsiteX293" fmla="*/ 3535585 w 8062436"/>
                  <a:gd name="connsiteY293" fmla="*/ 699611 h 3162490"/>
                  <a:gd name="connsiteX294" fmla="*/ 5010150 w 8062436"/>
                  <a:gd name="connsiteY294" fmla="*/ 573119 h 3162490"/>
                  <a:gd name="connsiteX295" fmla="*/ 5001006 w 8062436"/>
                  <a:gd name="connsiteY295" fmla="*/ 566071 h 3162490"/>
                  <a:gd name="connsiteX296" fmla="*/ 4943189 w 8062436"/>
                  <a:gd name="connsiteY296" fmla="*/ 418433 h 3162490"/>
                  <a:gd name="connsiteX297" fmla="*/ 4947190 w 8062436"/>
                  <a:gd name="connsiteY297" fmla="*/ 405574 h 3162490"/>
                  <a:gd name="connsiteX298" fmla="*/ 4960049 w 8062436"/>
                  <a:gd name="connsiteY298" fmla="*/ 409575 h 3162490"/>
                  <a:gd name="connsiteX299" fmla="*/ 5019389 w 8062436"/>
                  <a:gd name="connsiteY299" fmla="*/ 560927 h 3162490"/>
                  <a:gd name="connsiteX300" fmla="*/ 5012722 w 8062436"/>
                  <a:gd name="connsiteY300" fmla="*/ 572643 h 3162490"/>
                  <a:gd name="connsiteX301" fmla="*/ 5010150 w 8062436"/>
                  <a:gd name="connsiteY301" fmla="*/ 573119 h 3162490"/>
                  <a:gd name="connsiteX302" fmla="*/ 3632645 w 8062436"/>
                  <a:gd name="connsiteY302" fmla="*/ 395383 h 3162490"/>
                  <a:gd name="connsiteX303" fmla="*/ 3627882 w 8062436"/>
                  <a:gd name="connsiteY303" fmla="*/ 394145 h 3162490"/>
                  <a:gd name="connsiteX304" fmla="*/ 3624358 w 8062436"/>
                  <a:gd name="connsiteY304" fmla="*/ 381095 h 3162490"/>
                  <a:gd name="connsiteX305" fmla="*/ 3720275 w 8062436"/>
                  <a:gd name="connsiteY305" fmla="*/ 249746 h 3162490"/>
                  <a:gd name="connsiteX306" fmla="*/ 3733705 w 8062436"/>
                  <a:gd name="connsiteY306" fmla="*/ 249079 h 3162490"/>
                  <a:gd name="connsiteX307" fmla="*/ 3734372 w 8062436"/>
                  <a:gd name="connsiteY307" fmla="*/ 262509 h 3162490"/>
                  <a:gd name="connsiteX308" fmla="*/ 3640836 w 8062436"/>
                  <a:gd name="connsiteY308" fmla="*/ 390525 h 3162490"/>
                  <a:gd name="connsiteX309" fmla="*/ 3632645 w 8062436"/>
                  <a:gd name="connsiteY309" fmla="*/ 395383 h 3162490"/>
                  <a:gd name="connsiteX310" fmla="*/ 4862513 w 8062436"/>
                  <a:gd name="connsiteY310" fmla="*/ 290131 h 3162490"/>
                  <a:gd name="connsiteX311" fmla="*/ 4855178 w 8062436"/>
                  <a:gd name="connsiteY311" fmla="*/ 286703 h 3162490"/>
                  <a:gd name="connsiteX312" fmla="*/ 4741355 w 8062436"/>
                  <a:gd name="connsiteY312" fmla="*/ 176308 h 3162490"/>
                  <a:gd name="connsiteX313" fmla="*/ 4739736 w 8062436"/>
                  <a:gd name="connsiteY313" fmla="*/ 162973 h 3162490"/>
                  <a:gd name="connsiteX314" fmla="*/ 4753071 w 8062436"/>
                  <a:gd name="connsiteY314" fmla="*/ 161354 h 3162490"/>
                  <a:gd name="connsiteX315" fmla="*/ 4869752 w 8062436"/>
                  <a:gd name="connsiteY315" fmla="*/ 274511 h 3162490"/>
                  <a:gd name="connsiteX316" fmla="*/ 4868514 w 8062436"/>
                  <a:gd name="connsiteY316" fmla="*/ 287941 h 3162490"/>
                  <a:gd name="connsiteX317" fmla="*/ 4862513 w 8062436"/>
                  <a:gd name="connsiteY317" fmla="*/ 290131 h 3162490"/>
                  <a:gd name="connsiteX318" fmla="*/ 3847243 w 8062436"/>
                  <a:gd name="connsiteY318" fmla="*/ 158972 h 3162490"/>
                  <a:gd name="connsiteX319" fmla="*/ 3839528 w 8062436"/>
                  <a:gd name="connsiteY319" fmla="*/ 154972 h 3162490"/>
                  <a:gd name="connsiteX320" fmla="*/ 3841718 w 8062436"/>
                  <a:gd name="connsiteY320" fmla="*/ 141732 h 3162490"/>
                  <a:gd name="connsiteX321" fmla="*/ 3983260 w 8062436"/>
                  <a:gd name="connsiteY321" fmla="*/ 61817 h 3162490"/>
                  <a:gd name="connsiteX322" fmla="*/ 3995738 w 8062436"/>
                  <a:gd name="connsiteY322" fmla="*/ 66770 h 3162490"/>
                  <a:gd name="connsiteX323" fmla="*/ 3990785 w 8062436"/>
                  <a:gd name="connsiteY323" fmla="*/ 79248 h 3162490"/>
                  <a:gd name="connsiteX324" fmla="*/ 3852767 w 8062436"/>
                  <a:gd name="connsiteY324" fmla="*/ 157163 h 3162490"/>
                  <a:gd name="connsiteX325" fmla="*/ 3847243 w 8062436"/>
                  <a:gd name="connsiteY325" fmla="*/ 158972 h 3162490"/>
                  <a:gd name="connsiteX326" fmla="*/ 4610958 w 8062436"/>
                  <a:gd name="connsiteY326" fmla="*/ 93440 h 3162490"/>
                  <a:gd name="connsiteX327" fmla="*/ 4606862 w 8062436"/>
                  <a:gd name="connsiteY327" fmla="*/ 92488 h 3162490"/>
                  <a:gd name="connsiteX328" fmla="*/ 4457510 w 8062436"/>
                  <a:gd name="connsiteY328" fmla="*/ 39338 h 3162490"/>
                  <a:gd name="connsiteX329" fmla="*/ 4450461 w 8062436"/>
                  <a:gd name="connsiteY329" fmla="*/ 27813 h 3162490"/>
                  <a:gd name="connsiteX330" fmla="*/ 4461891 w 8062436"/>
                  <a:gd name="connsiteY330" fmla="*/ 20764 h 3162490"/>
                  <a:gd name="connsiteX331" fmla="*/ 4615149 w 8062436"/>
                  <a:gd name="connsiteY331" fmla="*/ 75343 h 3162490"/>
                  <a:gd name="connsiteX332" fmla="*/ 4619625 w 8062436"/>
                  <a:gd name="connsiteY332" fmla="*/ 88106 h 3162490"/>
                  <a:gd name="connsiteX333" fmla="*/ 4610958 w 8062436"/>
                  <a:gd name="connsiteY333" fmla="*/ 93440 h 3162490"/>
                  <a:gd name="connsiteX334" fmla="*/ 4140422 w 8062436"/>
                  <a:gd name="connsiteY334" fmla="*/ 32766 h 3162490"/>
                  <a:gd name="connsiteX335" fmla="*/ 4131088 w 8062436"/>
                  <a:gd name="connsiteY335" fmla="*/ 25051 h 3162490"/>
                  <a:gd name="connsiteX336" fmla="*/ 4138613 w 8062436"/>
                  <a:gd name="connsiteY336" fmla="*/ 13906 h 3162490"/>
                  <a:gd name="connsiteX337" fmla="*/ 4284250 w 8062436"/>
                  <a:gd name="connsiteY337" fmla="*/ 0 h 3162490"/>
                  <a:gd name="connsiteX338" fmla="*/ 4300633 w 8062436"/>
                  <a:gd name="connsiteY338" fmla="*/ 190 h 3162490"/>
                  <a:gd name="connsiteX339" fmla="*/ 4309968 w 8062436"/>
                  <a:gd name="connsiteY339" fmla="*/ 9906 h 3162490"/>
                  <a:gd name="connsiteX340" fmla="*/ 4300252 w 8062436"/>
                  <a:gd name="connsiteY340" fmla="*/ 19240 h 3162490"/>
                  <a:gd name="connsiteX341" fmla="*/ 4284345 w 8062436"/>
                  <a:gd name="connsiteY341" fmla="*/ 19050 h 3162490"/>
                  <a:gd name="connsiteX342" fmla="*/ 4284250 w 8062436"/>
                  <a:gd name="connsiteY342" fmla="*/ 19050 h 3162490"/>
                  <a:gd name="connsiteX343" fmla="*/ 4142232 w 8062436"/>
                  <a:gd name="connsiteY343" fmla="*/ 32576 h 3162490"/>
                  <a:gd name="connsiteX344" fmla="*/ 4140422 w 8062436"/>
                  <a:gd name="connsiteY344" fmla="*/ 32766 h 3162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</a:cxnLst>
                <a:rect l="l" t="t" r="r" b="b"/>
                <a:pathLst>
                  <a:path w="8062436" h="3162490">
                    <a:moveTo>
                      <a:pt x="5805107" y="3162491"/>
                    </a:moveTo>
                    <a:cubicBezTo>
                      <a:pt x="5800154" y="3162491"/>
                      <a:pt x="5796058" y="3158681"/>
                      <a:pt x="5795582" y="3153727"/>
                    </a:cubicBezTo>
                    <a:cubicBezTo>
                      <a:pt x="5795201" y="3148489"/>
                      <a:pt x="5799106" y="3143917"/>
                      <a:pt x="5804345" y="3143536"/>
                    </a:cubicBezTo>
                    <a:cubicBezTo>
                      <a:pt x="5857209" y="3139440"/>
                      <a:pt x="5909501" y="3129343"/>
                      <a:pt x="5959793" y="3113532"/>
                    </a:cubicBezTo>
                    <a:cubicBezTo>
                      <a:pt x="5964841" y="3111913"/>
                      <a:pt x="5970175" y="3114770"/>
                      <a:pt x="5971699" y="3119724"/>
                    </a:cubicBezTo>
                    <a:cubicBezTo>
                      <a:pt x="5973318" y="3124772"/>
                      <a:pt x="5970461" y="3130106"/>
                      <a:pt x="5965508" y="3131630"/>
                    </a:cubicBezTo>
                    <a:cubicBezTo>
                      <a:pt x="5913787" y="3147822"/>
                      <a:pt x="5860066" y="3158204"/>
                      <a:pt x="5805773" y="3162491"/>
                    </a:cubicBezTo>
                    <a:cubicBezTo>
                      <a:pt x="5805583" y="3162491"/>
                      <a:pt x="5805297" y="3162491"/>
                      <a:pt x="5805107" y="3162491"/>
                    </a:cubicBezTo>
                    <a:close/>
                    <a:moveTo>
                      <a:pt x="5644706" y="3157061"/>
                    </a:moveTo>
                    <a:cubicBezTo>
                      <a:pt x="5644230" y="3157061"/>
                      <a:pt x="5643753" y="3157061"/>
                      <a:pt x="5643277" y="3156966"/>
                    </a:cubicBezTo>
                    <a:cubicBezTo>
                      <a:pt x="5589461" y="3149060"/>
                      <a:pt x="5536597" y="3135059"/>
                      <a:pt x="5486019" y="3115247"/>
                    </a:cubicBezTo>
                    <a:cubicBezTo>
                      <a:pt x="5481162" y="3113341"/>
                      <a:pt x="5478685" y="3107817"/>
                      <a:pt x="5480590" y="3102864"/>
                    </a:cubicBezTo>
                    <a:cubicBezTo>
                      <a:pt x="5482495" y="3098006"/>
                      <a:pt x="5488019" y="3095530"/>
                      <a:pt x="5492973" y="3097435"/>
                    </a:cubicBezTo>
                    <a:cubicBezTo>
                      <a:pt x="5542121" y="3116676"/>
                      <a:pt x="5593652" y="3130296"/>
                      <a:pt x="5646039" y="3138011"/>
                    </a:cubicBezTo>
                    <a:cubicBezTo>
                      <a:pt x="5651278" y="3138774"/>
                      <a:pt x="5654802" y="3143631"/>
                      <a:pt x="5654040" y="3148775"/>
                    </a:cubicBezTo>
                    <a:cubicBezTo>
                      <a:pt x="5653373" y="3153727"/>
                      <a:pt x="5649278" y="3157061"/>
                      <a:pt x="5644706" y="3157061"/>
                    </a:cubicBezTo>
                    <a:close/>
                    <a:moveTo>
                      <a:pt x="6109430" y="3066955"/>
                    </a:moveTo>
                    <a:cubicBezTo>
                      <a:pt x="6106192" y="3066955"/>
                      <a:pt x="6102953" y="3065240"/>
                      <a:pt x="6101239" y="3062288"/>
                    </a:cubicBezTo>
                    <a:cubicBezTo>
                      <a:pt x="6098572" y="3057716"/>
                      <a:pt x="6100096" y="3051905"/>
                      <a:pt x="6104668" y="3049238"/>
                    </a:cubicBezTo>
                    <a:cubicBezTo>
                      <a:pt x="6150198" y="3022473"/>
                      <a:pt x="6192869" y="2990469"/>
                      <a:pt x="6231350" y="2954179"/>
                    </a:cubicBezTo>
                    <a:cubicBezTo>
                      <a:pt x="6235161" y="2950560"/>
                      <a:pt x="6241161" y="2950750"/>
                      <a:pt x="6244781" y="2954560"/>
                    </a:cubicBezTo>
                    <a:cubicBezTo>
                      <a:pt x="6248400" y="2958370"/>
                      <a:pt x="6248210" y="2964370"/>
                      <a:pt x="6244399" y="2967990"/>
                    </a:cubicBezTo>
                    <a:cubicBezTo>
                      <a:pt x="6204871" y="3005328"/>
                      <a:pt x="6161056" y="3038189"/>
                      <a:pt x="6114288" y="3065621"/>
                    </a:cubicBezTo>
                    <a:cubicBezTo>
                      <a:pt x="6112764" y="3066479"/>
                      <a:pt x="6111049" y="3066955"/>
                      <a:pt x="6109430" y="3066955"/>
                    </a:cubicBezTo>
                    <a:close/>
                    <a:moveTo>
                      <a:pt x="5347621" y="3040952"/>
                    </a:moveTo>
                    <a:cubicBezTo>
                      <a:pt x="5345811" y="3040952"/>
                      <a:pt x="5343906" y="3040380"/>
                      <a:pt x="5342287" y="3039333"/>
                    </a:cubicBezTo>
                    <a:cubicBezTo>
                      <a:pt x="5297424" y="3008757"/>
                      <a:pt x="5255991" y="2972943"/>
                      <a:pt x="5219129" y="2933129"/>
                    </a:cubicBezTo>
                    <a:cubicBezTo>
                      <a:pt x="5215509" y="2929224"/>
                      <a:pt x="5215795" y="2923223"/>
                      <a:pt x="5219605" y="2919699"/>
                    </a:cubicBezTo>
                    <a:cubicBezTo>
                      <a:pt x="5223510" y="2916079"/>
                      <a:pt x="5229511" y="2916365"/>
                      <a:pt x="5233035" y="2920175"/>
                    </a:cubicBezTo>
                    <a:cubicBezTo>
                      <a:pt x="5268944" y="2959036"/>
                      <a:pt x="5309330" y="2993803"/>
                      <a:pt x="5352955" y="3023616"/>
                    </a:cubicBezTo>
                    <a:cubicBezTo>
                      <a:pt x="5357337" y="3026569"/>
                      <a:pt x="5358384" y="3032474"/>
                      <a:pt x="5355432" y="3036856"/>
                    </a:cubicBezTo>
                    <a:cubicBezTo>
                      <a:pt x="5353622" y="3039523"/>
                      <a:pt x="5350669" y="3040952"/>
                      <a:pt x="5347621" y="3040952"/>
                    </a:cubicBezTo>
                    <a:close/>
                    <a:moveTo>
                      <a:pt x="6341459" y="2847975"/>
                    </a:moveTo>
                    <a:cubicBezTo>
                      <a:pt x="6339649" y="2847975"/>
                      <a:pt x="6337840" y="2847499"/>
                      <a:pt x="6336125" y="2846356"/>
                    </a:cubicBezTo>
                    <a:cubicBezTo>
                      <a:pt x="6331744" y="2843403"/>
                      <a:pt x="6330601" y="2837498"/>
                      <a:pt x="6333554" y="2833116"/>
                    </a:cubicBezTo>
                    <a:cubicBezTo>
                      <a:pt x="6362986" y="2789111"/>
                      <a:pt x="6387465" y="2741771"/>
                      <a:pt x="6406230" y="2692432"/>
                    </a:cubicBezTo>
                    <a:cubicBezTo>
                      <a:pt x="6408134" y="2687479"/>
                      <a:pt x="6413564" y="2685003"/>
                      <a:pt x="6418517" y="2686908"/>
                    </a:cubicBezTo>
                    <a:cubicBezTo>
                      <a:pt x="6423470" y="2688812"/>
                      <a:pt x="6425947" y="2694241"/>
                      <a:pt x="6424041" y="2699195"/>
                    </a:cubicBezTo>
                    <a:cubicBezTo>
                      <a:pt x="6404801" y="2749868"/>
                      <a:pt x="6379655" y="2798445"/>
                      <a:pt x="6349461" y="2843689"/>
                    </a:cubicBezTo>
                    <a:cubicBezTo>
                      <a:pt x="6347555" y="2846451"/>
                      <a:pt x="6344603" y="2847975"/>
                      <a:pt x="6341459" y="2847975"/>
                    </a:cubicBezTo>
                    <a:close/>
                    <a:moveTo>
                      <a:pt x="5130927" y="2806827"/>
                    </a:moveTo>
                    <a:cubicBezTo>
                      <a:pt x="5127593" y="2806827"/>
                      <a:pt x="5124450" y="2805113"/>
                      <a:pt x="5122641" y="2802065"/>
                    </a:cubicBezTo>
                    <a:cubicBezTo>
                      <a:pt x="5095494" y="2754916"/>
                      <a:pt x="5073777" y="2704624"/>
                      <a:pt x="5057966" y="2652713"/>
                    </a:cubicBezTo>
                    <a:cubicBezTo>
                      <a:pt x="5056442" y="2647664"/>
                      <a:pt x="5059299" y="2642330"/>
                      <a:pt x="5064348" y="2640806"/>
                    </a:cubicBezTo>
                    <a:cubicBezTo>
                      <a:pt x="5069396" y="2639283"/>
                      <a:pt x="5074730" y="2642140"/>
                      <a:pt x="5076254" y="2647188"/>
                    </a:cubicBezTo>
                    <a:cubicBezTo>
                      <a:pt x="5091589" y="2697766"/>
                      <a:pt x="5112734" y="2746629"/>
                      <a:pt x="5139214" y="2792540"/>
                    </a:cubicBezTo>
                    <a:cubicBezTo>
                      <a:pt x="5141881" y="2797111"/>
                      <a:pt x="5140262" y="2802922"/>
                      <a:pt x="5135690" y="2805589"/>
                    </a:cubicBezTo>
                    <a:cubicBezTo>
                      <a:pt x="5134166" y="2806446"/>
                      <a:pt x="5132546" y="2806827"/>
                      <a:pt x="5130927" y="2806827"/>
                    </a:cubicBezTo>
                    <a:close/>
                    <a:moveTo>
                      <a:pt x="1302353" y="2762631"/>
                    </a:moveTo>
                    <a:lnTo>
                      <a:pt x="1296829" y="2762631"/>
                    </a:lnTo>
                    <a:cubicBezTo>
                      <a:pt x="1291590" y="2762631"/>
                      <a:pt x="1287304" y="2758345"/>
                      <a:pt x="1287304" y="2753106"/>
                    </a:cubicBezTo>
                    <a:cubicBezTo>
                      <a:pt x="1287304" y="2747867"/>
                      <a:pt x="1291590" y="2743581"/>
                      <a:pt x="1296829" y="2743581"/>
                    </a:cubicBezTo>
                    <a:lnTo>
                      <a:pt x="1302353" y="2743581"/>
                    </a:lnTo>
                    <a:cubicBezTo>
                      <a:pt x="1353693" y="2743581"/>
                      <a:pt x="1404938" y="2738533"/>
                      <a:pt x="1454849" y="2728627"/>
                    </a:cubicBezTo>
                    <a:cubicBezTo>
                      <a:pt x="1459992" y="2727674"/>
                      <a:pt x="1465040" y="2730913"/>
                      <a:pt x="1466088" y="2736152"/>
                    </a:cubicBezTo>
                    <a:cubicBezTo>
                      <a:pt x="1467136" y="2741295"/>
                      <a:pt x="1463802" y="2746344"/>
                      <a:pt x="1458563" y="2747391"/>
                    </a:cubicBezTo>
                    <a:cubicBezTo>
                      <a:pt x="1407414" y="2757392"/>
                      <a:pt x="1354836" y="2762631"/>
                      <a:pt x="1302353" y="2762631"/>
                    </a:cubicBezTo>
                    <a:close/>
                    <a:moveTo>
                      <a:pt x="1135952" y="2762631"/>
                    </a:moveTo>
                    <a:lnTo>
                      <a:pt x="975074" y="2762631"/>
                    </a:lnTo>
                    <a:cubicBezTo>
                      <a:pt x="969836" y="2762631"/>
                      <a:pt x="965549" y="2758345"/>
                      <a:pt x="965549" y="2753106"/>
                    </a:cubicBezTo>
                    <a:cubicBezTo>
                      <a:pt x="965549" y="2747867"/>
                      <a:pt x="969836" y="2743581"/>
                      <a:pt x="975074" y="2743581"/>
                    </a:cubicBezTo>
                    <a:lnTo>
                      <a:pt x="1135952" y="2743581"/>
                    </a:lnTo>
                    <a:cubicBezTo>
                      <a:pt x="1141190" y="2743581"/>
                      <a:pt x="1145477" y="2747867"/>
                      <a:pt x="1145477" y="2753106"/>
                    </a:cubicBezTo>
                    <a:cubicBezTo>
                      <a:pt x="1145477" y="2758345"/>
                      <a:pt x="1141190" y="2762631"/>
                      <a:pt x="1135952" y="2762631"/>
                    </a:cubicBezTo>
                    <a:close/>
                    <a:moveTo>
                      <a:pt x="814102" y="2762631"/>
                    </a:moveTo>
                    <a:lnTo>
                      <a:pt x="653225" y="2762631"/>
                    </a:lnTo>
                    <a:cubicBezTo>
                      <a:pt x="647986" y="2762631"/>
                      <a:pt x="643700" y="2758345"/>
                      <a:pt x="643700" y="2753106"/>
                    </a:cubicBezTo>
                    <a:cubicBezTo>
                      <a:pt x="643700" y="2747867"/>
                      <a:pt x="647986" y="2743581"/>
                      <a:pt x="653225" y="2743581"/>
                    </a:cubicBezTo>
                    <a:lnTo>
                      <a:pt x="814102" y="2743581"/>
                    </a:lnTo>
                    <a:cubicBezTo>
                      <a:pt x="819341" y="2743581"/>
                      <a:pt x="823627" y="2747867"/>
                      <a:pt x="823627" y="2753106"/>
                    </a:cubicBezTo>
                    <a:cubicBezTo>
                      <a:pt x="823627" y="2758345"/>
                      <a:pt x="819341" y="2762631"/>
                      <a:pt x="814102" y="2762631"/>
                    </a:cubicBezTo>
                    <a:close/>
                    <a:moveTo>
                      <a:pt x="492252" y="2762631"/>
                    </a:moveTo>
                    <a:lnTo>
                      <a:pt x="331375" y="2762631"/>
                    </a:lnTo>
                    <a:cubicBezTo>
                      <a:pt x="326136" y="2762631"/>
                      <a:pt x="321850" y="2758345"/>
                      <a:pt x="321850" y="2753106"/>
                    </a:cubicBezTo>
                    <a:cubicBezTo>
                      <a:pt x="321850" y="2747867"/>
                      <a:pt x="326136" y="2743581"/>
                      <a:pt x="331375" y="2743581"/>
                    </a:cubicBezTo>
                    <a:lnTo>
                      <a:pt x="492252" y="2743581"/>
                    </a:lnTo>
                    <a:cubicBezTo>
                      <a:pt x="497491" y="2743581"/>
                      <a:pt x="501777" y="2747867"/>
                      <a:pt x="501777" y="2753106"/>
                    </a:cubicBezTo>
                    <a:cubicBezTo>
                      <a:pt x="501777" y="2758345"/>
                      <a:pt x="497586" y="2762631"/>
                      <a:pt x="492252" y="2762631"/>
                    </a:cubicBezTo>
                    <a:close/>
                    <a:moveTo>
                      <a:pt x="170498" y="2762631"/>
                    </a:moveTo>
                    <a:lnTo>
                      <a:pt x="9525" y="2762631"/>
                    </a:lnTo>
                    <a:cubicBezTo>
                      <a:pt x="4286" y="2762631"/>
                      <a:pt x="0" y="2758345"/>
                      <a:pt x="0" y="2753106"/>
                    </a:cubicBezTo>
                    <a:cubicBezTo>
                      <a:pt x="0" y="2747867"/>
                      <a:pt x="4286" y="2743581"/>
                      <a:pt x="9525" y="2743581"/>
                    </a:cubicBezTo>
                    <a:lnTo>
                      <a:pt x="170402" y="2743581"/>
                    </a:lnTo>
                    <a:cubicBezTo>
                      <a:pt x="175641" y="2743581"/>
                      <a:pt x="179927" y="2747867"/>
                      <a:pt x="179927" y="2753106"/>
                    </a:cubicBezTo>
                    <a:cubicBezTo>
                      <a:pt x="180023" y="2758345"/>
                      <a:pt x="175736" y="2762631"/>
                      <a:pt x="170498" y="2762631"/>
                    </a:cubicBezTo>
                    <a:close/>
                    <a:moveTo>
                      <a:pt x="1610106" y="2700052"/>
                    </a:moveTo>
                    <a:cubicBezTo>
                      <a:pt x="1606391" y="2700052"/>
                      <a:pt x="1602867" y="2697861"/>
                      <a:pt x="1601343" y="2694241"/>
                    </a:cubicBezTo>
                    <a:cubicBezTo>
                      <a:pt x="1599248" y="2689384"/>
                      <a:pt x="1601534" y="2683764"/>
                      <a:pt x="1606391" y="2681764"/>
                    </a:cubicBezTo>
                    <a:cubicBezTo>
                      <a:pt x="1654969" y="2661095"/>
                      <a:pt x="1701737" y="2635186"/>
                      <a:pt x="1745171" y="2604897"/>
                    </a:cubicBezTo>
                    <a:cubicBezTo>
                      <a:pt x="1749457" y="2601849"/>
                      <a:pt x="1755458" y="2602992"/>
                      <a:pt x="1758410" y="2607278"/>
                    </a:cubicBezTo>
                    <a:cubicBezTo>
                      <a:pt x="1761458" y="2611565"/>
                      <a:pt x="1760315" y="2617565"/>
                      <a:pt x="1756029" y="2620518"/>
                    </a:cubicBezTo>
                    <a:cubicBezTo>
                      <a:pt x="1711452" y="2651570"/>
                      <a:pt x="1663637" y="2678049"/>
                      <a:pt x="1613821" y="2699195"/>
                    </a:cubicBezTo>
                    <a:cubicBezTo>
                      <a:pt x="1612678" y="2699766"/>
                      <a:pt x="1611344" y="2700052"/>
                      <a:pt x="1610106" y="2700052"/>
                    </a:cubicBezTo>
                    <a:close/>
                    <a:moveTo>
                      <a:pt x="6454807" y="2549843"/>
                    </a:moveTo>
                    <a:cubicBezTo>
                      <a:pt x="6454331" y="2549843"/>
                      <a:pt x="6453949" y="2549843"/>
                      <a:pt x="6453473" y="2549747"/>
                    </a:cubicBezTo>
                    <a:cubicBezTo>
                      <a:pt x="6448235" y="2548985"/>
                      <a:pt x="6444615" y="2544223"/>
                      <a:pt x="6445377" y="2538984"/>
                    </a:cubicBezTo>
                    <a:cubicBezTo>
                      <a:pt x="6449759" y="2507266"/>
                      <a:pt x="6451950" y="2474881"/>
                      <a:pt x="6451950" y="2442591"/>
                    </a:cubicBezTo>
                    <a:lnTo>
                      <a:pt x="6451950" y="2379631"/>
                    </a:lnTo>
                    <a:cubicBezTo>
                      <a:pt x="6451950" y="2374392"/>
                      <a:pt x="6456236" y="2370106"/>
                      <a:pt x="6461475" y="2370106"/>
                    </a:cubicBezTo>
                    <a:cubicBezTo>
                      <a:pt x="6466713" y="2370106"/>
                      <a:pt x="6471000" y="2374392"/>
                      <a:pt x="6471000" y="2379631"/>
                    </a:cubicBezTo>
                    <a:lnTo>
                      <a:pt x="6471000" y="2442591"/>
                    </a:lnTo>
                    <a:cubicBezTo>
                      <a:pt x="6471000" y="2475643"/>
                      <a:pt x="6468714" y="2508980"/>
                      <a:pt x="6464237" y="2541556"/>
                    </a:cubicBezTo>
                    <a:cubicBezTo>
                      <a:pt x="6463570" y="2546414"/>
                      <a:pt x="6459474" y="2549843"/>
                      <a:pt x="6454807" y="2549843"/>
                    </a:cubicBezTo>
                    <a:close/>
                    <a:moveTo>
                      <a:pt x="1872520" y="2517648"/>
                    </a:moveTo>
                    <a:cubicBezTo>
                      <a:pt x="1870139" y="2517648"/>
                      <a:pt x="1867853" y="2516791"/>
                      <a:pt x="1865948" y="2515076"/>
                    </a:cubicBezTo>
                    <a:cubicBezTo>
                      <a:pt x="1862138" y="2511457"/>
                      <a:pt x="1861947" y="2505456"/>
                      <a:pt x="1865567" y="2501646"/>
                    </a:cubicBezTo>
                    <a:cubicBezTo>
                      <a:pt x="1902047" y="2463260"/>
                      <a:pt x="1934623" y="2420969"/>
                      <a:pt x="1962531" y="2376107"/>
                    </a:cubicBezTo>
                    <a:cubicBezTo>
                      <a:pt x="1965293" y="2371630"/>
                      <a:pt x="1971199" y="2370296"/>
                      <a:pt x="1975676" y="2373059"/>
                    </a:cubicBezTo>
                    <a:cubicBezTo>
                      <a:pt x="1980152" y="2375821"/>
                      <a:pt x="1981486" y="2381726"/>
                      <a:pt x="1978724" y="2386203"/>
                    </a:cubicBezTo>
                    <a:cubicBezTo>
                      <a:pt x="1950149" y="2432209"/>
                      <a:pt x="1916716" y="2475453"/>
                      <a:pt x="1879378" y="2514791"/>
                    </a:cubicBezTo>
                    <a:cubicBezTo>
                      <a:pt x="1877568" y="2516601"/>
                      <a:pt x="1874996" y="2517648"/>
                      <a:pt x="1872520" y="2517648"/>
                    </a:cubicBezTo>
                    <a:close/>
                    <a:moveTo>
                      <a:pt x="5038154" y="2501646"/>
                    </a:moveTo>
                    <a:cubicBezTo>
                      <a:pt x="5033201" y="2501646"/>
                      <a:pt x="5029010" y="2497836"/>
                      <a:pt x="5028629" y="2492788"/>
                    </a:cubicBezTo>
                    <a:cubicBezTo>
                      <a:pt x="5027486" y="2476214"/>
                      <a:pt x="5026914" y="2459355"/>
                      <a:pt x="5026914" y="2442782"/>
                    </a:cubicBezTo>
                    <a:lnTo>
                      <a:pt x="5026914" y="2331339"/>
                    </a:lnTo>
                    <a:cubicBezTo>
                      <a:pt x="5026914" y="2326101"/>
                      <a:pt x="5031200" y="2321814"/>
                      <a:pt x="5036439" y="2321814"/>
                    </a:cubicBezTo>
                    <a:cubicBezTo>
                      <a:pt x="5041678" y="2321814"/>
                      <a:pt x="5045964" y="2326101"/>
                      <a:pt x="5045964" y="2331339"/>
                    </a:cubicBezTo>
                    <a:lnTo>
                      <a:pt x="5045964" y="2442782"/>
                    </a:lnTo>
                    <a:cubicBezTo>
                      <a:pt x="5045964" y="2458974"/>
                      <a:pt x="5046536" y="2475453"/>
                      <a:pt x="5047584" y="2491550"/>
                    </a:cubicBezTo>
                    <a:cubicBezTo>
                      <a:pt x="5047964" y="2496788"/>
                      <a:pt x="5043964" y="2501360"/>
                      <a:pt x="5038725" y="2501742"/>
                    </a:cubicBezTo>
                    <a:cubicBezTo>
                      <a:pt x="5038630" y="2501646"/>
                      <a:pt x="5038344" y="2501646"/>
                      <a:pt x="5038154" y="2501646"/>
                    </a:cubicBezTo>
                    <a:close/>
                    <a:moveTo>
                      <a:pt x="2040922" y="2246090"/>
                    </a:moveTo>
                    <a:cubicBezTo>
                      <a:pt x="2039874" y="2246090"/>
                      <a:pt x="2038731" y="2245900"/>
                      <a:pt x="2037683" y="2245519"/>
                    </a:cubicBezTo>
                    <a:cubicBezTo>
                      <a:pt x="2032730" y="2243709"/>
                      <a:pt x="2030159" y="2238280"/>
                      <a:pt x="2031968" y="2233327"/>
                    </a:cubicBezTo>
                    <a:cubicBezTo>
                      <a:pt x="2050066" y="2183702"/>
                      <a:pt x="2063115" y="2131981"/>
                      <a:pt x="2070735" y="2079498"/>
                    </a:cubicBezTo>
                    <a:cubicBezTo>
                      <a:pt x="2071497" y="2074259"/>
                      <a:pt x="2076355" y="2070735"/>
                      <a:pt x="2081498" y="2071402"/>
                    </a:cubicBezTo>
                    <a:cubicBezTo>
                      <a:pt x="2086737" y="2072164"/>
                      <a:pt x="2090357" y="2077022"/>
                      <a:pt x="2089595" y="2082165"/>
                    </a:cubicBezTo>
                    <a:cubicBezTo>
                      <a:pt x="2081784" y="2135886"/>
                      <a:pt x="2068449" y="2188940"/>
                      <a:pt x="2049875" y="2239804"/>
                    </a:cubicBezTo>
                    <a:cubicBezTo>
                      <a:pt x="2048447" y="2243709"/>
                      <a:pt x="2044827" y="2246090"/>
                      <a:pt x="2040922" y="2246090"/>
                    </a:cubicBezTo>
                    <a:close/>
                    <a:moveTo>
                      <a:pt x="6461475" y="2228374"/>
                    </a:moveTo>
                    <a:cubicBezTo>
                      <a:pt x="6456236" y="2228374"/>
                      <a:pt x="6451950" y="2224088"/>
                      <a:pt x="6451950" y="2218849"/>
                    </a:cubicBezTo>
                    <a:lnTo>
                      <a:pt x="6451950" y="2057972"/>
                    </a:lnTo>
                    <a:cubicBezTo>
                      <a:pt x="6451950" y="2052733"/>
                      <a:pt x="6456236" y="2048447"/>
                      <a:pt x="6461475" y="2048447"/>
                    </a:cubicBezTo>
                    <a:cubicBezTo>
                      <a:pt x="6466713" y="2048447"/>
                      <a:pt x="6471000" y="2052733"/>
                      <a:pt x="6471000" y="2057972"/>
                    </a:cubicBezTo>
                    <a:lnTo>
                      <a:pt x="6471000" y="2218849"/>
                    </a:lnTo>
                    <a:cubicBezTo>
                      <a:pt x="6471000" y="2224088"/>
                      <a:pt x="6466713" y="2228374"/>
                      <a:pt x="6461475" y="2228374"/>
                    </a:cubicBezTo>
                    <a:close/>
                    <a:moveTo>
                      <a:pt x="5036534" y="2179891"/>
                    </a:moveTo>
                    <a:cubicBezTo>
                      <a:pt x="5031296" y="2179891"/>
                      <a:pt x="5027009" y="2175605"/>
                      <a:pt x="5027009" y="2170366"/>
                    </a:cubicBezTo>
                    <a:lnTo>
                      <a:pt x="5027009" y="2009489"/>
                    </a:lnTo>
                    <a:cubicBezTo>
                      <a:pt x="5027009" y="2004251"/>
                      <a:pt x="5031296" y="1999964"/>
                      <a:pt x="5036534" y="1999964"/>
                    </a:cubicBezTo>
                    <a:cubicBezTo>
                      <a:pt x="5041773" y="1999964"/>
                      <a:pt x="5046059" y="2004251"/>
                      <a:pt x="5046059" y="2009489"/>
                    </a:cubicBezTo>
                    <a:lnTo>
                      <a:pt x="5046059" y="2170366"/>
                    </a:lnTo>
                    <a:cubicBezTo>
                      <a:pt x="5046059" y="2175605"/>
                      <a:pt x="5041773" y="2179891"/>
                      <a:pt x="5036534" y="2179891"/>
                    </a:cubicBezTo>
                    <a:close/>
                    <a:moveTo>
                      <a:pt x="2090547" y="1930051"/>
                    </a:moveTo>
                    <a:cubicBezTo>
                      <a:pt x="2090261" y="1930051"/>
                      <a:pt x="2089976" y="1930051"/>
                      <a:pt x="2089690" y="1930051"/>
                    </a:cubicBezTo>
                    <a:cubicBezTo>
                      <a:pt x="2084451" y="1929574"/>
                      <a:pt x="2080641" y="1924907"/>
                      <a:pt x="2081117" y="1919669"/>
                    </a:cubicBezTo>
                    <a:cubicBezTo>
                      <a:pt x="2086261" y="1864900"/>
                      <a:pt x="2100263" y="1811750"/>
                      <a:pt x="2122742" y="1761744"/>
                    </a:cubicBezTo>
                    <a:cubicBezTo>
                      <a:pt x="2124932" y="1756981"/>
                      <a:pt x="2130552" y="1754791"/>
                      <a:pt x="2135315" y="1756981"/>
                    </a:cubicBezTo>
                    <a:cubicBezTo>
                      <a:pt x="2140077" y="1759172"/>
                      <a:pt x="2142268" y="1764792"/>
                      <a:pt x="2140077" y="1769555"/>
                    </a:cubicBezTo>
                    <a:cubicBezTo>
                      <a:pt x="2118455" y="1817656"/>
                      <a:pt x="2105025" y="1868710"/>
                      <a:pt x="2100072" y="1921383"/>
                    </a:cubicBezTo>
                    <a:cubicBezTo>
                      <a:pt x="2099596" y="1926336"/>
                      <a:pt x="2095405" y="1930051"/>
                      <a:pt x="2090547" y="1930051"/>
                    </a:cubicBezTo>
                    <a:close/>
                    <a:moveTo>
                      <a:pt x="6461475" y="1906524"/>
                    </a:moveTo>
                    <a:cubicBezTo>
                      <a:pt x="6456236" y="1906524"/>
                      <a:pt x="6451950" y="1902238"/>
                      <a:pt x="6451950" y="1896999"/>
                    </a:cubicBezTo>
                    <a:lnTo>
                      <a:pt x="6451950" y="1736122"/>
                    </a:lnTo>
                    <a:cubicBezTo>
                      <a:pt x="6451950" y="1730883"/>
                      <a:pt x="6456236" y="1726597"/>
                      <a:pt x="6461475" y="1726597"/>
                    </a:cubicBezTo>
                    <a:cubicBezTo>
                      <a:pt x="6466713" y="1726597"/>
                      <a:pt x="6471000" y="1730883"/>
                      <a:pt x="6471000" y="1736122"/>
                    </a:cubicBezTo>
                    <a:lnTo>
                      <a:pt x="6471000" y="1896999"/>
                    </a:lnTo>
                    <a:cubicBezTo>
                      <a:pt x="6471000" y="1902333"/>
                      <a:pt x="6466713" y="1906524"/>
                      <a:pt x="6461475" y="1906524"/>
                    </a:cubicBezTo>
                    <a:close/>
                    <a:moveTo>
                      <a:pt x="5036534" y="1858042"/>
                    </a:moveTo>
                    <a:cubicBezTo>
                      <a:pt x="5031296" y="1858042"/>
                      <a:pt x="5027009" y="1853756"/>
                      <a:pt x="5027009" y="1848517"/>
                    </a:cubicBezTo>
                    <a:lnTo>
                      <a:pt x="5027009" y="1687639"/>
                    </a:lnTo>
                    <a:cubicBezTo>
                      <a:pt x="5027009" y="1682401"/>
                      <a:pt x="5031296" y="1678114"/>
                      <a:pt x="5036534" y="1678114"/>
                    </a:cubicBezTo>
                    <a:cubicBezTo>
                      <a:pt x="5041773" y="1678114"/>
                      <a:pt x="5046059" y="1682401"/>
                      <a:pt x="5046059" y="1687639"/>
                    </a:cubicBezTo>
                    <a:lnTo>
                      <a:pt x="5046059" y="1848517"/>
                    </a:lnTo>
                    <a:cubicBezTo>
                      <a:pt x="5046059" y="1853756"/>
                      <a:pt x="5041773" y="1858042"/>
                      <a:pt x="5036534" y="1858042"/>
                    </a:cubicBezTo>
                    <a:close/>
                    <a:moveTo>
                      <a:pt x="2219992" y="1641729"/>
                    </a:moveTo>
                    <a:cubicBezTo>
                      <a:pt x="2217706" y="1641729"/>
                      <a:pt x="2215325" y="1640872"/>
                      <a:pt x="2213515" y="1639157"/>
                    </a:cubicBezTo>
                    <a:cubicBezTo>
                      <a:pt x="2209705" y="1635538"/>
                      <a:pt x="2209419" y="1629537"/>
                      <a:pt x="2213039" y="1625727"/>
                    </a:cubicBezTo>
                    <a:cubicBezTo>
                      <a:pt x="2250472" y="1585436"/>
                      <a:pt x="2293906" y="1551813"/>
                      <a:pt x="2342102" y="1525810"/>
                    </a:cubicBezTo>
                    <a:cubicBezTo>
                      <a:pt x="2346770" y="1523333"/>
                      <a:pt x="2352485" y="1525048"/>
                      <a:pt x="2355057" y="1529620"/>
                    </a:cubicBezTo>
                    <a:cubicBezTo>
                      <a:pt x="2357533" y="1534287"/>
                      <a:pt x="2355818" y="1540002"/>
                      <a:pt x="2351246" y="1542574"/>
                    </a:cubicBezTo>
                    <a:cubicBezTo>
                      <a:pt x="2304860" y="1567624"/>
                      <a:pt x="2263045" y="1600010"/>
                      <a:pt x="2227040" y="1638776"/>
                    </a:cubicBezTo>
                    <a:cubicBezTo>
                      <a:pt x="2225040" y="1640681"/>
                      <a:pt x="2222468" y="1641729"/>
                      <a:pt x="2219992" y="1641729"/>
                    </a:cubicBezTo>
                    <a:close/>
                    <a:moveTo>
                      <a:pt x="6471952" y="1585531"/>
                    </a:moveTo>
                    <a:cubicBezTo>
                      <a:pt x="6471285" y="1585531"/>
                      <a:pt x="6470618" y="1585436"/>
                      <a:pt x="6469952" y="1585341"/>
                    </a:cubicBezTo>
                    <a:cubicBezTo>
                      <a:pt x="6464808" y="1584293"/>
                      <a:pt x="6461475" y="1579245"/>
                      <a:pt x="6462618" y="1574102"/>
                    </a:cubicBezTo>
                    <a:cubicBezTo>
                      <a:pt x="6473952" y="1520381"/>
                      <a:pt x="6493859" y="1469231"/>
                      <a:pt x="6521958" y="1421987"/>
                    </a:cubicBezTo>
                    <a:cubicBezTo>
                      <a:pt x="6524625" y="1417511"/>
                      <a:pt x="6530531" y="1415987"/>
                      <a:pt x="6535007" y="1418654"/>
                    </a:cubicBezTo>
                    <a:cubicBezTo>
                      <a:pt x="6539484" y="1421321"/>
                      <a:pt x="6541008" y="1427226"/>
                      <a:pt x="6538341" y="1431703"/>
                    </a:cubicBezTo>
                    <a:cubicBezTo>
                      <a:pt x="6511290" y="1477137"/>
                      <a:pt x="6492145" y="1526381"/>
                      <a:pt x="6481287" y="1578007"/>
                    </a:cubicBezTo>
                    <a:cubicBezTo>
                      <a:pt x="6480334" y="1582484"/>
                      <a:pt x="6476429" y="1585531"/>
                      <a:pt x="6471952" y="1585531"/>
                    </a:cubicBezTo>
                    <a:close/>
                    <a:moveTo>
                      <a:pt x="5036534" y="1536192"/>
                    </a:moveTo>
                    <a:cubicBezTo>
                      <a:pt x="5031296" y="1536192"/>
                      <a:pt x="5027009" y="1531906"/>
                      <a:pt x="5027009" y="1526667"/>
                    </a:cubicBezTo>
                    <a:lnTo>
                      <a:pt x="5027009" y="1365790"/>
                    </a:lnTo>
                    <a:cubicBezTo>
                      <a:pt x="5027009" y="1360551"/>
                      <a:pt x="5031296" y="1356265"/>
                      <a:pt x="5036534" y="1356265"/>
                    </a:cubicBezTo>
                    <a:cubicBezTo>
                      <a:pt x="5041773" y="1356265"/>
                      <a:pt x="5046059" y="1360551"/>
                      <a:pt x="5046059" y="1365790"/>
                    </a:cubicBezTo>
                    <a:lnTo>
                      <a:pt x="5046059" y="1526667"/>
                    </a:lnTo>
                    <a:cubicBezTo>
                      <a:pt x="5046059" y="1532001"/>
                      <a:pt x="5041773" y="1536192"/>
                      <a:pt x="5036534" y="1536192"/>
                    </a:cubicBezTo>
                    <a:close/>
                    <a:moveTo>
                      <a:pt x="2498027" y="1491615"/>
                    </a:moveTo>
                    <a:cubicBezTo>
                      <a:pt x="2493455" y="1491615"/>
                      <a:pt x="2489454" y="1488281"/>
                      <a:pt x="2488692" y="1483709"/>
                    </a:cubicBezTo>
                    <a:cubicBezTo>
                      <a:pt x="2487835" y="1478566"/>
                      <a:pt x="2491359" y="1473613"/>
                      <a:pt x="2496503" y="1472756"/>
                    </a:cubicBezTo>
                    <a:cubicBezTo>
                      <a:pt x="2523935" y="1468184"/>
                      <a:pt x="2552129" y="1465802"/>
                      <a:pt x="2580227" y="1465802"/>
                    </a:cubicBezTo>
                    <a:lnTo>
                      <a:pt x="2658618" y="1465802"/>
                    </a:lnTo>
                    <a:cubicBezTo>
                      <a:pt x="2663857" y="1465802"/>
                      <a:pt x="2668143" y="1470089"/>
                      <a:pt x="2668143" y="1475327"/>
                    </a:cubicBezTo>
                    <a:cubicBezTo>
                      <a:pt x="2668143" y="1480566"/>
                      <a:pt x="2663857" y="1484852"/>
                      <a:pt x="2658618" y="1484852"/>
                    </a:cubicBezTo>
                    <a:lnTo>
                      <a:pt x="2580227" y="1484852"/>
                    </a:lnTo>
                    <a:cubicBezTo>
                      <a:pt x="2553176" y="1484852"/>
                      <a:pt x="2526125" y="1487138"/>
                      <a:pt x="2499646" y="1491520"/>
                    </a:cubicBezTo>
                    <a:cubicBezTo>
                      <a:pt x="2499074" y="1491520"/>
                      <a:pt x="2498503" y="1491615"/>
                      <a:pt x="2498027" y="1491615"/>
                    </a:cubicBezTo>
                    <a:close/>
                    <a:moveTo>
                      <a:pt x="2980277" y="1484757"/>
                    </a:moveTo>
                    <a:lnTo>
                      <a:pt x="2819400" y="1484757"/>
                    </a:lnTo>
                    <a:cubicBezTo>
                      <a:pt x="2814161" y="1484757"/>
                      <a:pt x="2809875" y="1480471"/>
                      <a:pt x="2809875" y="1475232"/>
                    </a:cubicBezTo>
                    <a:cubicBezTo>
                      <a:pt x="2809875" y="1469993"/>
                      <a:pt x="2814161" y="1465707"/>
                      <a:pt x="2819400" y="1465707"/>
                    </a:cubicBezTo>
                    <a:lnTo>
                      <a:pt x="2980277" y="1465707"/>
                    </a:lnTo>
                    <a:cubicBezTo>
                      <a:pt x="2985516" y="1465707"/>
                      <a:pt x="2989802" y="1469993"/>
                      <a:pt x="2989802" y="1475232"/>
                    </a:cubicBezTo>
                    <a:cubicBezTo>
                      <a:pt x="2989802" y="1480471"/>
                      <a:pt x="2985611" y="1484757"/>
                      <a:pt x="2980277" y="1484757"/>
                    </a:cubicBezTo>
                    <a:close/>
                    <a:moveTo>
                      <a:pt x="3140488" y="1474565"/>
                    </a:moveTo>
                    <a:cubicBezTo>
                      <a:pt x="3136107" y="1474565"/>
                      <a:pt x="3132106" y="1471422"/>
                      <a:pt x="3131153" y="1466945"/>
                    </a:cubicBezTo>
                    <a:cubicBezTo>
                      <a:pt x="3130106" y="1461802"/>
                      <a:pt x="3133439" y="1456754"/>
                      <a:pt x="3138583" y="1455706"/>
                    </a:cubicBezTo>
                    <a:cubicBezTo>
                      <a:pt x="3190208" y="1445038"/>
                      <a:pt x="3239548" y="1425988"/>
                      <a:pt x="3285077" y="1399127"/>
                    </a:cubicBezTo>
                    <a:cubicBezTo>
                      <a:pt x="3289649" y="1396460"/>
                      <a:pt x="3295460" y="1397984"/>
                      <a:pt x="3298127" y="1402461"/>
                    </a:cubicBezTo>
                    <a:cubicBezTo>
                      <a:pt x="3300794" y="1407033"/>
                      <a:pt x="3299270" y="1412843"/>
                      <a:pt x="3294793" y="1415510"/>
                    </a:cubicBezTo>
                    <a:cubicBezTo>
                      <a:pt x="3247454" y="1443419"/>
                      <a:pt x="3196209" y="1463231"/>
                      <a:pt x="3142488" y="1474375"/>
                    </a:cubicBezTo>
                    <a:cubicBezTo>
                      <a:pt x="3141821" y="1474470"/>
                      <a:pt x="3141155" y="1474565"/>
                      <a:pt x="3140488" y="1474565"/>
                    </a:cubicBezTo>
                    <a:close/>
                    <a:moveTo>
                      <a:pt x="3412808" y="1314164"/>
                    </a:moveTo>
                    <a:cubicBezTo>
                      <a:pt x="3410617" y="1314164"/>
                      <a:pt x="3408426" y="1313402"/>
                      <a:pt x="3406616" y="1311878"/>
                    </a:cubicBezTo>
                    <a:cubicBezTo>
                      <a:pt x="3402616" y="1308449"/>
                      <a:pt x="3402235" y="1302448"/>
                      <a:pt x="3405664" y="1298448"/>
                    </a:cubicBezTo>
                    <a:cubicBezTo>
                      <a:pt x="3440240" y="1258348"/>
                      <a:pt x="3467767" y="1213295"/>
                      <a:pt x="3487579" y="1164527"/>
                    </a:cubicBezTo>
                    <a:cubicBezTo>
                      <a:pt x="3489579" y="1159669"/>
                      <a:pt x="3495104" y="1157288"/>
                      <a:pt x="3499961" y="1159288"/>
                    </a:cubicBezTo>
                    <a:cubicBezTo>
                      <a:pt x="3504819" y="1161288"/>
                      <a:pt x="3507200" y="1166813"/>
                      <a:pt x="3505200" y="1171670"/>
                    </a:cubicBezTo>
                    <a:cubicBezTo>
                      <a:pt x="3484626" y="1222439"/>
                      <a:pt x="3455956" y="1269302"/>
                      <a:pt x="3420047" y="1310926"/>
                    </a:cubicBezTo>
                    <a:cubicBezTo>
                      <a:pt x="3418142" y="1313021"/>
                      <a:pt x="3415475" y="1314164"/>
                      <a:pt x="3412808" y="1314164"/>
                    </a:cubicBezTo>
                    <a:close/>
                    <a:moveTo>
                      <a:pt x="6633305" y="1313688"/>
                    </a:moveTo>
                    <a:cubicBezTo>
                      <a:pt x="6630639" y="1313688"/>
                      <a:pt x="6627971" y="1312545"/>
                      <a:pt x="6626066" y="1310354"/>
                    </a:cubicBezTo>
                    <a:cubicBezTo>
                      <a:pt x="6622637" y="1306354"/>
                      <a:pt x="6623114" y="1300353"/>
                      <a:pt x="6627114" y="1296924"/>
                    </a:cubicBezTo>
                    <a:cubicBezTo>
                      <a:pt x="6668834" y="1261110"/>
                      <a:pt x="6715792" y="1232630"/>
                      <a:pt x="6766655" y="1212247"/>
                    </a:cubicBezTo>
                    <a:cubicBezTo>
                      <a:pt x="6771513" y="1210342"/>
                      <a:pt x="6777038" y="1212628"/>
                      <a:pt x="6779038" y="1217581"/>
                    </a:cubicBezTo>
                    <a:cubicBezTo>
                      <a:pt x="6781038" y="1222439"/>
                      <a:pt x="6778657" y="1227963"/>
                      <a:pt x="6773704" y="1229963"/>
                    </a:cubicBezTo>
                    <a:cubicBezTo>
                      <a:pt x="6724841" y="1249585"/>
                      <a:pt x="6679692" y="1277017"/>
                      <a:pt x="6639497" y="1311402"/>
                    </a:cubicBezTo>
                    <a:cubicBezTo>
                      <a:pt x="6637687" y="1313021"/>
                      <a:pt x="6635497" y="1313688"/>
                      <a:pt x="6633305" y="1313688"/>
                    </a:cubicBezTo>
                    <a:close/>
                    <a:moveTo>
                      <a:pt x="5036534" y="1214438"/>
                    </a:moveTo>
                    <a:cubicBezTo>
                      <a:pt x="5031296" y="1214438"/>
                      <a:pt x="5027009" y="1210151"/>
                      <a:pt x="5027009" y="1204913"/>
                    </a:cubicBezTo>
                    <a:lnTo>
                      <a:pt x="5027009" y="1043940"/>
                    </a:lnTo>
                    <a:cubicBezTo>
                      <a:pt x="5027009" y="1038701"/>
                      <a:pt x="5031296" y="1034415"/>
                      <a:pt x="5036534" y="1034415"/>
                    </a:cubicBezTo>
                    <a:cubicBezTo>
                      <a:pt x="5041773" y="1034415"/>
                      <a:pt x="5046059" y="1038701"/>
                      <a:pt x="5046059" y="1043940"/>
                    </a:cubicBezTo>
                    <a:lnTo>
                      <a:pt x="5046059" y="1204913"/>
                    </a:lnTo>
                    <a:cubicBezTo>
                      <a:pt x="5046059" y="1210151"/>
                      <a:pt x="5041773" y="1214438"/>
                      <a:pt x="5036534" y="1214438"/>
                    </a:cubicBezTo>
                    <a:close/>
                    <a:moveTo>
                      <a:pt x="6926581" y="1196149"/>
                    </a:moveTo>
                    <a:cubicBezTo>
                      <a:pt x="6921532" y="1196149"/>
                      <a:pt x="6917341" y="1192244"/>
                      <a:pt x="6917056" y="1187101"/>
                    </a:cubicBezTo>
                    <a:cubicBezTo>
                      <a:pt x="6916769" y="1181862"/>
                      <a:pt x="6920770" y="1177385"/>
                      <a:pt x="6926009" y="1177099"/>
                    </a:cubicBezTo>
                    <a:cubicBezTo>
                      <a:pt x="6934962" y="1176623"/>
                      <a:pt x="6944106" y="1176338"/>
                      <a:pt x="6953250" y="1176338"/>
                    </a:cubicBezTo>
                    <a:lnTo>
                      <a:pt x="7087457" y="1176338"/>
                    </a:lnTo>
                    <a:cubicBezTo>
                      <a:pt x="7092697" y="1176338"/>
                      <a:pt x="7096982" y="1180624"/>
                      <a:pt x="7096982" y="1185863"/>
                    </a:cubicBezTo>
                    <a:cubicBezTo>
                      <a:pt x="7096982" y="1191101"/>
                      <a:pt x="7092697" y="1195388"/>
                      <a:pt x="7087457" y="1195388"/>
                    </a:cubicBezTo>
                    <a:lnTo>
                      <a:pt x="6953250" y="1195388"/>
                    </a:lnTo>
                    <a:cubicBezTo>
                      <a:pt x="6944487" y="1195388"/>
                      <a:pt x="6935724" y="1195578"/>
                      <a:pt x="6927057" y="1196054"/>
                    </a:cubicBezTo>
                    <a:cubicBezTo>
                      <a:pt x="6926866" y="1196149"/>
                      <a:pt x="6926675" y="1196149"/>
                      <a:pt x="6926581" y="1196149"/>
                    </a:cubicBezTo>
                    <a:close/>
                    <a:moveTo>
                      <a:pt x="8052912" y="1195483"/>
                    </a:moveTo>
                    <a:lnTo>
                      <a:pt x="7892034" y="1195483"/>
                    </a:lnTo>
                    <a:cubicBezTo>
                      <a:pt x="7886796" y="1195483"/>
                      <a:pt x="7882509" y="1191197"/>
                      <a:pt x="7882509" y="1185958"/>
                    </a:cubicBezTo>
                    <a:cubicBezTo>
                      <a:pt x="7882509" y="1180719"/>
                      <a:pt x="7886796" y="1176433"/>
                      <a:pt x="7892034" y="1176433"/>
                    </a:cubicBezTo>
                    <a:lnTo>
                      <a:pt x="8052912" y="1176433"/>
                    </a:lnTo>
                    <a:cubicBezTo>
                      <a:pt x="8058150" y="1176433"/>
                      <a:pt x="8062437" y="1180719"/>
                      <a:pt x="8062437" y="1185958"/>
                    </a:cubicBezTo>
                    <a:cubicBezTo>
                      <a:pt x="8062437" y="1191197"/>
                      <a:pt x="8058150" y="1195483"/>
                      <a:pt x="8052912" y="1195483"/>
                    </a:cubicBezTo>
                    <a:close/>
                    <a:moveTo>
                      <a:pt x="7731062" y="1195483"/>
                    </a:moveTo>
                    <a:lnTo>
                      <a:pt x="7570184" y="1195483"/>
                    </a:lnTo>
                    <a:cubicBezTo>
                      <a:pt x="7564946" y="1195483"/>
                      <a:pt x="7560659" y="1191197"/>
                      <a:pt x="7560659" y="1185958"/>
                    </a:cubicBezTo>
                    <a:cubicBezTo>
                      <a:pt x="7560659" y="1180719"/>
                      <a:pt x="7564946" y="1176433"/>
                      <a:pt x="7570184" y="1176433"/>
                    </a:cubicBezTo>
                    <a:lnTo>
                      <a:pt x="7731062" y="1176433"/>
                    </a:lnTo>
                    <a:cubicBezTo>
                      <a:pt x="7736300" y="1176433"/>
                      <a:pt x="7740587" y="1180719"/>
                      <a:pt x="7740587" y="1185958"/>
                    </a:cubicBezTo>
                    <a:cubicBezTo>
                      <a:pt x="7740587" y="1191197"/>
                      <a:pt x="7736300" y="1195483"/>
                      <a:pt x="7731062" y="1195483"/>
                    </a:cubicBezTo>
                    <a:close/>
                    <a:moveTo>
                      <a:pt x="7409212" y="1195483"/>
                    </a:moveTo>
                    <a:lnTo>
                      <a:pt x="7248335" y="1195483"/>
                    </a:lnTo>
                    <a:cubicBezTo>
                      <a:pt x="7243096" y="1195483"/>
                      <a:pt x="7238810" y="1191197"/>
                      <a:pt x="7238810" y="1185958"/>
                    </a:cubicBezTo>
                    <a:cubicBezTo>
                      <a:pt x="7238810" y="1180719"/>
                      <a:pt x="7243096" y="1176433"/>
                      <a:pt x="7248335" y="1176433"/>
                    </a:cubicBezTo>
                    <a:lnTo>
                      <a:pt x="7409212" y="1176433"/>
                    </a:lnTo>
                    <a:cubicBezTo>
                      <a:pt x="7414451" y="1176433"/>
                      <a:pt x="7418737" y="1180719"/>
                      <a:pt x="7418737" y="1185958"/>
                    </a:cubicBezTo>
                    <a:cubicBezTo>
                      <a:pt x="7418737" y="1191197"/>
                      <a:pt x="7414546" y="1195483"/>
                      <a:pt x="7409212" y="1195483"/>
                    </a:cubicBezTo>
                    <a:close/>
                    <a:moveTo>
                      <a:pt x="3531394" y="1021271"/>
                    </a:moveTo>
                    <a:cubicBezTo>
                      <a:pt x="3531203" y="1021271"/>
                      <a:pt x="3531013" y="1021271"/>
                      <a:pt x="3530822" y="1021271"/>
                    </a:cubicBezTo>
                    <a:cubicBezTo>
                      <a:pt x="3525584" y="1020985"/>
                      <a:pt x="3521583" y="1016508"/>
                      <a:pt x="3521869" y="1011174"/>
                    </a:cubicBezTo>
                    <a:cubicBezTo>
                      <a:pt x="3522345" y="1002030"/>
                      <a:pt x="3522631" y="992600"/>
                      <a:pt x="3522631" y="983361"/>
                    </a:cubicBezTo>
                    <a:lnTo>
                      <a:pt x="3522631" y="850773"/>
                    </a:lnTo>
                    <a:cubicBezTo>
                      <a:pt x="3522631" y="845534"/>
                      <a:pt x="3526917" y="841248"/>
                      <a:pt x="3532156" y="841248"/>
                    </a:cubicBezTo>
                    <a:cubicBezTo>
                      <a:pt x="3537395" y="841248"/>
                      <a:pt x="3541681" y="845534"/>
                      <a:pt x="3541681" y="850773"/>
                    </a:cubicBezTo>
                    <a:lnTo>
                      <a:pt x="3541681" y="983361"/>
                    </a:lnTo>
                    <a:cubicBezTo>
                      <a:pt x="3541681" y="992981"/>
                      <a:pt x="3541395" y="1002697"/>
                      <a:pt x="3540824" y="1012222"/>
                    </a:cubicBezTo>
                    <a:cubicBezTo>
                      <a:pt x="3540633" y="1017365"/>
                      <a:pt x="3536442" y="1021271"/>
                      <a:pt x="3531394" y="1021271"/>
                    </a:cubicBezTo>
                    <a:close/>
                    <a:moveTo>
                      <a:pt x="5036534" y="892588"/>
                    </a:moveTo>
                    <a:cubicBezTo>
                      <a:pt x="5031296" y="892588"/>
                      <a:pt x="5027009" y="888302"/>
                      <a:pt x="5027009" y="883063"/>
                    </a:cubicBezTo>
                    <a:lnTo>
                      <a:pt x="5027009" y="761619"/>
                    </a:lnTo>
                    <a:cubicBezTo>
                      <a:pt x="5027009" y="748665"/>
                      <a:pt x="5026628" y="735521"/>
                      <a:pt x="5025962" y="722662"/>
                    </a:cubicBezTo>
                    <a:cubicBezTo>
                      <a:pt x="5025676" y="717423"/>
                      <a:pt x="5029772" y="712946"/>
                      <a:pt x="5035011" y="712661"/>
                    </a:cubicBezTo>
                    <a:cubicBezTo>
                      <a:pt x="5040249" y="712375"/>
                      <a:pt x="5044726" y="716471"/>
                      <a:pt x="5045012" y="721709"/>
                    </a:cubicBezTo>
                    <a:cubicBezTo>
                      <a:pt x="5045678" y="734949"/>
                      <a:pt x="5046059" y="748379"/>
                      <a:pt x="5046059" y="761619"/>
                    </a:cubicBezTo>
                    <a:lnTo>
                      <a:pt x="5046059" y="883063"/>
                    </a:lnTo>
                    <a:cubicBezTo>
                      <a:pt x="5046059" y="888302"/>
                      <a:pt x="5041773" y="892588"/>
                      <a:pt x="5036534" y="892588"/>
                    </a:cubicBezTo>
                    <a:close/>
                    <a:moveTo>
                      <a:pt x="3535585" y="699611"/>
                    </a:moveTo>
                    <a:cubicBezTo>
                      <a:pt x="3535299" y="699611"/>
                      <a:pt x="3535013" y="699611"/>
                      <a:pt x="3534632" y="699611"/>
                    </a:cubicBezTo>
                    <a:cubicBezTo>
                      <a:pt x="3529394" y="699135"/>
                      <a:pt x="3525584" y="694468"/>
                      <a:pt x="3526060" y="689229"/>
                    </a:cubicBezTo>
                    <a:cubicBezTo>
                      <a:pt x="3531203" y="635127"/>
                      <a:pt x="3542062" y="581501"/>
                      <a:pt x="3558540" y="529876"/>
                    </a:cubicBezTo>
                    <a:cubicBezTo>
                      <a:pt x="3560159" y="524828"/>
                      <a:pt x="3565493" y="522065"/>
                      <a:pt x="3570542" y="523685"/>
                    </a:cubicBezTo>
                    <a:cubicBezTo>
                      <a:pt x="3575590" y="525304"/>
                      <a:pt x="3578352" y="530638"/>
                      <a:pt x="3576733" y="535686"/>
                    </a:cubicBezTo>
                    <a:cubicBezTo>
                      <a:pt x="3560636" y="585978"/>
                      <a:pt x="3550063" y="638270"/>
                      <a:pt x="3545015" y="691039"/>
                    </a:cubicBezTo>
                    <a:cubicBezTo>
                      <a:pt x="3544538" y="695897"/>
                      <a:pt x="3540443" y="699611"/>
                      <a:pt x="3535585" y="699611"/>
                    </a:cubicBezTo>
                    <a:close/>
                    <a:moveTo>
                      <a:pt x="5010150" y="573119"/>
                    </a:moveTo>
                    <a:cubicBezTo>
                      <a:pt x="5005959" y="573119"/>
                      <a:pt x="5002149" y="570357"/>
                      <a:pt x="5001006" y="566071"/>
                    </a:cubicBezTo>
                    <a:cubicBezTo>
                      <a:pt x="4987099" y="515112"/>
                      <a:pt x="4967669" y="465391"/>
                      <a:pt x="4943189" y="418433"/>
                    </a:cubicBezTo>
                    <a:cubicBezTo>
                      <a:pt x="4940713" y="413766"/>
                      <a:pt x="4942523" y="408051"/>
                      <a:pt x="4947190" y="405574"/>
                    </a:cubicBezTo>
                    <a:cubicBezTo>
                      <a:pt x="4951857" y="403098"/>
                      <a:pt x="4957572" y="404908"/>
                      <a:pt x="4960049" y="409575"/>
                    </a:cubicBezTo>
                    <a:cubicBezTo>
                      <a:pt x="4985195" y="457676"/>
                      <a:pt x="5005102" y="508635"/>
                      <a:pt x="5019389" y="560927"/>
                    </a:cubicBezTo>
                    <a:cubicBezTo>
                      <a:pt x="5020818" y="565976"/>
                      <a:pt x="5017770" y="571214"/>
                      <a:pt x="5012722" y="572643"/>
                    </a:cubicBezTo>
                    <a:cubicBezTo>
                      <a:pt x="5011865" y="573024"/>
                      <a:pt x="5011007" y="573119"/>
                      <a:pt x="5010150" y="573119"/>
                    </a:cubicBezTo>
                    <a:close/>
                    <a:moveTo>
                      <a:pt x="3632645" y="395383"/>
                    </a:moveTo>
                    <a:cubicBezTo>
                      <a:pt x="3631025" y="395383"/>
                      <a:pt x="3629406" y="395002"/>
                      <a:pt x="3627882" y="394145"/>
                    </a:cubicBezTo>
                    <a:cubicBezTo>
                      <a:pt x="3623310" y="391478"/>
                      <a:pt x="3621786" y="385667"/>
                      <a:pt x="3624358" y="381095"/>
                    </a:cubicBezTo>
                    <a:cubicBezTo>
                      <a:pt x="3651504" y="334137"/>
                      <a:pt x="3683699" y="289941"/>
                      <a:pt x="3720275" y="249746"/>
                    </a:cubicBezTo>
                    <a:cubicBezTo>
                      <a:pt x="3723799" y="245840"/>
                      <a:pt x="3729800" y="245554"/>
                      <a:pt x="3733705" y="249079"/>
                    </a:cubicBezTo>
                    <a:cubicBezTo>
                      <a:pt x="3737610" y="252603"/>
                      <a:pt x="3737896" y="258604"/>
                      <a:pt x="3734372" y="262509"/>
                    </a:cubicBezTo>
                    <a:cubicBezTo>
                      <a:pt x="3698748" y="301752"/>
                      <a:pt x="3667316" y="344805"/>
                      <a:pt x="3640836" y="390525"/>
                    </a:cubicBezTo>
                    <a:cubicBezTo>
                      <a:pt x="3639122" y="393668"/>
                      <a:pt x="3635883" y="395383"/>
                      <a:pt x="3632645" y="395383"/>
                    </a:cubicBezTo>
                    <a:close/>
                    <a:moveTo>
                      <a:pt x="4862513" y="290131"/>
                    </a:moveTo>
                    <a:cubicBezTo>
                      <a:pt x="4859750" y="290131"/>
                      <a:pt x="4857084" y="288988"/>
                      <a:pt x="4855178" y="286703"/>
                    </a:cubicBezTo>
                    <a:cubicBezTo>
                      <a:pt x="4821365" y="246031"/>
                      <a:pt x="4782979" y="208883"/>
                      <a:pt x="4741355" y="176308"/>
                    </a:cubicBezTo>
                    <a:cubicBezTo>
                      <a:pt x="4737259" y="173069"/>
                      <a:pt x="4736497" y="167069"/>
                      <a:pt x="4739736" y="162973"/>
                    </a:cubicBezTo>
                    <a:cubicBezTo>
                      <a:pt x="4742974" y="158877"/>
                      <a:pt x="4748974" y="158115"/>
                      <a:pt x="4753071" y="161354"/>
                    </a:cubicBezTo>
                    <a:cubicBezTo>
                      <a:pt x="4795838" y="194786"/>
                      <a:pt x="4835081" y="232886"/>
                      <a:pt x="4869752" y="274511"/>
                    </a:cubicBezTo>
                    <a:cubicBezTo>
                      <a:pt x="4873086" y="278511"/>
                      <a:pt x="4872609" y="284607"/>
                      <a:pt x="4868514" y="287941"/>
                    </a:cubicBezTo>
                    <a:cubicBezTo>
                      <a:pt x="4866894" y="289370"/>
                      <a:pt x="4864703" y="290131"/>
                      <a:pt x="4862513" y="290131"/>
                    </a:cubicBezTo>
                    <a:close/>
                    <a:moveTo>
                      <a:pt x="3847243" y="158972"/>
                    </a:moveTo>
                    <a:cubicBezTo>
                      <a:pt x="3844290" y="158972"/>
                      <a:pt x="3841337" y="157544"/>
                      <a:pt x="3839528" y="154972"/>
                    </a:cubicBezTo>
                    <a:cubicBezTo>
                      <a:pt x="3836480" y="150686"/>
                      <a:pt x="3837432" y="144780"/>
                      <a:pt x="3841718" y="141732"/>
                    </a:cubicBezTo>
                    <a:cubicBezTo>
                      <a:pt x="3885914" y="110109"/>
                      <a:pt x="3933539" y="83248"/>
                      <a:pt x="3983260" y="61817"/>
                    </a:cubicBezTo>
                    <a:cubicBezTo>
                      <a:pt x="3988118" y="59722"/>
                      <a:pt x="3993737" y="62008"/>
                      <a:pt x="3995738" y="66770"/>
                    </a:cubicBezTo>
                    <a:cubicBezTo>
                      <a:pt x="3997833" y="71628"/>
                      <a:pt x="3995547" y="77248"/>
                      <a:pt x="3990785" y="79248"/>
                    </a:cubicBezTo>
                    <a:cubicBezTo>
                      <a:pt x="3942302" y="100108"/>
                      <a:pt x="3895820" y="126397"/>
                      <a:pt x="3852767" y="157163"/>
                    </a:cubicBezTo>
                    <a:cubicBezTo>
                      <a:pt x="3851148" y="158401"/>
                      <a:pt x="3849148" y="158972"/>
                      <a:pt x="3847243" y="158972"/>
                    </a:cubicBezTo>
                    <a:close/>
                    <a:moveTo>
                      <a:pt x="4610958" y="93440"/>
                    </a:moveTo>
                    <a:cubicBezTo>
                      <a:pt x="4609529" y="93440"/>
                      <a:pt x="4608195" y="93154"/>
                      <a:pt x="4606862" y="92488"/>
                    </a:cubicBezTo>
                    <a:cubicBezTo>
                      <a:pt x="4559142" y="69437"/>
                      <a:pt x="4508945" y="51626"/>
                      <a:pt x="4457510" y="39338"/>
                    </a:cubicBezTo>
                    <a:cubicBezTo>
                      <a:pt x="4452366" y="38100"/>
                      <a:pt x="4449223" y="32956"/>
                      <a:pt x="4450461" y="27813"/>
                    </a:cubicBezTo>
                    <a:cubicBezTo>
                      <a:pt x="4451700" y="22670"/>
                      <a:pt x="4456843" y="19526"/>
                      <a:pt x="4461891" y="20764"/>
                    </a:cubicBezTo>
                    <a:cubicBezTo>
                      <a:pt x="4514660" y="33338"/>
                      <a:pt x="4566190" y="51721"/>
                      <a:pt x="4615149" y="75343"/>
                    </a:cubicBezTo>
                    <a:cubicBezTo>
                      <a:pt x="4619911" y="77629"/>
                      <a:pt x="4621911" y="83344"/>
                      <a:pt x="4619625" y="88106"/>
                    </a:cubicBezTo>
                    <a:cubicBezTo>
                      <a:pt x="4617911" y="91440"/>
                      <a:pt x="4614482" y="93440"/>
                      <a:pt x="4610958" y="93440"/>
                    </a:cubicBezTo>
                    <a:close/>
                    <a:moveTo>
                      <a:pt x="4140422" y="32766"/>
                    </a:moveTo>
                    <a:cubicBezTo>
                      <a:pt x="4135945" y="32766"/>
                      <a:pt x="4131945" y="29623"/>
                      <a:pt x="4131088" y="25051"/>
                    </a:cubicBezTo>
                    <a:cubicBezTo>
                      <a:pt x="4130135" y="19907"/>
                      <a:pt x="4133469" y="14859"/>
                      <a:pt x="4138613" y="13906"/>
                    </a:cubicBezTo>
                    <a:cubicBezTo>
                      <a:pt x="4186238" y="4667"/>
                      <a:pt x="4235292" y="0"/>
                      <a:pt x="4284250" y="0"/>
                    </a:cubicBezTo>
                    <a:cubicBezTo>
                      <a:pt x="4289489" y="95"/>
                      <a:pt x="4295204" y="95"/>
                      <a:pt x="4300633" y="190"/>
                    </a:cubicBezTo>
                    <a:cubicBezTo>
                      <a:pt x="4305872" y="286"/>
                      <a:pt x="4310063" y="4667"/>
                      <a:pt x="4309968" y="9906"/>
                    </a:cubicBezTo>
                    <a:cubicBezTo>
                      <a:pt x="4309872" y="15145"/>
                      <a:pt x="4305586" y="19145"/>
                      <a:pt x="4300252" y="19240"/>
                    </a:cubicBezTo>
                    <a:cubicBezTo>
                      <a:pt x="4295013" y="19145"/>
                      <a:pt x="4289679" y="19050"/>
                      <a:pt x="4284345" y="19050"/>
                    </a:cubicBezTo>
                    <a:cubicBezTo>
                      <a:pt x="4284345" y="19050"/>
                      <a:pt x="4284250" y="19050"/>
                      <a:pt x="4284250" y="19050"/>
                    </a:cubicBezTo>
                    <a:cubicBezTo>
                      <a:pt x="4236530" y="19050"/>
                      <a:pt x="4188714" y="23622"/>
                      <a:pt x="4142232" y="32576"/>
                    </a:cubicBezTo>
                    <a:cubicBezTo>
                      <a:pt x="4141661" y="32671"/>
                      <a:pt x="4140994" y="32766"/>
                      <a:pt x="4140422" y="327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ACB7B594-D74A-43C5-BFAC-152B6E681CCA}"/>
                  </a:ext>
                </a:extLst>
              </p:cNvPr>
              <p:cNvSpPr/>
              <p:nvPr/>
            </p:nvSpPr>
            <p:spPr>
              <a:xfrm>
                <a:off x="10269092" y="3867245"/>
                <a:ext cx="100012" cy="19050"/>
              </a:xfrm>
              <a:custGeom>
                <a:avLst/>
                <a:gdLst>
                  <a:gd name="connsiteX0" fmla="*/ 90488 w 100012"/>
                  <a:gd name="connsiteY0" fmla="*/ 19050 h 19050"/>
                  <a:gd name="connsiteX1" fmla="*/ 9525 w 100012"/>
                  <a:gd name="connsiteY1" fmla="*/ 19050 h 19050"/>
                  <a:gd name="connsiteX2" fmla="*/ 0 w 100012"/>
                  <a:gd name="connsiteY2" fmla="*/ 9525 h 19050"/>
                  <a:gd name="connsiteX3" fmla="*/ 9525 w 100012"/>
                  <a:gd name="connsiteY3" fmla="*/ 0 h 19050"/>
                  <a:gd name="connsiteX4" fmla="*/ 90488 w 100012"/>
                  <a:gd name="connsiteY4" fmla="*/ 0 h 19050"/>
                  <a:gd name="connsiteX5" fmla="*/ 100013 w 100012"/>
                  <a:gd name="connsiteY5" fmla="*/ 9525 h 19050"/>
                  <a:gd name="connsiteX6" fmla="*/ 90488 w 100012"/>
                  <a:gd name="connsiteY6" fmla="*/ 1905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012" h="19050">
                    <a:moveTo>
                      <a:pt x="90488" y="19050"/>
                    </a:moveTo>
                    <a:lnTo>
                      <a:pt x="9525" y="19050"/>
                    </a:lnTo>
                    <a:cubicBezTo>
                      <a:pt x="4286" y="19050"/>
                      <a:pt x="0" y="14764"/>
                      <a:pt x="0" y="9525"/>
                    </a:cubicBezTo>
                    <a:cubicBezTo>
                      <a:pt x="0" y="4286"/>
                      <a:pt x="4286" y="0"/>
                      <a:pt x="9525" y="0"/>
                    </a:cubicBezTo>
                    <a:lnTo>
                      <a:pt x="90488" y="0"/>
                    </a:lnTo>
                    <a:cubicBezTo>
                      <a:pt x="95726" y="0"/>
                      <a:pt x="100013" y="4286"/>
                      <a:pt x="100013" y="9525"/>
                    </a:cubicBezTo>
                    <a:cubicBezTo>
                      <a:pt x="100013" y="14764"/>
                      <a:pt x="95821" y="19050"/>
                      <a:pt x="90488" y="190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55168A9-7E64-46C9-984F-781D1A586841}"/>
              </a:ext>
            </a:extLst>
          </p:cNvPr>
          <p:cNvGrpSpPr/>
          <p:nvPr/>
        </p:nvGrpSpPr>
        <p:grpSpPr>
          <a:xfrm>
            <a:off x="7003471" y="1085179"/>
            <a:ext cx="4253865" cy="1298183"/>
            <a:chOff x="7242810" y="1113271"/>
            <a:chExt cx="4253865" cy="1298183"/>
          </a:xfrm>
        </p:grpSpPr>
        <p:sp>
          <p:nvSpPr>
            <p:cNvPr id="10" name="Rectangle: Rounded Corners 93">
              <a:extLst>
                <a:ext uri="{FF2B5EF4-FFF2-40B4-BE49-F238E27FC236}">
                  <a16:creationId xmlns:a16="http://schemas.microsoft.com/office/drawing/2014/main" id="{8091414E-9432-43C1-9A38-A298C5564931}"/>
                </a:ext>
              </a:extLst>
            </p:cNvPr>
            <p:cNvSpPr/>
            <p:nvPr/>
          </p:nvSpPr>
          <p:spPr>
            <a:xfrm>
              <a:off x="7242810" y="1113271"/>
              <a:ext cx="4253865" cy="1298183"/>
            </a:xfrm>
            <a:prstGeom prst="roundRect">
              <a:avLst>
                <a:gd name="adj" fmla="val 12251"/>
              </a:avLst>
            </a:prstGeom>
            <a:solidFill>
              <a:schemeClr val="accent1"/>
            </a:solidFill>
            <a:ln w="9525">
              <a:noFill/>
            </a:ln>
            <a:effectLst>
              <a:outerShdw blurRad="1016000" dist="762000" dir="3000000" algn="t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52A4270-8153-4EB0-A2DC-22B71A81CD80}"/>
                </a:ext>
              </a:extLst>
            </p:cNvPr>
            <p:cNvGrpSpPr/>
            <p:nvPr/>
          </p:nvGrpSpPr>
          <p:grpSpPr>
            <a:xfrm>
              <a:off x="7519588" y="1301414"/>
              <a:ext cx="3847272" cy="921896"/>
              <a:chOff x="7503341" y="1306990"/>
              <a:chExt cx="3847272" cy="921896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B2248BBF-6E93-4675-B687-F71767E35ED7}"/>
                  </a:ext>
                </a:extLst>
              </p:cNvPr>
              <p:cNvGrpSpPr/>
              <p:nvPr/>
            </p:nvGrpSpPr>
            <p:grpSpPr>
              <a:xfrm>
                <a:off x="7503341" y="1306990"/>
                <a:ext cx="921893" cy="921896"/>
                <a:chOff x="6334398" y="534160"/>
                <a:chExt cx="1123335" cy="1123339"/>
              </a:xfrm>
            </p:grpSpPr>
            <p:sp>
              <p:nvSpPr>
                <p:cNvPr id="17" name="Pie 29">
                  <a:extLst>
                    <a:ext uri="{FF2B5EF4-FFF2-40B4-BE49-F238E27FC236}">
                      <a16:creationId xmlns:a16="http://schemas.microsoft.com/office/drawing/2014/main" id="{3142551B-0560-4C41-B339-71E9E0B69E54}"/>
                    </a:ext>
                  </a:extLst>
                </p:cNvPr>
                <p:cNvSpPr/>
                <p:nvPr/>
              </p:nvSpPr>
              <p:spPr>
                <a:xfrm>
                  <a:off x="6334398" y="534162"/>
                  <a:ext cx="1123335" cy="1123337"/>
                </a:xfrm>
                <a:prstGeom prst="pie">
                  <a:avLst>
                    <a:gd name="adj1" fmla="val 16137849"/>
                    <a:gd name="adj2" fmla="val 14919774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Pie 28">
                  <a:extLst>
                    <a:ext uri="{FF2B5EF4-FFF2-40B4-BE49-F238E27FC236}">
                      <a16:creationId xmlns:a16="http://schemas.microsoft.com/office/drawing/2014/main" id="{60752632-9FCC-4013-B6F8-EEE69300D8C7}"/>
                    </a:ext>
                  </a:extLst>
                </p:cNvPr>
                <p:cNvSpPr/>
                <p:nvPr/>
              </p:nvSpPr>
              <p:spPr>
                <a:xfrm>
                  <a:off x="6334398" y="534160"/>
                  <a:ext cx="1123335" cy="1123337"/>
                </a:xfrm>
                <a:prstGeom prst="pie">
                  <a:avLst>
                    <a:gd name="adj1" fmla="val 20720719"/>
                    <a:gd name="adj2" fmla="val 16200000"/>
                  </a:avLst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DBD05986-F4C5-4DA7-9C2B-1DDD8F0626F1}"/>
                    </a:ext>
                  </a:extLst>
                </p:cNvPr>
                <p:cNvSpPr/>
                <p:nvPr/>
              </p:nvSpPr>
              <p:spPr>
                <a:xfrm>
                  <a:off x="6514326" y="714090"/>
                  <a:ext cx="763479" cy="76348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en-US" sz="1600">
                    <a:solidFill>
                      <a:schemeClr val="accent1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DA5306C-ED45-43D0-A23E-BB9141BFB311}"/>
                  </a:ext>
                </a:extLst>
              </p:cNvPr>
              <p:cNvGrpSpPr/>
              <p:nvPr/>
            </p:nvGrpSpPr>
            <p:grpSpPr>
              <a:xfrm>
                <a:off x="8571295" y="1340452"/>
                <a:ext cx="2779318" cy="843821"/>
                <a:chOff x="8571295" y="1314855"/>
                <a:chExt cx="2779318" cy="843821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120C358-5C23-4FF6-869F-6B82DC97CF71}"/>
                    </a:ext>
                  </a:extLst>
                </p:cNvPr>
                <p:cNvSpPr txBox="1"/>
                <p:nvPr/>
              </p:nvSpPr>
              <p:spPr>
                <a:xfrm>
                  <a:off x="8571295" y="1314855"/>
                  <a:ext cx="24268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  <a:latin typeface="+mj-lt"/>
                    </a:rPr>
                    <a:t>Project Progress B</a:t>
                  </a:r>
                  <a:endParaRPr lang="en-ID" sz="1600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9195996-F9F2-4ABE-A6AC-6B6B945A0449}"/>
                    </a:ext>
                  </a:extLst>
                </p:cNvPr>
                <p:cNvSpPr txBox="1"/>
                <p:nvPr/>
              </p:nvSpPr>
              <p:spPr>
                <a:xfrm>
                  <a:off x="8571297" y="1684187"/>
                  <a:ext cx="2779316" cy="474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ID" sz="1000" dirty="0">
                      <a:solidFill>
                        <a:schemeClr val="bg1"/>
                      </a:solidFill>
                    </a:rPr>
                    <a:t>Lorem ipsum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sit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consectetuer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adipiscing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elit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. Aenean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commodo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ligula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eget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bg1"/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bg1"/>
                      </a:solidFill>
                    </a:rPr>
                    <a:t>. </a:t>
                  </a:r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14398C-9218-4D72-88AC-765DA05FFED0}"/>
                  </a:ext>
                </a:extLst>
              </p:cNvPr>
              <p:cNvSpPr txBox="1"/>
              <p:nvPr/>
            </p:nvSpPr>
            <p:spPr>
              <a:xfrm>
                <a:off x="7666445" y="1629439"/>
                <a:ext cx="5956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+mj-lt"/>
                  </a:rPr>
                  <a:t>85%</a:t>
                </a:r>
                <a:endParaRPr lang="en-ID" sz="12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938B93-D37A-4216-AF2F-8E87EF19B68E}"/>
              </a:ext>
            </a:extLst>
          </p:cNvPr>
          <p:cNvGrpSpPr/>
          <p:nvPr/>
        </p:nvGrpSpPr>
        <p:grpSpPr>
          <a:xfrm>
            <a:off x="2646515" y="4102415"/>
            <a:ext cx="4253865" cy="1298183"/>
            <a:chOff x="7242810" y="1113271"/>
            <a:chExt cx="4253865" cy="1298183"/>
          </a:xfrm>
        </p:grpSpPr>
        <p:sp>
          <p:nvSpPr>
            <p:cNvPr id="21" name="Rectangle: Rounded Corners 93">
              <a:extLst>
                <a:ext uri="{FF2B5EF4-FFF2-40B4-BE49-F238E27FC236}">
                  <a16:creationId xmlns:a16="http://schemas.microsoft.com/office/drawing/2014/main" id="{218D2F2A-289E-4704-A205-5AB707071227}"/>
                </a:ext>
              </a:extLst>
            </p:cNvPr>
            <p:cNvSpPr/>
            <p:nvPr/>
          </p:nvSpPr>
          <p:spPr>
            <a:xfrm>
              <a:off x="7242810" y="1113271"/>
              <a:ext cx="4253865" cy="1298183"/>
            </a:xfrm>
            <a:prstGeom prst="roundRect">
              <a:avLst>
                <a:gd name="adj" fmla="val 12251"/>
              </a:avLst>
            </a:prstGeom>
            <a:solidFill>
              <a:schemeClr val="accent2"/>
            </a:solidFill>
            <a:ln w="9525">
              <a:noFill/>
            </a:ln>
            <a:effectLst>
              <a:outerShdw blurRad="1016000" dist="762000" dir="3000000" algn="t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7290D12-E74A-415F-8CC1-D2656BF51F31}"/>
                </a:ext>
              </a:extLst>
            </p:cNvPr>
            <p:cNvGrpSpPr/>
            <p:nvPr/>
          </p:nvGrpSpPr>
          <p:grpSpPr>
            <a:xfrm>
              <a:off x="7519588" y="1301414"/>
              <a:ext cx="3847272" cy="921896"/>
              <a:chOff x="7503341" y="1306990"/>
              <a:chExt cx="3847272" cy="921896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D07C115-FF6B-4AD3-AAEB-6F5A7F0BDCF2}"/>
                  </a:ext>
                </a:extLst>
              </p:cNvPr>
              <p:cNvGrpSpPr/>
              <p:nvPr/>
            </p:nvGrpSpPr>
            <p:grpSpPr>
              <a:xfrm>
                <a:off x="7503341" y="1306990"/>
                <a:ext cx="921893" cy="921896"/>
                <a:chOff x="6334398" y="534160"/>
                <a:chExt cx="1123335" cy="1123339"/>
              </a:xfrm>
            </p:grpSpPr>
            <p:sp>
              <p:nvSpPr>
                <p:cNvPr id="28" name="Pie 29">
                  <a:extLst>
                    <a:ext uri="{FF2B5EF4-FFF2-40B4-BE49-F238E27FC236}">
                      <a16:creationId xmlns:a16="http://schemas.microsoft.com/office/drawing/2014/main" id="{634196F8-7388-416D-90B5-68C6BF6C5627}"/>
                    </a:ext>
                  </a:extLst>
                </p:cNvPr>
                <p:cNvSpPr/>
                <p:nvPr/>
              </p:nvSpPr>
              <p:spPr>
                <a:xfrm>
                  <a:off x="6334398" y="534162"/>
                  <a:ext cx="1123335" cy="1123337"/>
                </a:xfrm>
                <a:prstGeom prst="pie">
                  <a:avLst>
                    <a:gd name="adj1" fmla="val 16137849"/>
                    <a:gd name="adj2" fmla="val 14919774"/>
                  </a:avLst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Pie 28">
                  <a:extLst>
                    <a:ext uri="{FF2B5EF4-FFF2-40B4-BE49-F238E27FC236}">
                      <a16:creationId xmlns:a16="http://schemas.microsoft.com/office/drawing/2014/main" id="{2FB41CD2-D012-48E1-864A-1DFB700A4BC1}"/>
                    </a:ext>
                  </a:extLst>
                </p:cNvPr>
                <p:cNvSpPr/>
                <p:nvPr/>
              </p:nvSpPr>
              <p:spPr>
                <a:xfrm>
                  <a:off x="6334398" y="534160"/>
                  <a:ext cx="1123335" cy="1123337"/>
                </a:xfrm>
                <a:prstGeom prst="pie">
                  <a:avLst>
                    <a:gd name="adj1" fmla="val 3534537"/>
                    <a:gd name="adj2" fmla="val 16200000"/>
                  </a:avLst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FC271DC3-7598-44D9-BBBA-F6AC55CF6476}"/>
                    </a:ext>
                  </a:extLst>
                </p:cNvPr>
                <p:cNvSpPr/>
                <p:nvPr/>
              </p:nvSpPr>
              <p:spPr>
                <a:xfrm>
                  <a:off x="6514326" y="714090"/>
                  <a:ext cx="763479" cy="763480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en-US" sz="16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98701DD-44D1-4512-AC0C-013F4EE8AF51}"/>
                  </a:ext>
                </a:extLst>
              </p:cNvPr>
              <p:cNvGrpSpPr/>
              <p:nvPr/>
            </p:nvGrpSpPr>
            <p:grpSpPr>
              <a:xfrm>
                <a:off x="8571295" y="1340452"/>
                <a:ext cx="2779318" cy="843821"/>
                <a:chOff x="8571295" y="1314855"/>
                <a:chExt cx="2779318" cy="843821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CFF4B98-521B-4C5E-A208-E61DABDAE359}"/>
                    </a:ext>
                  </a:extLst>
                </p:cNvPr>
                <p:cNvSpPr txBox="1"/>
                <p:nvPr/>
              </p:nvSpPr>
              <p:spPr>
                <a:xfrm>
                  <a:off x="8571295" y="1314855"/>
                  <a:ext cx="24268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j-lt"/>
                    </a:rPr>
                    <a:t>Project Progress A</a:t>
                  </a:r>
                  <a:endParaRPr lang="en-ID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DC59147-742A-479D-9916-3479F495558C}"/>
                    </a:ext>
                  </a:extLst>
                </p:cNvPr>
                <p:cNvSpPr txBox="1"/>
                <p:nvPr/>
              </p:nvSpPr>
              <p:spPr>
                <a:xfrm>
                  <a:off x="8571297" y="1684187"/>
                  <a:ext cx="2779316" cy="474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Lorem ipsum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sit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consectetuer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adipiscing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elit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. Aenean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commodo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ligula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eget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ID" sz="10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dolor</a:t>
                  </a:r>
                  <a:r>
                    <a:rPr lang="en-ID" sz="1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. </a:t>
                  </a: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EB5FAC-718C-4F7A-AADC-B6243E6B3B52}"/>
                  </a:ext>
                </a:extLst>
              </p:cNvPr>
              <p:cNvSpPr txBox="1"/>
              <p:nvPr/>
            </p:nvSpPr>
            <p:spPr>
              <a:xfrm>
                <a:off x="7666445" y="1629439"/>
                <a:ext cx="5956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rPr>
                  <a:t>65%</a:t>
                </a:r>
                <a:endParaRPr lang="en-ID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</p:grpSp>
      </p:grpSp>
      <p:grpSp>
        <p:nvGrpSpPr>
          <p:cNvPr id="31" name="Graphic 4">
            <a:extLst>
              <a:ext uri="{FF2B5EF4-FFF2-40B4-BE49-F238E27FC236}">
                <a16:creationId xmlns:a16="http://schemas.microsoft.com/office/drawing/2014/main" id="{B5C62A41-E499-4347-894D-A794AA3FC141}"/>
              </a:ext>
            </a:extLst>
          </p:cNvPr>
          <p:cNvGrpSpPr/>
          <p:nvPr/>
        </p:nvGrpSpPr>
        <p:grpSpPr>
          <a:xfrm>
            <a:off x="6405536" y="1289399"/>
            <a:ext cx="375935" cy="564800"/>
            <a:chOff x="9268674" y="75498"/>
            <a:chExt cx="614121" cy="922647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DA52722-6B52-4999-BA2D-9647C0E11E1C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DA78E51-C149-4D5B-A637-72BF91083F61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A970251-4242-4DB2-A0D5-5A75A659A64F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aphic 4">
            <a:extLst>
              <a:ext uri="{FF2B5EF4-FFF2-40B4-BE49-F238E27FC236}">
                <a16:creationId xmlns:a16="http://schemas.microsoft.com/office/drawing/2014/main" id="{E2CE4F80-379D-4AD0-A9AE-B73F580FB2D7}"/>
              </a:ext>
            </a:extLst>
          </p:cNvPr>
          <p:cNvGrpSpPr/>
          <p:nvPr/>
        </p:nvGrpSpPr>
        <p:grpSpPr>
          <a:xfrm>
            <a:off x="2041629" y="4469106"/>
            <a:ext cx="375935" cy="564800"/>
            <a:chOff x="9268674" y="75498"/>
            <a:chExt cx="614121" cy="922647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2CB1662-E504-4FA6-8753-32F0E4DE1EE5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C8A7A2F-CCDF-4F8E-960B-7B6053D7825D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D301285-DB43-432A-B80A-E1BB6EF3495E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E857E46-43F2-4A7C-973B-6171539AF5E8}"/>
              </a:ext>
            </a:extLst>
          </p:cNvPr>
          <p:cNvSpPr txBox="1"/>
          <p:nvPr/>
        </p:nvSpPr>
        <p:spPr>
          <a:xfrm>
            <a:off x="619584" y="2674973"/>
            <a:ext cx="2626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Transforming Ambitious Goals Into Achievable</a:t>
            </a:r>
            <a:endParaRPr lang="en-ID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433C34-5277-41B6-9512-243A5CF0F286}"/>
              </a:ext>
            </a:extLst>
          </p:cNvPr>
          <p:cNvSpPr txBox="1"/>
          <p:nvPr/>
        </p:nvSpPr>
        <p:spPr>
          <a:xfrm>
            <a:off x="9486665" y="5937861"/>
            <a:ext cx="2111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2026</a:t>
            </a:r>
            <a:endParaRPr lang="en-ID" sz="2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1400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67C0E23-101E-453D-A727-E1B178B3F6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0A89A60-AE66-4263-B6DD-9C82DC9210A1}"/>
              </a:ext>
            </a:extLst>
          </p:cNvPr>
          <p:cNvSpPr/>
          <p:nvPr/>
        </p:nvSpPr>
        <p:spPr>
          <a:xfrm rot="16200000">
            <a:off x="5518731" y="184730"/>
            <a:ext cx="6858000" cy="6488540"/>
          </a:xfrm>
          <a:custGeom>
            <a:avLst/>
            <a:gdLst>
              <a:gd name="connsiteX0" fmla="*/ 6858000 w 6858000"/>
              <a:gd name="connsiteY0" fmla="*/ 3020111 h 6488540"/>
              <a:gd name="connsiteX1" fmla="*/ 6858000 w 6858000"/>
              <a:gd name="connsiteY1" fmla="*/ 6488540 h 6488540"/>
              <a:gd name="connsiteX2" fmla="*/ 0 w 6858000"/>
              <a:gd name="connsiteY2" fmla="*/ 6488539 h 6488540"/>
              <a:gd name="connsiteX3" fmla="*/ 0 w 6858000"/>
              <a:gd name="connsiteY3" fmla="*/ 0 h 6488540"/>
              <a:gd name="connsiteX4" fmla="*/ 1408403 w 6858000"/>
              <a:gd name="connsiteY4" fmla="*/ 0 h 6488540"/>
              <a:gd name="connsiteX5" fmla="*/ 2919498 w 6858000"/>
              <a:gd name="connsiteY5" fmla="*/ 625918 h 6488540"/>
              <a:gd name="connsiteX6" fmla="*/ 4518327 w 6858000"/>
              <a:gd name="connsiteY6" fmla="*/ 2224694 h 6488540"/>
              <a:gd name="connsiteX7" fmla="*/ 6438597 w 6858000"/>
              <a:gd name="connsiteY7" fmla="*/ 3020111 h 6488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6488540">
                <a:moveTo>
                  <a:pt x="6858000" y="3020111"/>
                </a:moveTo>
                <a:lnTo>
                  <a:pt x="6858000" y="6488540"/>
                </a:lnTo>
                <a:lnTo>
                  <a:pt x="0" y="6488539"/>
                </a:lnTo>
                <a:lnTo>
                  <a:pt x="0" y="0"/>
                </a:lnTo>
                <a:lnTo>
                  <a:pt x="1408403" y="0"/>
                </a:lnTo>
                <a:cubicBezTo>
                  <a:pt x="1975180" y="0"/>
                  <a:pt x="2518730" y="225150"/>
                  <a:pt x="2919498" y="625918"/>
                </a:cubicBezTo>
                <a:lnTo>
                  <a:pt x="4518327" y="2224694"/>
                </a:lnTo>
                <a:cubicBezTo>
                  <a:pt x="5027625" y="2733992"/>
                  <a:pt x="5718392" y="3020112"/>
                  <a:pt x="6438597" y="3020111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209615A-4913-4BE9-9A5A-5F9FE7F3B83F}"/>
              </a:ext>
            </a:extLst>
          </p:cNvPr>
          <p:cNvGrpSpPr/>
          <p:nvPr/>
        </p:nvGrpSpPr>
        <p:grpSpPr>
          <a:xfrm>
            <a:off x="5124983" y="-71645"/>
            <a:ext cx="3598901" cy="6929645"/>
            <a:chOff x="4690026" y="-71645"/>
            <a:chExt cx="3598901" cy="6929645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925B49E-C710-41DF-BBA7-2094720D4707}"/>
                </a:ext>
              </a:extLst>
            </p:cNvPr>
            <p:cNvSpPr/>
            <p:nvPr/>
          </p:nvSpPr>
          <p:spPr>
            <a:xfrm rot="16200000">
              <a:off x="3024655" y="1593728"/>
              <a:ext cx="6929643" cy="3598901"/>
            </a:xfrm>
            <a:custGeom>
              <a:avLst/>
              <a:gdLst>
                <a:gd name="connsiteX0" fmla="*/ 6929643 w 6929643"/>
                <a:gd name="connsiteY0" fmla="*/ 3020147 h 3598901"/>
                <a:gd name="connsiteX1" fmla="*/ 6929643 w 6929643"/>
                <a:gd name="connsiteY1" fmla="*/ 3598901 h 3598901"/>
                <a:gd name="connsiteX2" fmla="*/ 6415291 w 6929643"/>
                <a:gd name="connsiteY2" fmla="*/ 3598901 h 3598901"/>
                <a:gd name="connsiteX3" fmla="*/ 4495020 w 6929643"/>
                <a:gd name="connsiteY3" fmla="*/ 2803484 h 3598901"/>
                <a:gd name="connsiteX4" fmla="*/ 2896192 w 6929643"/>
                <a:gd name="connsiteY4" fmla="*/ 1204709 h 3598901"/>
                <a:gd name="connsiteX5" fmla="*/ 1385097 w 6929643"/>
                <a:gd name="connsiteY5" fmla="*/ 578791 h 3598901"/>
                <a:gd name="connsiteX6" fmla="*/ 0 w 6929643"/>
                <a:gd name="connsiteY6" fmla="*/ 578791 h 3598901"/>
                <a:gd name="connsiteX7" fmla="*/ 0 w 6929643"/>
                <a:gd name="connsiteY7" fmla="*/ 0 h 3598901"/>
                <a:gd name="connsiteX8" fmla="*/ 1385097 w 6929643"/>
                <a:gd name="connsiteY8" fmla="*/ 0 h 3598901"/>
                <a:gd name="connsiteX9" fmla="*/ 3305464 w 6929643"/>
                <a:gd name="connsiteY9" fmla="*/ 795448 h 3598901"/>
                <a:gd name="connsiteX10" fmla="*/ 4904293 w 6929643"/>
                <a:gd name="connsiteY10" fmla="*/ 2394229 h 3598901"/>
                <a:gd name="connsiteX11" fmla="*/ 6415291 w 6929643"/>
                <a:gd name="connsiteY11" fmla="*/ 3020147 h 359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29643" h="3598901">
                  <a:moveTo>
                    <a:pt x="6929643" y="3020147"/>
                  </a:moveTo>
                  <a:lnTo>
                    <a:pt x="6929643" y="3598901"/>
                  </a:lnTo>
                  <a:lnTo>
                    <a:pt x="6415291" y="3598901"/>
                  </a:lnTo>
                  <a:cubicBezTo>
                    <a:pt x="5695086" y="3598901"/>
                    <a:pt x="5004319" y="3312782"/>
                    <a:pt x="4495020" y="2803484"/>
                  </a:cubicBezTo>
                  <a:lnTo>
                    <a:pt x="2896192" y="1204709"/>
                  </a:lnTo>
                  <a:cubicBezTo>
                    <a:pt x="2495424" y="803940"/>
                    <a:pt x="1951873" y="578791"/>
                    <a:pt x="1385097" y="578791"/>
                  </a:cubicBezTo>
                  <a:lnTo>
                    <a:pt x="0" y="578791"/>
                  </a:lnTo>
                  <a:lnTo>
                    <a:pt x="0" y="0"/>
                  </a:lnTo>
                  <a:lnTo>
                    <a:pt x="1385097" y="0"/>
                  </a:lnTo>
                  <a:cubicBezTo>
                    <a:pt x="2105372" y="0"/>
                    <a:pt x="2796145" y="286130"/>
                    <a:pt x="3305464" y="795448"/>
                  </a:cubicBezTo>
                  <a:lnTo>
                    <a:pt x="4904293" y="2394229"/>
                  </a:lnTo>
                  <a:cubicBezTo>
                    <a:pt x="5304975" y="2794986"/>
                    <a:pt x="5848525" y="3020147"/>
                    <a:pt x="6415291" y="3020147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765" cap="flat">
              <a:noFill/>
              <a:prstDash val="solid"/>
              <a:round/>
            </a:ln>
          </p:spPr>
          <p:txBody>
            <a:bodyPr wrap="square" rtlCol="0" anchor="ctr">
              <a:noAutofit/>
            </a:bodyPr>
            <a:lstStyle/>
            <a:p>
              <a:endParaRPr lang="en-ID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8CCF426-3633-4B77-8B5E-1F774362E05B}"/>
                </a:ext>
              </a:extLst>
            </p:cNvPr>
            <p:cNvSpPr/>
            <p:nvPr/>
          </p:nvSpPr>
          <p:spPr>
            <a:xfrm rot="16200000">
              <a:off x="3024661" y="1869566"/>
              <a:ext cx="6929645" cy="3047224"/>
            </a:xfrm>
            <a:custGeom>
              <a:avLst/>
              <a:gdLst>
                <a:gd name="connsiteX0" fmla="*/ 30740 w 6929645"/>
                <a:gd name="connsiteY0" fmla="*/ 0 h 3047224"/>
                <a:gd name="connsiteX1" fmla="*/ 30740 w 6929645"/>
                <a:gd name="connsiteY1" fmla="*/ 27108 h 3047224"/>
                <a:gd name="connsiteX2" fmla="*/ 0 w 6929645"/>
                <a:gd name="connsiteY2" fmla="*/ 27108 h 3047224"/>
                <a:gd name="connsiteX3" fmla="*/ 0 w 6929645"/>
                <a:gd name="connsiteY3" fmla="*/ 0 h 3047224"/>
                <a:gd name="connsiteX4" fmla="*/ 487496 w 6929645"/>
                <a:gd name="connsiteY4" fmla="*/ 0 h 3047224"/>
                <a:gd name="connsiteX5" fmla="*/ 487496 w 6929645"/>
                <a:gd name="connsiteY5" fmla="*/ 27108 h 3047224"/>
                <a:gd name="connsiteX6" fmla="*/ 316212 w 6929645"/>
                <a:gd name="connsiteY6" fmla="*/ 27108 h 3047224"/>
                <a:gd name="connsiteX7" fmla="*/ 316212 w 6929645"/>
                <a:gd name="connsiteY7" fmla="*/ 0 h 3047224"/>
                <a:gd name="connsiteX8" fmla="*/ 944263 w 6929645"/>
                <a:gd name="connsiteY8" fmla="*/ 0 h 3047224"/>
                <a:gd name="connsiteX9" fmla="*/ 944263 w 6929645"/>
                <a:gd name="connsiteY9" fmla="*/ 27108 h 3047224"/>
                <a:gd name="connsiteX10" fmla="*/ 772974 w 6929645"/>
                <a:gd name="connsiteY10" fmla="*/ 27108 h 3047224"/>
                <a:gd name="connsiteX11" fmla="*/ 772974 w 6929645"/>
                <a:gd name="connsiteY11" fmla="*/ 0 h 3047224"/>
                <a:gd name="connsiteX12" fmla="*/ 1458504 w 6929645"/>
                <a:gd name="connsiteY12" fmla="*/ 1107 h 3047224"/>
                <a:gd name="connsiteX13" fmla="*/ 1457692 w 6929645"/>
                <a:gd name="connsiteY13" fmla="*/ 28197 h 3047224"/>
                <a:gd name="connsiteX14" fmla="*/ 1385098 w 6929645"/>
                <a:gd name="connsiteY14" fmla="*/ 27108 h 3047224"/>
                <a:gd name="connsiteX15" fmla="*/ 1229730 w 6929645"/>
                <a:gd name="connsiteY15" fmla="*/ 27108 h 3047224"/>
                <a:gd name="connsiteX16" fmla="*/ 1229730 w 6929645"/>
                <a:gd name="connsiteY16" fmla="*/ 0 h 3047224"/>
                <a:gd name="connsiteX17" fmla="*/ 1385098 w 6929645"/>
                <a:gd name="connsiteY17" fmla="*/ 0 h 3047224"/>
                <a:gd name="connsiteX18" fmla="*/ 1458504 w 6929645"/>
                <a:gd name="connsiteY18" fmla="*/ 1107 h 3047224"/>
                <a:gd name="connsiteX19" fmla="*/ 1913609 w 6929645"/>
                <a:gd name="connsiteY19" fmla="*/ 57924 h 3047224"/>
                <a:gd name="connsiteX20" fmla="*/ 1907735 w 6929645"/>
                <a:gd name="connsiteY20" fmla="*/ 84379 h 3047224"/>
                <a:gd name="connsiteX21" fmla="*/ 1740284 w 6929645"/>
                <a:gd name="connsiteY21" fmla="*/ 53376 h 3047224"/>
                <a:gd name="connsiteX22" fmla="*/ 1744276 w 6929645"/>
                <a:gd name="connsiteY22" fmla="*/ 26579 h 3047224"/>
                <a:gd name="connsiteX23" fmla="*/ 1913609 w 6929645"/>
                <a:gd name="connsiteY23" fmla="*/ 57924 h 3047224"/>
                <a:gd name="connsiteX24" fmla="*/ 2350024 w 6929645"/>
                <a:gd name="connsiteY24" fmla="*/ 198909 h 3047224"/>
                <a:gd name="connsiteX25" fmla="*/ 2339303 w 6929645"/>
                <a:gd name="connsiteY25" fmla="*/ 223803 h 3047224"/>
                <a:gd name="connsiteX26" fmla="*/ 2180617 w 6929645"/>
                <a:gd name="connsiteY26" fmla="*/ 162012 h 3047224"/>
                <a:gd name="connsiteX27" fmla="*/ 2189553 w 6929645"/>
                <a:gd name="connsiteY27" fmla="*/ 136427 h 3047224"/>
                <a:gd name="connsiteX28" fmla="*/ 2350024 w 6929645"/>
                <a:gd name="connsiteY28" fmla="*/ 198909 h 3047224"/>
                <a:gd name="connsiteX29" fmla="*/ 2799534 w 6929645"/>
                <a:gd name="connsiteY29" fmla="*/ 451792 h 3047224"/>
                <a:gd name="connsiteX30" fmla="*/ 2783821 w 6929645"/>
                <a:gd name="connsiteY30" fmla="*/ 473875 h 3047224"/>
                <a:gd name="connsiteX31" fmla="*/ 2592849 w 6929645"/>
                <a:gd name="connsiteY31" fmla="*/ 351124 h 3047224"/>
                <a:gd name="connsiteX32" fmla="*/ 2606413 w 6929645"/>
                <a:gd name="connsiteY32" fmla="*/ 327662 h 3047224"/>
                <a:gd name="connsiteX33" fmla="*/ 2799534 w 6929645"/>
                <a:gd name="connsiteY33" fmla="*/ 451792 h 3047224"/>
                <a:gd name="connsiteX34" fmla="*/ 3146783 w 6929645"/>
                <a:gd name="connsiteY34" fmla="*/ 751022 h 3047224"/>
                <a:gd name="connsiteX35" fmla="*/ 3127618 w 6929645"/>
                <a:gd name="connsiteY35" fmla="*/ 770187 h 3047224"/>
                <a:gd name="connsiteX36" fmla="*/ 3091249 w 6929645"/>
                <a:gd name="connsiteY36" fmla="*/ 733807 h 3047224"/>
                <a:gd name="connsiteX37" fmla="*/ 3004931 w 6929645"/>
                <a:gd name="connsiteY37" fmla="*/ 651651 h 3047224"/>
                <a:gd name="connsiteX38" fmla="*/ 3023124 w 6929645"/>
                <a:gd name="connsiteY38" fmla="*/ 631573 h 3047224"/>
                <a:gd name="connsiteX39" fmla="*/ 3110409 w 6929645"/>
                <a:gd name="connsiteY39" fmla="*/ 714652 h 3047224"/>
                <a:gd name="connsiteX40" fmla="*/ 3469758 w 6929645"/>
                <a:gd name="connsiteY40" fmla="*/ 1074001 h 3047224"/>
                <a:gd name="connsiteX41" fmla="*/ 3450598 w 6929645"/>
                <a:gd name="connsiteY41" fmla="*/ 1093156 h 3047224"/>
                <a:gd name="connsiteX42" fmla="*/ 3329477 w 6929645"/>
                <a:gd name="connsiteY42" fmla="*/ 972046 h 3047224"/>
                <a:gd name="connsiteX43" fmla="*/ 3348642 w 6929645"/>
                <a:gd name="connsiteY43" fmla="*/ 952881 h 3047224"/>
                <a:gd name="connsiteX44" fmla="*/ 3833104 w 6929645"/>
                <a:gd name="connsiteY44" fmla="*/ 1437353 h 3047224"/>
                <a:gd name="connsiteX45" fmla="*/ 3813939 w 6929645"/>
                <a:gd name="connsiteY45" fmla="*/ 1456508 h 3047224"/>
                <a:gd name="connsiteX46" fmla="*/ 3652457 w 6929645"/>
                <a:gd name="connsiteY46" fmla="*/ 1295020 h 3047224"/>
                <a:gd name="connsiteX47" fmla="*/ 3671617 w 6929645"/>
                <a:gd name="connsiteY47" fmla="*/ 1275861 h 3047224"/>
                <a:gd name="connsiteX48" fmla="*/ 4156056 w 6929645"/>
                <a:gd name="connsiteY48" fmla="*/ 1760322 h 3047224"/>
                <a:gd name="connsiteX49" fmla="*/ 4136903 w 6929645"/>
                <a:gd name="connsiteY49" fmla="*/ 1779488 h 3047224"/>
                <a:gd name="connsiteX50" fmla="*/ 4015830 w 6929645"/>
                <a:gd name="connsiteY50" fmla="*/ 1658367 h 3047224"/>
                <a:gd name="connsiteX51" fmla="*/ 4034984 w 6929645"/>
                <a:gd name="connsiteY51" fmla="*/ 1639212 h 3047224"/>
                <a:gd name="connsiteX52" fmla="*/ 4479074 w 6929645"/>
                <a:gd name="connsiteY52" fmla="*/ 2083302 h 3047224"/>
                <a:gd name="connsiteX53" fmla="*/ 4459919 w 6929645"/>
                <a:gd name="connsiteY53" fmla="*/ 2102467 h 3047224"/>
                <a:gd name="connsiteX54" fmla="*/ 4338750 w 6929645"/>
                <a:gd name="connsiteY54" fmla="*/ 1981352 h 3047224"/>
                <a:gd name="connsiteX55" fmla="*/ 4357911 w 6929645"/>
                <a:gd name="connsiteY55" fmla="*/ 1962181 h 3047224"/>
                <a:gd name="connsiteX56" fmla="*/ 4846632 w 6929645"/>
                <a:gd name="connsiteY56" fmla="*/ 2440631 h 3047224"/>
                <a:gd name="connsiteX57" fmla="*/ 4829081 w 6929645"/>
                <a:gd name="connsiteY57" fmla="*/ 2461207 h 3047224"/>
                <a:gd name="connsiteX58" fmla="*/ 4690078 w 6929645"/>
                <a:gd name="connsiteY58" fmla="*/ 2332582 h 3047224"/>
                <a:gd name="connsiteX59" fmla="*/ 4661768 w 6929645"/>
                <a:gd name="connsiteY59" fmla="*/ 2304369 h 3047224"/>
                <a:gd name="connsiteX60" fmla="*/ 4680928 w 6929645"/>
                <a:gd name="connsiteY60" fmla="*/ 2285209 h 3047224"/>
                <a:gd name="connsiteX61" fmla="*/ 4709238 w 6929645"/>
                <a:gd name="connsiteY61" fmla="*/ 2313428 h 3047224"/>
                <a:gd name="connsiteX62" fmla="*/ 4846632 w 6929645"/>
                <a:gd name="connsiteY62" fmla="*/ 2440631 h 3047224"/>
                <a:gd name="connsiteX63" fmla="*/ 5217498 w 6929645"/>
                <a:gd name="connsiteY63" fmla="*/ 2701840 h 3047224"/>
                <a:gd name="connsiteX64" fmla="*/ 5204004 w 6929645"/>
                <a:gd name="connsiteY64" fmla="*/ 2725339 h 3047224"/>
                <a:gd name="connsiteX65" fmla="*/ 5057636 w 6929645"/>
                <a:gd name="connsiteY65" fmla="*/ 2634650 h 3047224"/>
                <a:gd name="connsiteX66" fmla="*/ 5072739 w 6929645"/>
                <a:gd name="connsiteY66" fmla="*/ 2612096 h 3047224"/>
                <a:gd name="connsiteX67" fmla="*/ 5217498 w 6929645"/>
                <a:gd name="connsiteY67" fmla="*/ 2701840 h 3047224"/>
                <a:gd name="connsiteX68" fmla="*/ 5630633 w 6929645"/>
                <a:gd name="connsiteY68" fmla="*/ 2888970 h 3047224"/>
                <a:gd name="connsiteX69" fmla="*/ 5621762 w 6929645"/>
                <a:gd name="connsiteY69" fmla="*/ 2914639 h 3047224"/>
                <a:gd name="connsiteX70" fmla="*/ 5461055 w 6929645"/>
                <a:gd name="connsiteY70" fmla="*/ 2852922 h 3047224"/>
                <a:gd name="connsiteX71" fmla="*/ 5471626 w 6929645"/>
                <a:gd name="connsiteY71" fmla="*/ 2827915 h 3047224"/>
                <a:gd name="connsiteX72" fmla="*/ 5630633 w 6929645"/>
                <a:gd name="connsiteY72" fmla="*/ 2888970 h 3047224"/>
                <a:gd name="connsiteX73" fmla="*/ 6127665 w 6929645"/>
                <a:gd name="connsiteY73" fmla="*/ 3002966 h 3047224"/>
                <a:gd name="connsiteX74" fmla="*/ 6124459 w 6929645"/>
                <a:gd name="connsiteY74" fmla="*/ 3029860 h 3047224"/>
                <a:gd name="connsiteX75" fmla="*/ 5898069 w 6929645"/>
                <a:gd name="connsiteY75" fmla="*/ 2991829 h 3047224"/>
                <a:gd name="connsiteX76" fmla="*/ 5903825 w 6929645"/>
                <a:gd name="connsiteY76" fmla="*/ 2965315 h 3047224"/>
                <a:gd name="connsiteX77" fmla="*/ 6127665 w 6929645"/>
                <a:gd name="connsiteY77" fmla="*/ 3002966 h 3047224"/>
                <a:gd name="connsiteX78" fmla="*/ 6582134 w 6929645"/>
                <a:gd name="connsiteY78" fmla="*/ 3020138 h 3047224"/>
                <a:gd name="connsiteX79" fmla="*/ 6582134 w 6929645"/>
                <a:gd name="connsiteY79" fmla="*/ 3047224 h 3047224"/>
                <a:gd name="connsiteX80" fmla="*/ 6415292 w 6929645"/>
                <a:gd name="connsiteY80" fmla="*/ 3047224 h 3047224"/>
                <a:gd name="connsiteX81" fmla="*/ 6410861 w 6929645"/>
                <a:gd name="connsiteY81" fmla="*/ 3047224 h 3047224"/>
                <a:gd name="connsiteX82" fmla="*/ 6410952 w 6929645"/>
                <a:gd name="connsiteY82" fmla="*/ 3020138 h 3047224"/>
                <a:gd name="connsiteX83" fmla="*/ 6415292 w 6929645"/>
                <a:gd name="connsiteY83" fmla="*/ 3020138 h 3047224"/>
                <a:gd name="connsiteX84" fmla="*/ 6929645 w 6929645"/>
                <a:gd name="connsiteY84" fmla="*/ 3020138 h 3047224"/>
                <a:gd name="connsiteX85" fmla="*/ 6929645 w 6929645"/>
                <a:gd name="connsiteY85" fmla="*/ 3047224 h 3047224"/>
                <a:gd name="connsiteX86" fmla="*/ 6867692 w 6929645"/>
                <a:gd name="connsiteY86" fmla="*/ 3047224 h 3047224"/>
                <a:gd name="connsiteX87" fmla="*/ 6867692 w 6929645"/>
                <a:gd name="connsiteY87" fmla="*/ 3020138 h 304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929645" h="3047224">
                  <a:moveTo>
                    <a:pt x="30740" y="0"/>
                  </a:moveTo>
                  <a:lnTo>
                    <a:pt x="30740" y="27108"/>
                  </a:lnTo>
                  <a:lnTo>
                    <a:pt x="0" y="27108"/>
                  </a:lnTo>
                  <a:lnTo>
                    <a:pt x="0" y="0"/>
                  </a:lnTo>
                  <a:close/>
                  <a:moveTo>
                    <a:pt x="487496" y="0"/>
                  </a:moveTo>
                  <a:lnTo>
                    <a:pt x="487496" y="27108"/>
                  </a:lnTo>
                  <a:lnTo>
                    <a:pt x="316212" y="27108"/>
                  </a:lnTo>
                  <a:lnTo>
                    <a:pt x="316212" y="0"/>
                  </a:lnTo>
                  <a:close/>
                  <a:moveTo>
                    <a:pt x="944263" y="0"/>
                  </a:moveTo>
                  <a:lnTo>
                    <a:pt x="944263" y="27108"/>
                  </a:lnTo>
                  <a:lnTo>
                    <a:pt x="772974" y="27108"/>
                  </a:lnTo>
                  <a:lnTo>
                    <a:pt x="772974" y="0"/>
                  </a:lnTo>
                  <a:close/>
                  <a:moveTo>
                    <a:pt x="1458504" y="1107"/>
                  </a:moveTo>
                  <a:lnTo>
                    <a:pt x="1457692" y="28197"/>
                  </a:lnTo>
                  <a:cubicBezTo>
                    <a:pt x="1433535" y="27470"/>
                    <a:pt x="1409341" y="27108"/>
                    <a:pt x="1385098" y="27108"/>
                  </a:cubicBezTo>
                  <a:lnTo>
                    <a:pt x="1229730" y="27108"/>
                  </a:lnTo>
                  <a:lnTo>
                    <a:pt x="1229730" y="0"/>
                  </a:lnTo>
                  <a:lnTo>
                    <a:pt x="1385098" y="0"/>
                  </a:lnTo>
                  <a:cubicBezTo>
                    <a:pt x="1409603" y="0"/>
                    <a:pt x="1434080" y="369"/>
                    <a:pt x="1458504" y="1107"/>
                  </a:cubicBezTo>
                  <a:close/>
                  <a:moveTo>
                    <a:pt x="1913609" y="57924"/>
                  </a:moveTo>
                  <a:lnTo>
                    <a:pt x="1907735" y="84379"/>
                  </a:lnTo>
                  <a:cubicBezTo>
                    <a:pt x="1852399" y="72096"/>
                    <a:pt x="1796555" y="61755"/>
                    <a:pt x="1740284" y="53376"/>
                  </a:cubicBezTo>
                  <a:lnTo>
                    <a:pt x="1744276" y="26579"/>
                  </a:lnTo>
                  <a:cubicBezTo>
                    <a:pt x="1801168" y="35039"/>
                    <a:pt x="1857647" y="45509"/>
                    <a:pt x="1913609" y="57924"/>
                  </a:cubicBezTo>
                  <a:close/>
                  <a:moveTo>
                    <a:pt x="2350024" y="198909"/>
                  </a:moveTo>
                  <a:lnTo>
                    <a:pt x="2339303" y="223803"/>
                  </a:lnTo>
                  <a:cubicBezTo>
                    <a:pt x="2287168" y="201351"/>
                    <a:pt x="2234237" y="180744"/>
                    <a:pt x="2180617" y="162012"/>
                  </a:cubicBezTo>
                  <a:lnTo>
                    <a:pt x="2189553" y="136427"/>
                  </a:lnTo>
                  <a:cubicBezTo>
                    <a:pt x="2243766" y="155369"/>
                    <a:pt x="2297291" y="176207"/>
                    <a:pt x="2350024" y="198909"/>
                  </a:cubicBezTo>
                  <a:close/>
                  <a:moveTo>
                    <a:pt x="2799534" y="451792"/>
                  </a:moveTo>
                  <a:lnTo>
                    <a:pt x="2783821" y="473875"/>
                  </a:lnTo>
                  <a:cubicBezTo>
                    <a:pt x="2722002" y="429891"/>
                    <a:pt x="2658265" y="388946"/>
                    <a:pt x="2592849" y="351124"/>
                  </a:cubicBezTo>
                  <a:lnTo>
                    <a:pt x="2606413" y="327662"/>
                  </a:lnTo>
                  <a:cubicBezTo>
                    <a:pt x="2672561" y="365912"/>
                    <a:pt x="2737015" y="407321"/>
                    <a:pt x="2799534" y="451792"/>
                  </a:cubicBezTo>
                  <a:close/>
                  <a:moveTo>
                    <a:pt x="3146783" y="751022"/>
                  </a:moveTo>
                  <a:lnTo>
                    <a:pt x="3127618" y="770187"/>
                  </a:lnTo>
                  <a:lnTo>
                    <a:pt x="3091249" y="733807"/>
                  </a:lnTo>
                  <a:cubicBezTo>
                    <a:pt x="3063089" y="705658"/>
                    <a:pt x="3034309" y="678261"/>
                    <a:pt x="3004931" y="651651"/>
                  </a:cubicBezTo>
                  <a:lnTo>
                    <a:pt x="3023124" y="631573"/>
                  </a:lnTo>
                  <a:cubicBezTo>
                    <a:pt x="3052833" y="658476"/>
                    <a:pt x="3081934" y="686171"/>
                    <a:pt x="3110409" y="714652"/>
                  </a:cubicBezTo>
                  <a:close/>
                  <a:moveTo>
                    <a:pt x="3469758" y="1074001"/>
                  </a:moveTo>
                  <a:lnTo>
                    <a:pt x="3450598" y="1093156"/>
                  </a:lnTo>
                  <a:lnTo>
                    <a:pt x="3329477" y="972046"/>
                  </a:lnTo>
                  <a:lnTo>
                    <a:pt x="3348642" y="952881"/>
                  </a:lnTo>
                  <a:close/>
                  <a:moveTo>
                    <a:pt x="3833104" y="1437353"/>
                  </a:moveTo>
                  <a:lnTo>
                    <a:pt x="3813939" y="1456508"/>
                  </a:lnTo>
                  <a:lnTo>
                    <a:pt x="3652457" y="1295020"/>
                  </a:lnTo>
                  <a:lnTo>
                    <a:pt x="3671617" y="1275861"/>
                  </a:lnTo>
                  <a:close/>
                  <a:moveTo>
                    <a:pt x="4156056" y="1760322"/>
                  </a:moveTo>
                  <a:lnTo>
                    <a:pt x="4136903" y="1779488"/>
                  </a:lnTo>
                  <a:lnTo>
                    <a:pt x="4015830" y="1658367"/>
                  </a:lnTo>
                  <a:lnTo>
                    <a:pt x="4034984" y="1639212"/>
                  </a:lnTo>
                  <a:close/>
                  <a:moveTo>
                    <a:pt x="4479074" y="2083302"/>
                  </a:moveTo>
                  <a:lnTo>
                    <a:pt x="4459919" y="2102467"/>
                  </a:lnTo>
                  <a:lnTo>
                    <a:pt x="4338750" y="1981352"/>
                  </a:lnTo>
                  <a:lnTo>
                    <a:pt x="4357911" y="1962181"/>
                  </a:lnTo>
                  <a:close/>
                  <a:moveTo>
                    <a:pt x="4846632" y="2440631"/>
                  </a:moveTo>
                  <a:lnTo>
                    <a:pt x="4829081" y="2461207"/>
                  </a:lnTo>
                  <a:cubicBezTo>
                    <a:pt x="4781238" y="2420343"/>
                    <a:pt x="4734811" y="2377406"/>
                    <a:pt x="4690078" y="2332582"/>
                  </a:cubicBezTo>
                  <a:lnTo>
                    <a:pt x="4661768" y="2304369"/>
                  </a:lnTo>
                  <a:lnTo>
                    <a:pt x="4680928" y="2285209"/>
                  </a:lnTo>
                  <a:lnTo>
                    <a:pt x="4709238" y="2313428"/>
                  </a:lnTo>
                  <a:cubicBezTo>
                    <a:pt x="4753495" y="2357776"/>
                    <a:pt x="4799355" y="2400152"/>
                    <a:pt x="4846632" y="2440631"/>
                  </a:cubicBezTo>
                  <a:close/>
                  <a:moveTo>
                    <a:pt x="5217498" y="2701840"/>
                  </a:moveTo>
                  <a:lnTo>
                    <a:pt x="5204004" y="2725339"/>
                  </a:lnTo>
                  <a:cubicBezTo>
                    <a:pt x="5154268" y="2696837"/>
                    <a:pt x="5105387" y="2666641"/>
                    <a:pt x="5057636" y="2634650"/>
                  </a:cubicBezTo>
                  <a:lnTo>
                    <a:pt x="5072739" y="2612096"/>
                  </a:lnTo>
                  <a:cubicBezTo>
                    <a:pt x="5119920" y="2643709"/>
                    <a:pt x="5168239" y="2673627"/>
                    <a:pt x="5217498" y="2701840"/>
                  </a:cubicBezTo>
                  <a:close/>
                  <a:moveTo>
                    <a:pt x="5630633" y="2888970"/>
                  </a:moveTo>
                  <a:lnTo>
                    <a:pt x="5621762" y="2914639"/>
                  </a:lnTo>
                  <a:cubicBezTo>
                    <a:pt x="5567505" y="2895955"/>
                    <a:pt x="5513809" y="2875288"/>
                    <a:pt x="5461055" y="2852922"/>
                  </a:cubicBezTo>
                  <a:lnTo>
                    <a:pt x="5471626" y="2827915"/>
                  </a:lnTo>
                  <a:cubicBezTo>
                    <a:pt x="5523809" y="2850089"/>
                    <a:pt x="5576847" y="2870473"/>
                    <a:pt x="5630633" y="2888970"/>
                  </a:cubicBezTo>
                  <a:close/>
                  <a:moveTo>
                    <a:pt x="6127665" y="3002966"/>
                  </a:moveTo>
                  <a:lnTo>
                    <a:pt x="6124459" y="3029860"/>
                  </a:lnTo>
                  <a:cubicBezTo>
                    <a:pt x="6048301" y="3020705"/>
                    <a:pt x="5972714" y="3007964"/>
                    <a:pt x="5898069" y="2991829"/>
                  </a:cubicBezTo>
                  <a:lnTo>
                    <a:pt x="5903825" y="2965315"/>
                  </a:lnTo>
                  <a:cubicBezTo>
                    <a:pt x="5977620" y="2981354"/>
                    <a:pt x="6052362" y="2993908"/>
                    <a:pt x="6127665" y="3002966"/>
                  </a:cubicBezTo>
                  <a:close/>
                  <a:moveTo>
                    <a:pt x="6582134" y="3020138"/>
                  </a:moveTo>
                  <a:lnTo>
                    <a:pt x="6582134" y="3047224"/>
                  </a:lnTo>
                  <a:lnTo>
                    <a:pt x="6415292" y="3047224"/>
                  </a:lnTo>
                  <a:cubicBezTo>
                    <a:pt x="6413881" y="3047224"/>
                    <a:pt x="6412368" y="3047224"/>
                    <a:pt x="6410861" y="3047224"/>
                  </a:cubicBezTo>
                  <a:lnTo>
                    <a:pt x="6410952" y="3020138"/>
                  </a:lnTo>
                  <a:cubicBezTo>
                    <a:pt x="6412368" y="3020138"/>
                    <a:pt x="6413881" y="3020138"/>
                    <a:pt x="6415292" y="3020138"/>
                  </a:cubicBezTo>
                  <a:close/>
                  <a:moveTo>
                    <a:pt x="6929645" y="3020138"/>
                  </a:moveTo>
                  <a:lnTo>
                    <a:pt x="6929645" y="3047224"/>
                  </a:lnTo>
                  <a:lnTo>
                    <a:pt x="6867692" y="3047224"/>
                  </a:lnTo>
                  <a:lnTo>
                    <a:pt x="6867692" y="3020138"/>
                  </a:lnTo>
                  <a:close/>
                </a:path>
              </a:pathLst>
            </a:custGeom>
            <a:solidFill>
              <a:srgbClr val="FFFFFF"/>
            </a:solidFill>
            <a:ln w="1765" cap="flat">
              <a:noFill/>
              <a:prstDash val="solid"/>
              <a:round/>
            </a:ln>
          </p:spPr>
          <p:txBody>
            <a:bodyPr wrap="square" rtlCol="0" anchor="ctr">
              <a:noAutofit/>
            </a:bodyPr>
            <a:lstStyle/>
            <a:p>
              <a:endParaRPr lang="en-ID"/>
            </a:p>
          </p:txBody>
        </p:sp>
      </p:grp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4B503078-0975-4096-9829-958673F89C87}"/>
              </a:ext>
            </a:extLst>
          </p:cNvPr>
          <p:cNvGrpSpPr/>
          <p:nvPr/>
        </p:nvGrpSpPr>
        <p:grpSpPr>
          <a:xfrm>
            <a:off x="7804275" y="1438450"/>
            <a:ext cx="375935" cy="564800"/>
            <a:chOff x="9268674" y="75498"/>
            <a:chExt cx="614121" cy="922647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FCF8944-D273-4428-8F8C-BA660D4100B0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543E6E1-2CFE-468F-B251-176533E3CFC1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11BA048-981D-43AD-A582-6495A6DAD7D5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3675626-F346-4FD2-B946-8A327E022593}"/>
              </a:ext>
            </a:extLst>
          </p:cNvPr>
          <p:cNvGrpSpPr/>
          <p:nvPr/>
        </p:nvGrpSpPr>
        <p:grpSpPr>
          <a:xfrm>
            <a:off x="1995582" y="1089025"/>
            <a:ext cx="1248866" cy="1263650"/>
            <a:chOff x="6096000" y="874545"/>
            <a:chExt cx="1983972" cy="200745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2B685EF-BEB9-4384-9000-71A7FCB01A7B}"/>
                </a:ext>
              </a:extLst>
            </p:cNvPr>
            <p:cNvSpPr/>
            <p:nvPr/>
          </p:nvSpPr>
          <p:spPr>
            <a:xfrm rot="16200000" flipH="1">
              <a:off x="6042270" y="1982624"/>
              <a:ext cx="586261" cy="478801"/>
            </a:xfrm>
            <a:custGeom>
              <a:avLst/>
              <a:gdLst>
                <a:gd name="connsiteX0" fmla="*/ -107 w 1643288"/>
                <a:gd name="connsiteY0" fmla="*/ 146947 h 1412321"/>
                <a:gd name="connsiteX1" fmla="*/ -107 w 1643288"/>
                <a:gd name="connsiteY1" fmla="*/ 954667 h 1412321"/>
                <a:gd name="connsiteX2" fmla="*/ 124956 w 1643288"/>
                <a:gd name="connsiteY2" fmla="*/ 1099733 h 1412321"/>
                <a:gd name="connsiteX3" fmla="*/ 839331 w 1643288"/>
                <a:gd name="connsiteY3" fmla="*/ 1385483 h 1412321"/>
                <a:gd name="connsiteX4" fmla="*/ 1027641 w 1643288"/>
                <a:gd name="connsiteY4" fmla="*/ 1369386 h 1412321"/>
                <a:gd name="connsiteX5" fmla="*/ 1600284 w 1643288"/>
                <a:gd name="connsiteY5" fmla="*/ 796838 h 1412321"/>
                <a:gd name="connsiteX6" fmla="*/ 1599988 w 1643288"/>
                <a:gd name="connsiteY6" fmla="*/ 588993 h 1412321"/>
                <a:gd name="connsiteX7" fmla="*/ 1586377 w 1643288"/>
                <a:gd name="connsiteY7" fmla="*/ 577001 h 1412321"/>
                <a:gd name="connsiteX8" fmla="*/ 161151 w 1643288"/>
                <a:gd name="connsiteY8" fmla="*/ 643 h 1412321"/>
                <a:gd name="connsiteX9" fmla="*/ 646 w 1643288"/>
                <a:gd name="connsiteY9" fmla="*/ 131422 h 1412321"/>
                <a:gd name="connsiteX10" fmla="*/ -107 w 1643288"/>
                <a:gd name="connsiteY10" fmla="*/ 146947 h 141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3288" h="1412321">
                  <a:moveTo>
                    <a:pt x="-107" y="146947"/>
                  </a:moveTo>
                  <a:lnTo>
                    <a:pt x="-107" y="954667"/>
                  </a:lnTo>
                  <a:cubicBezTo>
                    <a:pt x="64" y="1027257"/>
                    <a:pt x="53176" y="1088875"/>
                    <a:pt x="124956" y="1099733"/>
                  </a:cubicBezTo>
                  <a:cubicBezTo>
                    <a:pt x="381674" y="1139557"/>
                    <a:pt x="625962" y="1237274"/>
                    <a:pt x="839331" y="1385483"/>
                  </a:cubicBezTo>
                  <a:cubicBezTo>
                    <a:pt x="897710" y="1426460"/>
                    <a:pt x="977063" y="1419678"/>
                    <a:pt x="1027641" y="1369386"/>
                  </a:cubicBezTo>
                  <a:lnTo>
                    <a:pt x="1600284" y="796838"/>
                  </a:lnTo>
                  <a:cubicBezTo>
                    <a:pt x="1657595" y="739364"/>
                    <a:pt x="1657462" y="646305"/>
                    <a:pt x="1599988" y="588993"/>
                  </a:cubicBezTo>
                  <a:cubicBezTo>
                    <a:pt x="1595702" y="584716"/>
                    <a:pt x="1591159" y="580716"/>
                    <a:pt x="1586377" y="577001"/>
                  </a:cubicBezTo>
                  <a:cubicBezTo>
                    <a:pt x="1174288" y="255837"/>
                    <a:pt x="680654" y="56212"/>
                    <a:pt x="161151" y="643"/>
                  </a:cubicBezTo>
                  <a:cubicBezTo>
                    <a:pt x="80713" y="-7567"/>
                    <a:pt x="8856" y="50992"/>
                    <a:pt x="646" y="131422"/>
                  </a:cubicBezTo>
                  <a:cubicBezTo>
                    <a:pt x="122" y="136584"/>
                    <a:pt x="-126" y="141766"/>
                    <a:pt x="-107" y="1469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98F9D5E-6331-42A5-BF15-E20849EA232F}"/>
                </a:ext>
              </a:extLst>
            </p:cNvPr>
            <p:cNvSpPr/>
            <p:nvPr/>
          </p:nvSpPr>
          <p:spPr>
            <a:xfrm rot="16200000" flipH="1">
              <a:off x="6038315" y="1269304"/>
              <a:ext cx="616097" cy="500485"/>
            </a:xfrm>
            <a:custGeom>
              <a:avLst/>
              <a:gdLst>
                <a:gd name="connsiteX0" fmla="*/ 1564889 w 1726921"/>
                <a:gd name="connsiteY0" fmla="*/ 666 h 1476283"/>
                <a:gd name="connsiteX1" fmla="*/ 51366 w 1726921"/>
                <a:gd name="connsiteY1" fmla="*/ 648938 h 1476283"/>
                <a:gd name="connsiteX2" fmla="*/ 34897 w 1726921"/>
                <a:gd name="connsiteY2" fmla="*/ 855459 h 1476283"/>
                <a:gd name="connsiteX3" fmla="*/ 42984 w 1726921"/>
                <a:gd name="connsiteY3" fmla="*/ 864203 h 1476283"/>
                <a:gd name="connsiteX4" fmla="*/ 612388 w 1726921"/>
                <a:gd name="connsiteY4" fmla="*/ 1433321 h 1476283"/>
                <a:gd name="connsiteX5" fmla="*/ 807080 w 1726921"/>
                <a:gd name="connsiteY5" fmla="*/ 1444561 h 1476283"/>
                <a:gd name="connsiteX6" fmla="*/ 1601750 w 1726921"/>
                <a:gd name="connsiteY6" fmla="*/ 1099375 h 1476283"/>
                <a:gd name="connsiteX7" fmla="*/ 1726814 w 1726921"/>
                <a:gd name="connsiteY7" fmla="*/ 954309 h 1476283"/>
                <a:gd name="connsiteX8" fmla="*/ 1726814 w 1726921"/>
                <a:gd name="connsiteY8" fmla="*/ 146684 h 1476283"/>
                <a:gd name="connsiteX9" fmla="*/ 1580252 w 1726921"/>
                <a:gd name="connsiteY9" fmla="*/ -124 h 1476283"/>
                <a:gd name="connsiteX10" fmla="*/ 1564889 w 1726921"/>
                <a:gd name="connsiteY10" fmla="*/ 666 h 1476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6921" h="1476283">
                  <a:moveTo>
                    <a:pt x="1564889" y="666"/>
                  </a:moveTo>
                  <a:cubicBezTo>
                    <a:pt x="1006895" y="60502"/>
                    <a:pt x="479677" y="286321"/>
                    <a:pt x="51366" y="648938"/>
                  </a:cubicBezTo>
                  <a:cubicBezTo>
                    <a:pt x="-10213" y="701420"/>
                    <a:pt x="-17586" y="793880"/>
                    <a:pt x="34897" y="855459"/>
                  </a:cubicBezTo>
                  <a:cubicBezTo>
                    <a:pt x="37469" y="858478"/>
                    <a:pt x="40174" y="861402"/>
                    <a:pt x="42984" y="864203"/>
                  </a:cubicBezTo>
                  <a:lnTo>
                    <a:pt x="612388" y="1433321"/>
                  </a:lnTo>
                  <a:cubicBezTo>
                    <a:pt x="665081" y="1485823"/>
                    <a:pt x="748701" y="1490653"/>
                    <a:pt x="807080" y="1444561"/>
                  </a:cubicBezTo>
                  <a:cubicBezTo>
                    <a:pt x="1038089" y="1263434"/>
                    <a:pt x="1311695" y="1144581"/>
                    <a:pt x="1601750" y="1099375"/>
                  </a:cubicBezTo>
                  <a:cubicBezTo>
                    <a:pt x="1673512" y="1088478"/>
                    <a:pt x="1726604" y="1026890"/>
                    <a:pt x="1726814" y="954309"/>
                  </a:cubicBezTo>
                  <a:lnTo>
                    <a:pt x="1726814" y="146684"/>
                  </a:lnTo>
                  <a:cubicBezTo>
                    <a:pt x="1726880" y="65674"/>
                    <a:pt x="1661272" y="-58"/>
                    <a:pt x="1580252" y="-124"/>
                  </a:cubicBezTo>
                  <a:cubicBezTo>
                    <a:pt x="1575118" y="-134"/>
                    <a:pt x="1569994" y="133"/>
                    <a:pt x="1564889" y="6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1E35346-BB81-4738-9929-589492EEEB99}"/>
                </a:ext>
              </a:extLst>
            </p:cNvPr>
            <p:cNvSpPr/>
            <p:nvPr/>
          </p:nvSpPr>
          <p:spPr>
            <a:xfrm rot="16200000" flipH="1">
              <a:off x="6493997" y="826558"/>
              <a:ext cx="504094" cy="600067"/>
            </a:xfrm>
            <a:custGeom>
              <a:avLst/>
              <a:gdLst>
                <a:gd name="connsiteX0" fmla="*/ 575795 w 1412975"/>
                <a:gd name="connsiteY0" fmla="*/ 57588 h 1770022"/>
                <a:gd name="connsiteX1" fmla="*/ 104 w 1412975"/>
                <a:gd name="connsiteY1" fmla="*/ 1615307 h 1770022"/>
                <a:gd name="connsiteX2" fmla="*/ 138864 w 1412975"/>
                <a:gd name="connsiteY2" fmla="*/ 1769688 h 1770022"/>
                <a:gd name="connsiteX3" fmla="*/ 146598 w 1412975"/>
                <a:gd name="connsiteY3" fmla="*/ 1769898 h 1770022"/>
                <a:gd name="connsiteX4" fmla="*/ 949080 w 1412975"/>
                <a:gd name="connsiteY4" fmla="*/ 1769898 h 1770022"/>
                <a:gd name="connsiteX5" fmla="*/ 1095288 w 1412975"/>
                <a:gd name="connsiteY5" fmla="*/ 1635691 h 1770022"/>
                <a:gd name="connsiteX6" fmla="*/ 1387515 w 1412975"/>
                <a:gd name="connsiteY6" fmla="*/ 801872 h 1770022"/>
                <a:gd name="connsiteX7" fmla="*/ 1369894 w 1412975"/>
                <a:gd name="connsiteY7" fmla="*/ 615849 h 1770022"/>
                <a:gd name="connsiteX8" fmla="*/ 796394 w 1412975"/>
                <a:gd name="connsiteY8" fmla="*/ 42920 h 1770022"/>
                <a:gd name="connsiteX9" fmla="*/ 588682 w 1412975"/>
                <a:gd name="connsiteY9" fmla="*/ 42863 h 1770022"/>
                <a:gd name="connsiteX10" fmla="*/ 575795 w 1412975"/>
                <a:gd name="connsiteY10" fmla="*/ 57588 h 1770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2975" h="1770022">
                  <a:moveTo>
                    <a:pt x="575795" y="57588"/>
                  </a:moveTo>
                  <a:cubicBezTo>
                    <a:pt x="230952" y="506759"/>
                    <a:pt x="30250" y="1049837"/>
                    <a:pt x="104" y="1615307"/>
                  </a:cubicBezTo>
                  <a:cubicBezTo>
                    <a:pt x="-4211" y="1696260"/>
                    <a:pt x="57921" y="1765373"/>
                    <a:pt x="138864" y="1769688"/>
                  </a:cubicBezTo>
                  <a:cubicBezTo>
                    <a:pt x="141445" y="1769831"/>
                    <a:pt x="144017" y="1769898"/>
                    <a:pt x="146598" y="1769898"/>
                  </a:cubicBezTo>
                  <a:lnTo>
                    <a:pt x="949080" y="1769898"/>
                  </a:lnTo>
                  <a:cubicBezTo>
                    <a:pt x="1025346" y="1770107"/>
                    <a:pt x="1088983" y="1711700"/>
                    <a:pt x="1095288" y="1635691"/>
                  </a:cubicBezTo>
                  <a:cubicBezTo>
                    <a:pt x="1118110" y="1336977"/>
                    <a:pt x="1218875" y="1049474"/>
                    <a:pt x="1387515" y="801872"/>
                  </a:cubicBezTo>
                  <a:cubicBezTo>
                    <a:pt x="1427082" y="743684"/>
                    <a:pt x="1419681" y="665579"/>
                    <a:pt x="1369894" y="615849"/>
                  </a:cubicBezTo>
                  <a:lnTo>
                    <a:pt x="796394" y="42920"/>
                  </a:lnTo>
                  <a:cubicBezTo>
                    <a:pt x="739053" y="-14449"/>
                    <a:pt x="646051" y="-14478"/>
                    <a:pt x="588682" y="42863"/>
                  </a:cubicBezTo>
                  <a:cubicBezTo>
                    <a:pt x="584062" y="47483"/>
                    <a:pt x="579757" y="52397"/>
                    <a:pt x="575795" y="5758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lt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3983414-7A59-4EF1-8A66-39DD4977568F}"/>
                </a:ext>
              </a:extLst>
            </p:cNvPr>
            <p:cNvSpPr/>
            <p:nvPr/>
          </p:nvSpPr>
          <p:spPr>
            <a:xfrm rot="16200000" flipH="1">
              <a:off x="6468544" y="2304404"/>
              <a:ext cx="526642" cy="628556"/>
            </a:xfrm>
            <a:custGeom>
              <a:avLst/>
              <a:gdLst>
                <a:gd name="connsiteX0" fmla="*/ 612348 w 1476174"/>
                <a:gd name="connsiteY0" fmla="*/ 42752 h 1854055"/>
                <a:gd name="connsiteX1" fmla="*/ 42754 w 1476174"/>
                <a:gd name="connsiteY1" fmla="*/ 612538 h 1854055"/>
                <a:gd name="connsiteX2" fmla="*/ 30657 w 1476174"/>
                <a:gd name="connsiteY2" fmla="*/ 806181 h 1854055"/>
                <a:gd name="connsiteX3" fmla="*/ 380606 w 1476174"/>
                <a:gd name="connsiteY3" fmla="*/ 1719533 h 1854055"/>
                <a:gd name="connsiteX4" fmla="*/ 526719 w 1476174"/>
                <a:gd name="connsiteY4" fmla="*/ 1853931 h 1854055"/>
                <a:gd name="connsiteX5" fmla="*/ 1329295 w 1476174"/>
                <a:gd name="connsiteY5" fmla="*/ 1853931 h 1854055"/>
                <a:gd name="connsiteX6" fmla="*/ 1476066 w 1476174"/>
                <a:gd name="connsiteY6" fmla="*/ 1707522 h 1854055"/>
                <a:gd name="connsiteX7" fmla="*/ 1475885 w 1476174"/>
                <a:gd name="connsiteY7" fmla="*/ 1700102 h 1854055"/>
                <a:gd name="connsiteX8" fmla="*/ 828185 w 1476174"/>
                <a:gd name="connsiteY8" fmla="*/ 52277 h 1854055"/>
                <a:gd name="connsiteX9" fmla="*/ 621807 w 1476174"/>
                <a:gd name="connsiteY9" fmla="*/ 34094 h 1854055"/>
                <a:gd name="connsiteX10" fmla="*/ 612348 w 1476174"/>
                <a:gd name="connsiteY10" fmla="*/ 42752 h 185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6174" h="1854055">
                  <a:moveTo>
                    <a:pt x="612348" y="42752"/>
                  </a:moveTo>
                  <a:lnTo>
                    <a:pt x="42754" y="612538"/>
                  </a:lnTo>
                  <a:cubicBezTo>
                    <a:pt x="-9405" y="664858"/>
                    <a:pt x="-14587" y="747773"/>
                    <a:pt x="30657" y="806181"/>
                  </a:cubicBezTo>
                  <a:cubicBezTo>
                    <a:pt x="233549" y="1070176"/>
                    <a:pt x="355154" y="1387549"/>
                    <a:pt x="380606" y="1719533"/>
                  </a:cubicBezTo>
                  <a:cubicBezTo>
                    <a:pt x="386816" y="1795581"/>
                    <a:pt x="450423" y="1854083"/>
                    <a:pt x="526719" y="1853931"/>
                  </a:cubicBezTo>
                  <a:lnTo>
                    <a:pt x="1329295" y="1853931"/>
                  </a:lnTo>
                  <a:cubicBezTo>
                    <a:pt x="1410258" y="1854026"/>
                    <a:pt x="1475961" y="1788475"/>
                    <a:pt x="1476066" y="1707522"/>
                  </a:cubicBezTo>
                  <a:cubicBezTo>
                    <a:pt x="1476066" y="1705046"/>
                    <a:pt x="1476009" y="1702569"/>
                    <a:pt x="1475885" y="1700102"/>
                  </a:cubicBezTo>
                  <a:cubicBezTo>
                    <a:pt x="1443557" y="1095303"/>
                    <a:pt x="1216329" y="517221"/>
                    <a:pt x="828185" y="52277"/>
                  </a:cubicBezTo>
                  <a:cubicBezTo>
                    <a:pt x="776217" y="-9731"/>
                    <a:pt x="683824" y="-17875"/>
                    <a:pt x="621807" y="34094"/>
                  </a:cubicBezTo>
                  <a:cubicBezTo>
                    <a:pt x="618530" y="36837"/>
                    <a:pt x="615377" y="39733"/>
                    <a:pt x="612348" y="427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6AB1C6B-3CFF-4F53-918F-8039284D2EFA}"/>
                </a:ext>
              </a:extLst>
            </p:cNvPr>
            <p:cNvSpPr/>
            <p:nvPr/>
          </p:nvSpPr>
          <p:spPr>
            <a:xfrm rot="5400000">
              <a:off x="7547442" y="1982624"/>
              <a:ext cx="586260" cy="478800"/>
            </a:xfrm>
            <a:custGeom>
              <a:avLst/>
              <a:gdLst>
                <a:gd name="connsiteX0" fmla="*/ -107 w 1643288"/>
                <a:gd name="connsiteY0" fmla="*/ 146947 h 1412321"/>
                <a:gd name="connsiteX1" fmla="*/ -107 w 1643288"/>
                <a:gd name="connsiteY1" fmla="*/ 954667 h 1412321"/>
                <a:gd name="connsiteX2" fmla="*/ 124956 w 1643288"/>
                <a:gd name="connsiteY2" fmla="*/ 1099733 h 1412321"/>
                <a:gd name="connsiteX3" fmla="*/ 839331 w 1643288"/>
                <a:gd name="connsiteY3" fmla="*/ 1385483 h 1412321"/>
                <a:gd name="connsiteX4" fmla="*/ 1027641 w 1643288"/>
                <a:gd name="connsiteY4" fmla="*/ 1369386 h 1412321"/>
                <a:gd name="connsiteX5" fmla="*/ 1600284 w 1643288"/>
                <a:gd name="connsiteY5" fmla="*/ 796838 h 1412321"/>
                <a:gd name="connsiteX6" fmla="*/ 1599988 w 1643288"/>
                <a:gd name="connsiteY6" fmla="*/ 588993 h 1412321"/>
                <a:gd name="connsiteX7" fmla="*/ 1586377 w 1643288"/>
                <a:gd name="connsiteY7" fmla="*/ 577001 h 1412321"/>
                <a:gd name="connsiteX8" fmla="*/ 161151 w 1643288"/>
                <a:gd name="connsiteY8" fmla="*/ 643 h 1412321"/>
                <a:gd name="connsiteX9" fmla="*/ 646 w 1643288"/>
                <a:gd name="connsiteY9" fmla="*/ 131422 h 1412321"/>
                <a:gd name="connsiteX10" fmla="*/ -107 w 1643288"/>
                <a:gd name="connsiteY10" fmla="*/ 146947 h 141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3288" h="1412321">
                  <a:moveTo>
                    <a:pt x="-107" y="146947"/>
                  </a:moveTo>
                  <a:lnTo>
                    <a:pt x="-107" y="954667"/>
                  </a:lnTo>
                  <a:cubicBezTo>
                    <a:pt x="64" y="1027257"/>
                    <a:pt x="53176" y="1088875"/>
                    <a:pt x="124956" y="1099733"/>
                  </a:cubicBezTo>
                  <a:cubicBezTo>
                    <a:pt x="381674" y="1139557"/>
                    <a:pt x="625962" y="1237274"/>
                    <a:pt x="839331" y="1385483"/>
                  </a:cubicBezTo>
                  <a:cubicBezTo>
                    <a:pt x="897710" y="1426460"/>
                    <a:pt x="977063" y="1419678"/>
                    <a:pt x="1027641" y="1369386"/>
                  </a:cubicBezTo>
                  <a:lnTo>
                    <a:pt x="1600284" y="796838"/>
                  </a:lnTo>
                  <a:cubicBezTo>
                    <a:pt x="1657595" y="739364"/>
                    <a:pt x="1657462" y="646305"/>
                    <a:pt x="1599988" y="588993"/>
                  </a:cubicBezTo>
                  <a:cubicBezTo>
                    <a:pt x="1595702" y="584716"/>
                    <a:pt x="1591159" y="580716"/>
                    <a:pt x="1586377" y="577001"/>
                  </a:cubicBezTo>
                  <a:cubicBezTo>
                    <a:pt x="1174288" y="255837"/>
                    <a:pt x="680654" y="56212"/>
                    <a:pt x="161151" y="643"/>
                  </a:cubicBezTo>
                  <a:cubicBezTo>
                    <a:pt x="80713" y="-7567"/>
                    <a:pt x="8856" y="50992"/>
                    <a:pt x="646" y="131422"/>
                  </a:cubicBezTo>
                  <a:cubicBezTo>
                    <a:pt x="122" y="136584"/>
                    <a:pt x="-126" y="141766"/>
                    <a:pt x="-107" y="1469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DBBCC9-9A0C-4589-82BA-11B7DEA665E4}"/>
                </a:ext>
              </a:extLst>
            </p:cNvPr>
            <p:cNvSpPr/>
            <p:nvPr/>
          </p:nvSpPr>
          <p:spPr>
            <a:xfrm rot="5400000">
              <a:off x="7521557" y="1269304"/>
              <a:ext cx="616096" cy="500485"/>
            </a:xfrm>
            <a:custGeom>
              <a:avLst/>
              <a:gdLst>
                <a:gd name="connsiteX0" fmla="*/ 1564889 w 1726921"/>
                <a:gd name="connsiteY0" fmla="*/ 666 h 1476283"/>
                <a:gd name="connsiteX1" fmla="*/ 51366 w 1726921"/>
                <a:gd name="connsiteY1" fmla="*/ 648938 h 1476283"/>
                <a:gd name="connsiteX2" fmla="*/ 34897 w 1726921"/>
                <a:gd name="connsiteY2" fmla="*/ 855459 h 1476283"/>
                <a:gd name="connsiteX3" fmla="*/ 42984 w 1726921"/>
                <a:gd name="connsiteY3" fmla="*/ 864203 h 1476283"/>
                <a:gd name="connsiteX4" fmla="*/ 612388 w 1726921"/>
                <a:gd name="connsiteY4" fmla="*/ 1433321 h 1476283"/>
                <a:gd name="connsiteX5" fmla="*/ 807080 w 1726921"/>
                <a:gd name="connsiteY5" fmla="*/ 1444561 h 1476283"/>
                <a:gd name="connsiteX6" fmla="*/ 1601750 w 1726921"/>
                <a:gd name="connsiteY6" fmla="*/ 1099375 h 1476283"/>
                <a:gd name="connsiteX7" fmla="*/ 1726814 w 1726921"/>
                <a:gd name="connsiteY7" fmla="*/ 954309 h 1476283"/>
                <a:gd name="connsiteX8" fmla="*/ 1726814 w 1726921"/>
                <a:gd name="connsiteY8" fmla="*/ 146684 h 1476283"/>
                <a:gd name="connsiteX9" fmla="*/ 1580252 w 1726921"/>
                <a:gd name="connsiteY9" fmla="*/ -124 h 1476283"/>
                <a:gd name="connsiteX10" fmla="*/ 1564889 w 1726921"/>
                <a:gd name="connsiteY10" fmla="*/ 666 h 1476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6921" h="1476283">
                  <a:moveTo>
                    <a:pt x="1564889" y="666"/>
                  </a:moveTo>
                  <a:cubicBezTo>
                    <a:pt x="1006895" y="60502"/>
                    <a:pt x="479677" y="286321"/>
                    <a:pt x="51366" y="648938"/>
                  </a:cubicBezTo>
                  <a:cubicBezTo>
                    <a:pt x="-10213" y="701420"/>
                    <a:pt x="-17586" y="793880"/>
                    <a:pt x="34897" y="855459"/>
                  </a:cubicBezTo>
                  <a:cubicBezTo>
                    <a:pt x="37469" y="858478"/>
                    <a:pt x="40174" y="861402"/>
                    <a:pt x="42984" y="864203"/>
                  </a:cubicBezTo>
                  <a:lnTo>
                    <a:pt x="612388" y="1433321"/>
                  </a:lnTo>
                  <a:cubicBezTo>
                    <a:pt x="665081" y="1485823"/>
                    <a:pt x="748701" y="1490653"/>
                    <a:pt x="807080" y="1444561"/>
                  </a:cubicBezTo>
                  <a:cubicBezTo>
                    <a:pt x="1038089" y="1263434"/>
                    <a:pt x="1311695" y="1144581"/>
                    <a:pt x="1601750" y="1099375"/>
                  </a:cubicBezTo>
                  <a:cubicBezTo>
                    <a:pt x="1673512" y="1088478"/>
                    <a:pt x="1726604" y="1026890"/>
                    <a:pt x="1726814" y="954309"/>
                  </a:cubicBezTo>
                  <a:lnTo>
                    <a:pt x="1726814" y="146684"/>
                  </a:lnTo>
                  <a:cubicBezTo>
                    <a:pt x="1726880" y="65674"/>
                    <a:pt x="1661272" y="-58"/>
                    <a:pt x="1580252" y="-124"/>
                  </a:cubicBezTo>
                  <a:cubicBezTo>
                    <a:pt x="1575118" y="-134"/>
                    <a:pt x="1569994" y="133"/>
                    <a:pt x="1564889" y="6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65DE2E1-3F3E-4153-B024-C7274A65D091}"/>
                </a:ext>
              </a:extLst>
            </p:cNvPr>
            <p:cNvSpPr/>
            <p:nvPr/>
          </p:nvSpPr>
          <p:spPr>
            <a:xfrm rot="5400000">
              <a:off x="7177879" y="826559"/>
              <a:ext cx="504093" cy="600066"/>
            </a:xfrm>
            <a:custGeom>
              <a:avLst/>
              <a:gdLst>
                <a:gd name="connsiteX0" fmla="*/ 575795 w 1412975"/>
                <a:gd name="connsiteY0" fmla="*/ 57588 h 1770022"/>
                <a:gd name="connsiteX1" fmla="*/ 104 w 1412975"/>
                <a:gd name="connsiteY1" fmla="*/ 1615307 h 1770022"/>
                <a:gd name="connsiteX2" fmla="*/ 138864 w 1412975"/>
                <a:gd name="connsiteY2" fmla="*/ 1769688 h 1770022"/>
                <a:gd name="connsiteX3" fmla="*/ 146598 w 1412975"/>
                <a:gd name="connsiteY3" fmla="*/ 1769898 h 1770022"/>
                <a:gd name="connsiteX4" fmla="*/ 949080 w 1412975"/>
                <a:gd name="connsiteY4" fmla="*/ 1769898 h 1770022"/>
                <a:gd name="connsiteX5" fmla="*/ 1095288 w 1412975"/>
                <a:gd name="connsiteY5" fmla="*/ 1635691 h 1770022"/>
                <a:gd name="connsiteX6" fmla="*/ 1387515 w 1412975"/>
                <a:gd name="connsiteY6" fmla="*/ 801872 h 1770022"/>
                <a:gd name="connsiteX7" fmla="*/ 1369894 w 1412975"/>
                <a:gd name="connsiteY7" fmla="*/ 615849 h 1770022"/>
                <a:gd name="connsiteX8" fmla="*/ 796394 w 1412975"/>
                <a:gd name="connsiteY8" fmla="*/ 42920 h 1770022"/>
                <a:gd name="connsiteX9" fmla="*/ 588682 w 1412975"/>
                <a:gd name="connsiteY9" fmla="*/ 42863 h 1770022"/>
                <a:gd name="connsiteX10" fmla="*/ 575795 w 1412975"/>
                <a:gd name="connsiteY10" fmla="*/ 57588 h 1770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2975" h="1770022">
                  <a:moveTo>
                    <a:pt x="575795" y="57588"/>
                  </a:moveTo>
                  <a:cubicBezTo>
                    <a:pt x="230952" y="506759"/>
                    <a:pt x="30250" y="1049837"/>
                    <a:pt x="104" y="1615307"/>
                  </a:cubicBezTo>
                  <a:cubicBezTo>
                    <a:pt x="-4211" y="1696260"/>
                    <a:pt x="57921" y="1765373"/>
                    <a:pt x="138864" y="1769688"/>
                  </a:cubicBezTo>
                  <a:cubicBezTo>
                    <a:pt x="141445" y="1769831"/>
                    <a:pt x="144017" y="1769898"/>
                    <a:pt x="146598" y="1769898"/>
                  </a:cubicBezTo>
                  <a:lnTo>
                    <a:pt x="949080" y="1769898"/>
                  </a:lnTo>
                  <a:cubicBezTo>
                    <a:pt x="1025346" y="1770107"/>
                    <a:pt x="1088983" y="1711700"/>
                    <a:pt x="1095288" y="1635691"/>
                  </a:cubicBezTo>
                  <a:cubicBezTo>
                    <a:pt x="1118110" y="1336977"/>
                    <a:pt x="1218875" y="1049474"/>
                    <a:pt x="1387515" y="801872"/>
                  </a:cubicBezTo>
                  <a:cubicBezTo>
                    <a:pt x="1427082" y="743684"/>
                    <a:pt x="1419681" y="665579"/>
                    <a:pt x="1369894" y="615849"/>
                  </a:cubicBezTo>
                  <a:lnTo>
                    <a:pt x="796394" y="42920"/>
                  </a:lnTo>
                  <a:cubicBezTo>
                    <a:pt x="739053" y="-14449"/>
                    <a:pt x="646051" y="-14478"/>
                    <a:pt x="588682" y="42863"/>
                  </a:cubicBezTo>
                  <a:cubicBezTo>
                    <a:pt x="584062" y="47483"/>
                    <a:pt x="579757" y="52397"/>
                    <a:pt x="575795" y="575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lt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4B0F3E2-8464-46B2-A2A6-5FD5B6DBADC4}"/>
                </a:ext>
              </a:extLst>
            </p:cNvPr>
            <p:cNvSpPr/>
            <p:nvPr/>
          </p:nvSpPr>
          <p:spPr>
            <a:xfrm rot="5400000">
              <a:off x="7180787" y="2304404"/>
              <a:ext cx="526642" cy="628556"/>
            </a:xfrm>
            <a:custGeom>
              <a:avLst/>
              <a:gdLst>
                <a:gd name="connsiteX0" fmla="*/ 612348 w 1476174"/>
                <a:gd name="connsiteY0" fmla="*/ 42752 h 1854055"/>
                <a:gd name="connsiteX1" fmla="*/ 42754 w 1476174"/>
                <a:gd name="connsiteY1" fmla="*/ 612538 h 1854055"/>
                <a:gd name="connsiteX2" fmla="*/ 30657 w 1476174"/>
                <a:gd name="connsiteY2" fmla="*/ 806181 h 1854055"/>
                <a:gd name="connsiteX3" fmla="*/ 380606 w 1476174"/>
                <a:gd name="connsiteY3" fmla="*/ 1719533 h 1854055"/>
                <a:gd name="connsiteX4" fmla="*/ 526719 w 1476174"/>
                <a:gd name="connsiteY4" fmla="*/ 1853931 h 1854055"/>
                <a:gd name="connsiteX5" fmla="*/ 1329295 w 1476174"/>
                <a:gd name="connsiteY5" fmla="*/ 1853931 h 1854055"/>
                <a:gd name="connsiteX6" fmla="*/ 1476066 w 1476174"/>
                <a:gd name="connsiteY6" fmla="*/ 1707522 h 1854055"/>
                <a:gd name="connsiteX7" fmla="*/ 1475885 w 1476174"/>
                <a:gd name="connsiteY7" fmla="*/ 1700102 h 1854055"/>
                <a:gd name="connsiteX8" fmla="*/ 828185 w 1476174"/>
                <a:gd name="connsiteY8" fmla="*/ 52277 h 1854055"/>
                <a:gd name="connsiteX9" fmla="*/ 621807 w 1476174"/>
                <a:gd name="connsiteY9" fmla="*/ 34094 h 1854055"/>
                <a:gd name="connsiteX10" fmla="*/ 612348 w 1476174"/>
                <a:gd name="connsiteY10" fmla="*/ 42752 h 185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6174" h="1854055">
                  <a:moveTo>
                    <a:pt x="612348" y="42752"/>
                  </a:moveTo>
                  <a:lnTo>
                    <a:pt x="42754" y="612538"/>
                  </a:lnTo>
                  <a:cubicBezTo>
                    <a:pt x="-9405" y="664858"/>
                    <a:pt x="-14587" y="747773"/>
                    <a:pt x="30657" y="806181"/>
                  </a:cubicBezTo>
                  <a:cubicBezTo>
                    <a:pt x="233549" y="1070176"/>
                    <a:pt x="355154" y="1387549"/>
                    <a:pt x="380606" y="1719533"/>
                  </a:cubicBezTo>
                  <a:cubicBezTo>
                    <a:pt x="386816" y="1795581"/>
                    <a:pt x="450423" y="1854083"/>
                    <a:pt x="526719" y="1853931"/>
                  </a:cubicBezTo>
                  <a:lnTo>
                    <a:pt x="1329295" y="1853931"/>
                  </a:lnTo>
                  <a:cubicBezTo>
                    <a:pt x="1410258" y="1854026"/>
                    <a:pt x="1475961" y="1788475"/>
                    <a:pt x="1476066" y="1707522"/>
                  </a:cubicBezTo>
                  <a:cubicBezTo>
                    <a:pt x="1476066" y="1705046"/>
                    <a:pt x="1476009" y="1702569"/>
                    <a:pt x="1475885" y="1700102"/>
                  </a:cubicBezTo>
                  <a:cubicBezTo>
                    <a:pt x="1443557" y="1095303"/>
                    <a:pt x="1216329" y="517221"/>
                    <a:pt x="828185" y="52277"/>
                  </a:cubicBezTo>
                  <a:cubicBezTo>
                    <a:pt x="776217" y="-9731"/>
                    <a:pt x="683824" y="-17875"/>
                    <a:pt x="621807" y="34094"/>
                  </a:cubicBezTo>
                  <a:cubicBezTo>
                    <a:pt x="618530" y="36837"/>
                    <a:pt x="615377" y="39733"/>
                    <a:pt x="612348" y="427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861EABA-417C-43B1-9E73-5E7A2548E7EB}"/>
              </a:ext>
            </a:extLst>
          </p:cNvPr>
          <p:cNvGrpSpPr/>
          <p:nvPr/>
        </p:nvGrpSpPr>
        <p:grpSpPr>
          <a:xfrm>
            <a:off x="3520279" y="1298940"/>
            <a:ext cx="2779318" cy="843821"/>
            <a:chOff x="3520279" y="1161234"/>
            <a:chExt cx="2779318" cy="8438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993EED-6239-429B-92C4-4AD62BE617DF}"/>
                </a:ext>
              </a:extLst>
            </p:cNvPr>
            <p:cNvSpPr txBox="1"/>
            <p:nvPr/>
          </p:nvSpPr>
          <p:spPr>
            <a:xfrm>
              <a:off x="3520279" y="1161234"/>
              <a:ext cx="24268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>Project Progress C</a:t>
              </a:r>
              <a:endParaRPr lang="en-ID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8972FA4-C1B3-447B-BB13-087318A906A9}"/>
                </a:ext>
              </a:extLst>
            </p:cNvPr>
            <p:cNvSpPr txBox="1"/>
            <p:nvPr/>
          </p:nvSpPr>
          <p:spPr>
            <a:xfrm>
              <a:off x="3520281" y="1530566"/>
              <a:ext cx="2779316" cy="474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Lorem ipsum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dolor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sit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consectetuer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adipiscing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elit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 Aenean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commodo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ligula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eget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dolor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 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DCE38D5-7984-4975-9239-BF1E0D6ED317}"/>
              </a:ext>
            </a:extLst>
          </p:cNvPr>
          <p:cNvSpPr txBox="1"/>
          <p:nvPr/>
        </p:nvSpPr>
        <p:spPr>
          <a:xfrm>
            <a:off x="2322173" y="1536184"/>
            <a:ext cx="595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95%</a:t>
            </a:r>
            <a:endParaRPr lang="en-ID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grpSp>
        <p:nvGrpSpPr>
          <p:cNvPr id="29" name="Graphic 4">
            <a:extLst>
              <a:ext uri="{FF2B5EF4-FFF2-40B4-BE49-F238E27FC236}">
                <a16:creationId xmlns:a16="http://schemas.microsoft.com/office/drawing/2014/main" id="{18263E00-3DEF-456A-A0AC-8ADA63836BB2}"/>
              </a:ext>
            </a:extLst>
          </p:cNvPr>
          <p:cNvGrpSpPr/>
          <p:nvPr/>
        </p:nvGrpSpPr>
        <p:grpSpPr>
          <a:xfrm>
            <a:off x="5858077" y="3379969"/>
            <a:ext cx="375935" cy="564800"/>
            <a:chOff x="9268674" y="75498"/>
            <a:chExt cx="614121" cy="922647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25C0DA6-E28B-43DD-BC21-95CE7154A8F6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05A4697-22DA-4871-9DD5-8052EA13DB82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A09BA8A-B483-4642-9E2F-4CA4DEA346B6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27E9931-23A1-472C-B7AA-251319BD3D26}"/>
              </a:ext>
            </a:extLst>
          </p:cNvPr>
          <p:cNvGrpSpPr/>
          <p:nvPr/>
        </p:nvGrpSpPr>
        <p:grpSpPr>
          <a:xfrm>
            <a:off x="1123615" y="3064206"/>
            <a:ext cx="1248866" cy="1263650"/>
            <a:chOff x="6096000" y="874545"/>
            <a:chExt cx="1983972" cy="2007458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B943817-7E93-4CA7-8C01-5F7C29F89E1C}"/>
                </a:ext>
              </a:extLst>
            </p:cNvPr>
            <p:cNvSpPr/>
            <p:nvPr/>
          </p:nvSpPr>
          <p:spPr>
            <a:xfrm rot="16200000" flipH="1">
              <a:off x="6042270" y="1982624"/>
              <a:ext cx="586261" cy="478801"/>
            </a:xfrm>
            <a:custGeom>
              <a:avLst/>
              <a:gdLst>
                <a:gd name="connsiteX0" fmla="*/ -107 w 1643288"/>
                <a:gd name="connsiteY0" fmla="*/ 146947 h 1412321"/>
                <a:gd name="connsiteX1" fmla="*/ -107 w 1643288"/>
                <a:gd name="connsiteY1" fmla="*/ 954667 h 1412321"/>
                <a:gd name="connsiteX2" fmla="*/ 124956 w 1643288"/>
                <a:gd name="connsiteY2" fmla="*/ 1099733 h 1412321"/>
                <a:gd name="connsiteX3" fmla="*/ 839331 w 1643288"/>
                <a:gd name="connsiteY3" fmla="*/ 1385483 h 1412321"/>
                <a:gd name="connsiteX4" fmla="*/ 1027641 w 1643288"/>
                <a:gd name="connsiteY4" fmla="*/ 1369386 h 1412321"/>
                <a:gd name="connsiteX5" fmla="*/ 1600284 w 1643288"/>
                <a:gd name="connsiteY5" fmla="*/ 796838 h 1412321"/>
                <a:gd name="connsiteX6" fmla="*/ 1599988 w 1643288"/>
                <a:gd name="connsiteY6" fmla="*/ 588993 h 1412321"/>
                <a:gd name="connsiteX7" fmla="*/ 1586377 w 1643288"/>
                <a:gd name="connsiteY7" fmla="*/ 577001 h 1412321"/>
                <a:gd name="connsiteX8" fmla="*/ 161151 w 1643288"/>
                <a:gd name="connsiteY8" fmla="*/ 643 h 1412321"/>
                <a:gd name="connsiteX9" fmla="*/ 646 w 1643288"/>
                <a:gd name="connsiteY9" fmla="*/ 131422 h 1412321"/>
                <a:gd name="connsiteX10" fmla="*/ -107 w 1643288"/>
                <a:gd name="connsiteY10" fmla="*/ 146947 h 141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3288" h="1412321">
                  <a:moveTo>
                    <a:pt x="-107" y="146947"/>
                  </a:moveTo>
                  <a:lnTo>
                    <a:pt x="-107" y="954667"/>
                  </a:lnTo>
                  <a:cubicBezTo>
                    <a:pt x="64" y="1027257"/>
                    <a:pt x="53176" y="1088875"/>
                    <a:pt x="124956" y="1099733"/>
                  </a:cubicBezTo>
                  <a:cubicBezTo>
                    <a:pt x="381674" y="1139557"/>
                    <a:pt x="625962" y="1237274"/>
                    <a:pt x="839331" y="1385483"/>
                  </a:cubicBezTo>
                  <a:cubicBezTo>
                    <a:pt x="897710" y="1426460"/>
                    <a:pt x="977063" y="1419678"/>
                    <a:pt x="1027641" y="1369386"/>
                  </a:cubicBezTo>
                  <a:lnTo>
                    <a:pt x="1600284" y="796838"/>
                  </a:lnTo>
                  <a:cubicBezTo>
                    <a:pt x="1657595" y="739364"/>
                    <a:pt x="1657462" y="646305"/>
                    <a:pt x="1599988" y="588993"/>
                  </a:cubicBezTo>
                  <a:cubicBezTo>
                    <a:pt x="1595702" y="584716"/>
                    <a:pt x="1591159" y="580716"/>
                    <a:pt x="1586377" y="577001"/>
                  </a:cubicBezTo>
                  <a:cubicBezTo>
                    <a:pt x="1174288" y="255837"/>
                    <a:pt x="680654" y="56212"/>
                    <a:pt x="161151" y="643"/>
                  </a:cubicBezTo>
                  <a:cubicBezTo>
                    <a:pt x="80713" y="-7567"/>
                    <a:pt x="8856" y="50992"/>
                    <a:pt x="646" y="131422"/>
                  </a:cubicBezTo>
                  <a:cubicBezTo>
                    <a:pt x="122" y="136584"/>
                    <a:pt x="-126" y="141766"/>
                    <a:pt x="-107" y="1469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6F9FEED-223A-4C5E-A1E4-57D523704AA2}"/>
                </a:ext>
              </a:extLst>
            </p:cNvPr>
            <p:cNvSpPr/>
            <p:nvPr/>
          </p:nvSpPr>
          <p:spPr>
            <a:xfrm rot="16200000" flipH="1">
              <a:off x="6038315" y="1269304"/>
              <a:ext cx="616097" cy="500485"/>
            </a:xfrm>
            <a:custGeom>
              <a:avLst/>
              <a:gdLst>
                <a:gd name="connsiteX0" fmla="*/ 1564889 w 1726921"/>
                <a:gd name="connsiteY0" fmla="*/ 666 h 1476283"/>
                <a:gd name="connsiteX1" fmla="*/ 51366 w 1726921"/>
                <a:gd name="connsiteY1" fmla="*/ 648938 h 1476283"/>
                <a:gd name="connsiteX2" fmla="*/ 34897 w 1726921"/>
                <a:gd name="connsiteY2" fmla="*/ 855459 h 1476283"/>
                <a:gd name="connsiteX3" fmla="*/ 42984 w 1726921"/>
                <a:gd name="connsiteY3" fmla="*/ 864203 h 1476283"/>
                <a:gd name="connsiteX4" fmla="*/ 612388 w 1726921"/>
                <a:gd name="connsiteY4" fmla="*/ 1433321 h 1476283"/>
                <a:gd name="connsiteX5" fmla="*/ 807080 w 1726921"/>
                <a:gd name="connsiteY5" fmla="*/ 1444561 h 1476283"/>
                <a:gd name="connsiteX6" fmla="*/ 1601750 w 1726921"/>
                <a:gd name="connsiteY6" fmla="*/ 1099375 h 1476283"/>
                <a:gd name="connsiteX7" fmla="*/ 1726814 w 1726921"/>
                <a:gd name="connsiteY7" fmla="*/ 954309 h 1476283"/>
                <a:gd name="connsiteX8" fmla="*/ 1726814 w 1726921"/>
                <a:gd name="connsiteY8" fmla="*/ 146684 h 1476283"/>
                <a:gd name="connsiteX9" fmla="*/ 1580252 w 1726921"/>
                <a:gd name="connsiteY9" fmla="*/ -124 h 1476283"/>
                <a:gd name="connsiteX10" fmla="*/ 1564889 w 1726921"/>
                <a:gd name="connsiteY10" fmla="*/ 666 h 1476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6921" h="1476283">
                  <a:moveTo>
                    <a:pt x="1564889" y="666"/>
                  </a:moveTo>
                  <a:cubicBezTo>
                    <a:pt x="1006895" y="60502"/>
                    <a:pt x="479677" y="286321"/>
                    <a:pt x="51366" y="648938"/>
                  </a:cubicBezTo>
                  <a:cubicBezTo>
                    <a:pt x="-10213" y="701420"/>
                    <a:pt x="-17586" y="793880"/>
                    <a:pt x="34897" y="855459"/>
                  </a:cubicBezTo>
                  <a:cubicBezTo>
                    <a:pt x="37469" y="858478"/>
                    <a:pt x="40174" y="861402"/>
                    <a:pt x="42984" y="864203"/>
                  </a:cubicBezTo>
                  <a:lnTo>
                    <a:pt x="612388" y="1433321"/>
                  </a:lnTo>
                  <a:cubicBezTo>
                    <a:pt x="665081" y="1485823"/>
                    <a:pt x="748701" y="1490653"/>
                    <a:pt x="807080" y="1444561"/>
                  </a:cubicBezTo>
                  <a:cubicBezTo>
                    <a:pt x="1038089" y="1263434"/>
                    <a:pt x="1311695" y="1144581"/>
                    <a:pt x="1601750" y="1099375"/>
                  </a:cubicBezTo>
                  <a:cubicBezTo>
                    <a:pt x="1673512" y="1088478"/>
                    <a:pt x="1726604" y="1026890"/>
                    <a:pt x="1726814" y="954309"/>
                  </a:cubicBezTo>
                  <a:lnTo>
                    <a:pt x="1726814" y="146684"/>
                  </a:lnTo>
                  <a:cubicBezTo>
                    <a:pt x="1726880" y="65674"/>
                    <a:pt x="1661272" y="-58"/>
                    <a:pt x="1580252" y="-124"/>
                  </a:cubicBezTo>
                  <a:cubicBezTo>
                    <a:pt x="1575118" y="-134"/>
                    <a:pt x="1569994" y="133"/>
                    <a:pt x="1564889" y="66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41C5B72-50FF-457C-93EC-37CD6560E443}"/>
                </a:ext>
              </a:extLst>
            </p:cNvPr>
            <p:cNvSpPr/>
            <p:nvPr/>
          </p:nvSpPr>
          <p:spPr>
            <a:xfrm rot="16200000" flipH="1">
              <a:off x="6493997" y="826558"/>
              <a:ext cx="504094" cy="600067"/>
            </a:xfrm>
            <a:custGeom>
              <a:avLst/>
              <a:gdLst>
                <a:gd name="connsiteX0" fmla="*/ 575795 w 1412975"/>
                <a:gd name="connsiteY0" fmla="*/ 57588 h 1770022"/>
                <a:gd name="connsiteX1" fmla="*/ 104 w 1412975"/>
                <a:gd name="connsiteY1" fmla="*/ 1615307 h 1770022"/>
                <a:gd name="connsiteX2" fmla="*/ 138864 w 1412975"/>
                <a:gd name="connsiteY2" fmla="*/ 1769688 h 1770022"/>
                <a:gd name="connsiteX3" fmla="*/ 146598 w 1412975"/>
                <a:gd name="connsiteY3" fmla="*/ 1769898 h 1770022"/>
                <a:gd name="connsiteX4" fmla="*/ 949080 w 1412975"/>
                <a:gd name="connsiteY4" fmla="*/ 1769898 h 1770022"/>
                <a:gd name="connsiteX5" fmla="*/ 1095288 w 1412975"/>
                <a:gd name="connsiteY5" fmla="*/ 1635691 h 1770022"/>
                <a:gd name="connsiteX6" fmla="*/ 1387515 w 1412975"/>
                <a:gd name="connsiteY6" fmla="*/ 801872 h 1770022"/>
                <a:gd name="connsiteX7" fmla="*/ 1369894 w 1412975"/>
                <a:gd name="connsiteY7" fmla="*/ 615849 h 1770022"/>
                <a:gd name="connsiteX8" fmla="*/ 796394 w 1412975"/>
                <a:gd name="connsiteY8" fmla="*/ 42920 h 1770022"/>
                <a:gd name="connsiteX9" fmla="*/ 588682 w 1412975"/>
                <a:gd name="connsiteY9" fmla="*/ 42863 h 1770022"/>
                <a:gd name="connsiteX10" fmla="*/ 575795 w 1412975"/>
                <a:gd name="connsiteY10" fmla="*/ 57588 h 1770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2975" h="1770022">
                  <a:moveTo>
                    <a:pt x="575795" y="57588"/>
                  </a:moveTo>
                  <a:cubicBezTo>
                    <a:pt x="230952" y="506759"/>
                    <a:pt x="30250" y="1049837"/>
                    <a:pt x="104" y="1615307"/>
                  </a:cubicBezTo>
                  <a:cubicBezTo>
                    <a:pt x="-4211" y="1696260"/>
                    <a:pt x="57921" y="1765373"/>
                    <a:pt x="138864" y="1769688"/>
                  </a:cubicBezTo>
                  <a:cubicBezTo>
                    <a:pt x="141445" y="1769831"/>
                    <a:pt x="144017" y="1769898"/>
                    <a:pt x="146598" y="1769898"/>
                  </a:cubicBezTo>
                  <a:lnTo>
                    <a:pt x="949080" y="1769898"/>
                  </a:lnTo>
                  <a:cubicBezTo>
                    <a:pt x="1025346" y="1770107"/>
                    <a:pt x="1088983" y="1711700"/>
                    <a:pt x="1095288" y="1635691"/>
                  </a:cubicBezTo>
                  <a:cubicBezTo>
                    <a:pt x="1118110" y="1336977"/>
                    <a:pt x="1218875" y="1049474"/>
                    <a:pt x="1387515" y="801872"/>
                  </a:cubicBezTo>
                  <a:cubicBezTo>
                    <a:pt x="1427082" y="743684"/>
                    <a:pt x="1419681" y="665579"/>
                    <a:pt x="1369894" y="615849"/>
                  </a:cubicBezTo>
                  <a:lnTo>
                    <a:pt x="796394" y="42920"/>
                  </a:lnTo>
                  <a:cubicBezTo>
                    <a:pt x="739053" y="-14449"/>
                    <a:pt x="646051" y="-14478"/>
                    <a:pt x="588682" y="42863"/>
                  </a:cubicBezTo>
                  <a:cubicBezTo>
                    <a:pt x="584062" y="47483"/>
                    <a:pt x="579757" y="52397"/>
                    <a:pt x="575795" y="5758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lt1"/>
                </a:solidFill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C5D473C-E043-4C78-B37F-BAA440D9CFE8}"/>
                </a:ext>
              </a:extLst>
            </p:cNvPr>
            <p:cNvSpPr/>
            <p:nvPr/>
          </p:nvSpPr>
          <p:spPr>
            <a:xfrm rot="16200000" flipH="1">
              <a:off x="6468544" y="2304404"/>
              <a:ext cx="526642" cy="628556"/>
            </a:xfrm>
            <a:custGeom>
              <a:avLst/>
              <a:gdLst>
                <a:gd name="connsiteX0" fmla="*/ 612348 w 1476174"/>
                <a:gd name="connsiteY0" fmla="*/ 42752 h 1854055"/>
                <a:gd name="connsiteX1" fmla="*/ 42754 w 1476174"/>
                <a:gd name="connsiteY1" fmla="*/ 612538 h 1854055"/>
                <a:gd name="connsiteX2" fmla="*/ 30657 w 1476174"/>
                <a:gd name="connsiteY2" fmla="*/ 806181 h 1854055"/>
                <a:gd name="connsiteX3" fmla="*/ 380606 w 1476174"/>
                <a:gd name="connsiteY3" fmla="*/ 1719533 h 1854055"/>
                <a:gd name="connsiteX4" fmla="*/ 526719 w 1476174"/>
                <a:gd name="connsiteY4" fmla="*/ 1853931 h 1854055"/>
                <a:gd name="connsiteX5" fmla="*/ 1329295 w 1476174"/>
                <a:gd name="connsiteY5" fmla="*/ 1853931 h 1854055"/>
                <a:gd name="connsiteX6" fmla="*/ 1476066 w 1476174"/>
                <a:gd name="connsiteY6" fmla="*/ 1707522 h 1854055"/>
                <a:gd name="connsiteX7" fmla="*/ 1475885 w 1476174"/>
                <a:gd name="connsiteY7" fmla="*/ 1700102 h 1854055"/>
                <a:gd name="connsiteX8" fmla="*/ 828185 w 1476174"/>
                <a:gd name="connsiteY8" fmla="*/ 52277 h 1854055"/>
                <a:gd name="connsiteX9" fmla="*/ 621807 w 1476174"/>
                <a:gd name="connsiteY9" fmla="*/ 34094 h 1854055"/>
                <a:gd name="connsiteX10" fmla="*/ 612348 w 1476174"/>
                <a:gd name="connsiteY10" fmla="*/ 42752 h 185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6174" h="1854055">
                  <a:moveTo>
                    <a:pt x="612348" y="42752"/>
                  </a:moveTo>
                  <a:lnTo>
                    <a:pt x="42754" y="612538"/>
                  </a:lnTo>
                  <a:cubicBezTo>
                    <a:pt x="-9405" y="664858"/>
                    <a:pt x="-14587" y="747773"/>
                    <a:pt x="30657" y="806181"/>
                  </a:cubicBezTo>
                  <a:cubicBezTo>
                    <a:pt x="233549" y="1070176"/>
                    <a:pt x="355154" y="1387549"/>
                    <a:pt x="380606" y="1719533"/>
                  </a:cubicBezTo>
                  <a:cubicBezTo>
                    <a:pt x="386816" y="1795581"/>
                    <a:pt x="450423" y="1854083"/>
                    <a:pt x="526719" y="1853931"/>
                  </a:cubicBezTo>
                  <a:lnTo>
                    <a:pt x="1329295" y="1853931"/>
                  </a:lnTo>
                  <a:cubicBezTo>
                    <a:pt x="1410258" y="1854026"/>
                    <a:pt x="1475961" y="1788475"/>
                    <a:pt x="1476066" y="1707522"/>
                  </a:cubicBezTo>
                  <a:cubicBezTo>
                    <a:pt x="1476066" y="1705046"/>
                    <a:pt x="1476009" y="1702569"/>
                    <a:pt x="1475885" y="1700102"/>
                  </a:cubicBezTo>
                  <a:cubicBezTo>
                    <a:pt x="1443557" y="1095303"/>
                    <a:pt x="1216329" y="517221"/>
                    <a:pt x="828185" y="52277"/>
                  </a:cubicBezTo>
                  <a:cubicBezTo>
                    <a:pt x="776217" y="-9731"/>
                    <a:pt x="683824" y="-17875"/>
                    <a:pt x="621807" y="34094"/>
                  </a:cubicBezTo>
                  <a:cubicBezTo>
                    <a:pt x="618530" y="36837"/>
                    <a:pt x="615377" y="39733"/>
                    <a:pt x="612348" y="427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75777E3-2F3C-45CE-B1B3-9E6F10EAC34C}"/>
                </a:ext>
              </a:extLst>
            </p:cNvPr>
            <p:cNvSpPr/>
            <p:nvPr/>
          </p:nvSpPr>
          <p:spPr>
            <a:xfrm rot="5400000">
              <a:off x="7547442" y="1982624"/>
              <a:ext cx="586260" cy="478800"/>
            </a:xfrm>
            <a:custGeom>
              <a:avLst/>
              <a:gdLst>
                <a:gd name="connsiteX0" fmla="*/ -107 w 1643288"/>
                <a:gd name="connsiteY0" fmla="*/ 146947 h 1412321"/>
                <a:gd name="connsiteX1" fmla="*/ -107 w 1643288"/>
                <a:gd name="connsiteY1" fmla="*/ 954667 h 1412321"/>
                <a:gd name="connsiteX2" fmla="*/ 124956 w 1643288"/>
                <a:gd name="connsiteY2" fmla="*/ 1099733 h 1412321"/>
                <a:gd name="connsiteX3" fmla="*/ 839331 w 1643288"/>
                <a:gd name="connsiteY3" fmla="*/ 1385483 h 1412321"/>
                <a:gd name="connsiteX4" fmla="*/ 1027641 w 1643288"/>
                <a:gd name="connsiteY4" fmla="*/ 1369386 h 1412321"/>
                <a:gd name="connsiteX5" fmla="*/ 1600284 w 1643288"/>
                <a:gd name="connsiteY5" fmla="*/ 796838 h 1412321"/>
                <a:gd name="connsiteX6" fmla="*/ 1599988 w 1643288"/>
                <a:gd name="connsiteY6" fmla="*/ 588993 h 1412321"/>
                <a:gd name="connsiteX7" fmla="*/ 1586377 w 1643288"/>
                <a:gd name="connsiteY7" fmla="*/ 577001 h 1412321"/>
                <a:gd name="connsiteX8" fmla="*/ 161151 w 1643288"/>
                <a:gd name="connsiteY8" fmla="*/ 643 h 1412321"/>
                <a:gd name="connsiteX9" fmla="*/ 646 w 1643288"/>
                <a:gd name="connsiteY9" fmla="*/ 131422 h 1412321"/>
                <a:gd name="connsiteX10" fmla="*/ -107 w 1643288"/>
                <a:gd name="connsiteY10" fmla="*/ 146947 h 141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3288" h="1412321">
                  <a:moveTo>
                    <a:pt x="-107" y="146947"/>
                  </a:moveTo>
                  <a:lnTo>
                    <a:pt x="-107" y="954667"/>
                  </a:lnTo>
                  <a:cubicBezTo>
                    <a:pt x="64" y="1027257"/>
                    <a:pt x="53176" y="1088875"/>
                    <a:pt x="124956" y="1099733"/>
                  </a:cubicBezTo>
                  <a:cubicBezTo>
                    <a:pt x="381674" y="1139557"/>
                    <a:pt x="625962" y="1237274"/>
                    <a:pt x="839331" y="1385483"/>
                  </a:cubicBezTo>
                  <a:cubicBezTo>
                    <a:pt x="897710" y="1426460"/>
                    <a:pt x="977063" y="1419678"/>
                    <a:pt x="1027641" y="1369386"/>
                  </a:cubicBezTo>
                  <a:lnTo>
                    <a:pt x="1600284" y="796838"/>
                  </a:lnTo>
                  <a:cubicBezTo>
                    <a:pt x="1657595" y="739364"/>
                    <a:pt x="1657462" y="646305"/>
                    <a:pt x="1599988" y="588993"/>
                  </a:cubicBezTo>
                  <a:cubicBezTo>
                    <a:pt x="1595702" y="584716"/>
                    <a:pt x="1591159" y="580716"/>
                    <a:pt x="1586377" y="577001"/>
                  </a:cubicBezTo>
                  <a:cubicBezTo>
                    <a:pt x="1174288" y="255837"/>
                    <a:pt x="680654" y="56212"/>
                    <a:pt x="161151" y="643"/>
                  </a:cubicBezTo>
                  <a:cubicBezTo>
                    <a:pt x="80713" y="-7567"/>
                    <a:pt x="8856" y="50992"/>
                    <a:pt x="646" y="131422"/>
                  </a:cubicBezTo>
                  <a:cubicBezTo>
                    <a:pt x="122" y="136584"/>
                    <a:pt x="-126" y="141766"/>
                    <a:pt x="-107" y="146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985EDD9-C7AE-4BA4-A1E0-20EEDFF44157}"/>
                </a:ext>
              </a:extLst>
            </p:cNvPr>
            <p:cNvSpPr/>
            <p:nvPr/>
          </p:nvSpPr>
          <p:spPr>
            <a:xfrm rot="5400000">
              <a:off x="7521557" y="1269304"/>
              <a:ext cx="616096" cy="500485"/>
            </a:xfrm>
            <a:custGeom>
              <a:avLst/>
              <a:gdLst>
                <a:gd name="connsiteX0" fmla="*/ 1564889 w 1726921"/>
                <a:gd name="connsiteY0" fmla="*/ 666 h 1476283"/>
                <a:gd name="connsiteX1" fmla="*/ 51366 w 1726921"/>
                <a:gd name="connsiteY1" fmla="*/ 648938 h 1476283"/>
                <a:gd name="connsiteX2" fmla="*/ 34897 w 1726921"/>
                <a:gd name="connsiteY2" fmla="*/ 855459 h 1476283"/>
                <a:gd name="connsiteX3" fmla="*/ 42984 w 1726921"/>
                <a:gd name="connsiteY3" fmla="*/ 864203 h 1476283"/>
                <a:gd name="connsiteX4" fmla="*/ 612388 w 1726921"/>
                <a:gd name="connsiteY4" fmla="*/ 1433321 h 1476283"/>
                <a:gd name="connsiteX5" fmla="*/ 807080 w 1726921"/>
                <a:gd name="connsiteY5" fmla="*/ 1444561 h 1476283"/>
                <a:gd name="connsiteX6" fmla="*/ 1601750 w 1726921"/>
                <a:gd name="connsiteY6" fmla="*/ 1099375 h 1476283"/>
                <a:gd name="connsiteX7" fmla="*/ 1726814 w 1726921"/>
                <a:gd name="connsiteY7" fmla="*/ 954309 h 1476283"/>
                <a:gd name="connsiteX8" fmla="*/ 1726814 w 1726921"/>
                <a:gd name="connsiteY8" fmla="*/ 146684 h 1476283"/>
                <a:gd name="connsiteX9" fmla="*/ 1580252 w 1726921"/>
                <a:gd name="connsiteY9" fmla="*/ -124 h 1476283"/>
                <a:gd name="connsiteX10" fmla="*/ 1564889 w 1726921"/>
                <a:gd name="connsiteY10" fmla="*/ 666 h 1476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6921" h="1476283">
                  <a:moveTo>
                    <a:pt x="1564889" y="666"/>
                  </a:moveTo>
                  <a:cubicBezTo>
                    <a:pt x="1006895" y="60502"/>
                    <a:pt x="479677" y="286321"/>
                    <a:pt x="51366" y="648938"/>
                  </a:cubicBezTo>
                  <a:cubicBezTo>
                    <a:pt x="-10213" y="701420"/>
                    <a:pt x="-17586" y="793880"/>
                    <a:pt x="34897" y="855459"/>
                  </a:cubicBezTo>
                  <a:cubicBezTo>
                    <a:pt x="37469" y="858478"/>
                    <a:pt x="40174" y="861402"/>
                    <a:pt x="42984" y="864203"/>
                  </a:cubicBezTo>
                  <a:lnTo>
                    <a:pt x="612388" y="1433321"/>
                  </a:lnTo>
                  <a:cubicBezTo>
                    <a:pt x="665081" y="1485823"/>
                    <a:pt x="748701" y="1490653"/>
                    <a:pt x="807080" y="1444561"/>
                  </a:cubicBezTo>
                  <a:cubicBezTo>
                    <a:pt x="1038089" y="1263434"/>
                    <a:pt x="1311695" y="1144581"/>
                    <a:pt x="1601750" y="1099375"/>
                  </a:cubicBezTo>
                  <a:cubicBezTo>
                    <a:pt x="1673512" y="1088478"/>
                    <a:pt x="1726604" y="1026890"/>
                    <a:pt x="1726814" y="954309"/>
                  </a:cubicBezTo>
                  <a:lnTo>
                    <a:pt x="1726814" y="146684"/>
                  </a:lnTo>
                  <a:cubicBezTo>
                    <a:pt x="1726880" y="65674"/>
                    <a:pt x="1661272" y="-58"/>
                    <a:pt x="1580252" y="-124"/>
                  </a:cubicBezTo>
                  <a:cubicBezTo>
                    <a:pt x="1575118" y="-134"/>
                    <a:pt x="1569994" y="133"/>
                    <a:pt x="1564889" y="6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8C2AEDC-25AC-40C1-8CBA-0C7AB4D97388}"/>
                </a:ext>
              </a:extLst>
            </p:cNvPr>
            <p:cNvSpPr/>
            <p:nvPr/>
          </p:nvSpPr>
          <p:spPr>
            <a:xfrm rot="5400000">
              <a:off x="7177879" y="826559"/>
              <a:ext cx="504093" cy="600066"/>
            </a:xfrm>
            <a:custGeom>
              <a:avLst/>
              <a:gdLst>
                <a:gd name="connsiteX0" fmla="*/ 575795 w 1412975"/>
                <a:gd name="connsiteY0" fmla="*/ 57588 h 1770022"/>
                <a:gd name="connsiteX1" fmla="*/ 104 w 1412975"/>
                <a:gd name="connsiteY1" fmla="*/ 1615307 h 1770022"/>
                <a:gd name="connsiteX2" fmla="*/ 138864 w 1412975"/>
                <a:gd name="connsiteY2" fmla="*/ 1769688 h 1770022"/>
                <a:gd name="connsiteX3" fmla="*/ 146598 w 1412975"/>
                <a:gd name="connsiteY3" fmla="*/ 1769898 h 1770022"/>
                <a:gd name="connsiteX4" fmla="*/ 949080 w 1412975"/>
                <a:gd name="connsiteY4" fmla="*/ 1769898 h 1770022"/>
                <a:gd name="connsiteX5" fmla="*/ 1095288 w 1412975"/>
                <a:gd name="connsiteY5" fmla="*/ 1635691 h 1770022"/>
                <a:gd name="connsiteX6" fmla="*/ 1387515 w 1412975"/>
                <a:gd name="connsiteY6" fmla="*/ 801872 h 1770022"/>
                <a:gd name="connsiteX7" fmla="*/ 1369894 w 1412975"/>
                <a:gd name="connsiteY7" fmla="*/ 615849 h 1770022"/>
                <a:gd name="connsiteX8" fmla="*/ 796394 w 1412975"/>
                <a:gd name="connsiteY8" fmla="*/ 42920 h 1770022"/>
                <a:gd name="connsiteX9" fmla="*/ 588682 w 1412975"/>
                <a:gd name="connsiteY9" fmla="*/ 42863 h 1770022"/>
                <a:gd name="connsiteX10" fmla="*/ 575795 w 1412975"/>
                <a:gd name="connsiteY10" fmla="*/ 57588 h 1770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2975" h="1770022">
                  <a:moveTo>
                    <a:pt x="575795" y="57588"/>
                  </a:moveTo>
                  <a:cubicBezTo>
                    <a:pt x="230952" y="506759"/>
                    <a:pt x="30250" y="1049837"/>
                    <a:pt x="104" y="1615307"/>
                  </a:cubicBezTo>
                  <a:cubicBezTo>
                    <a:pt x="-4211" y="1696260"/>
                    <a:pt x="57921" y="1765373"/>
                    <a:pt x="138864" y="1769688"/>
                  </a:cubicBezTo>
                  <a:cubicBezTo>
                    <a:pt x="141445" y="1769831"/>
                    <a:pt x="144017" y="1769898"/>
                    <a:pt x="146598" y="1769898"/>
                  </a:cubicBezTo>
                  <a:lnTo>
                    <a:pt x="949080" y="1769898"/>
                  </a:lnTo>
                  <a:cubicBezTo>
                    <a:pt x="1025346" y="1770107"/>
                    <a:pt x="1088983" y="1711700"/>
                    <a:pt x="1095288" y="1635691"/>
                  </a:cubicBezTo>
                  <a:cubicBezTo>
                    <a:pt x="1118110" y="1336977"/>
                    <a:pt x="1218875" y="1049474"/>
                    <a:pt x="1387515" y="801872"/>
                  </a:cubicBezTo>
                  <a:cubicBezTo>
                    <a:pt x="1427082" y="743684"/>
                    <a:pt x="1419681" y="665579"/>
                    <a:pt x="1369894" y="615849"/>
                  </a:cubicBezTo>
                  <a:lnTo>
                    <a:pt x="796394" y="42920"/>
                  </a:lnTo>
                  <a:cubicBezTo>
                    <a:pt x="739053" y="-14449"/>
                    <a:pt x="646051" y="-14478"/>
                    <a:pt x="588682" y="42863"/>
                  </a:cubicBezTo>
                  <a:cubicBezTo>
                    <a:pt x="584062" y="47483"/>
                    <a:pt x="579757" y="52397"/>
                    <a:pt x="575795" y="5758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lt1"/>
                </a:solidFill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7C41A51-7C6A-4DFE-85C0-82252367D3F7}"/>
                </a:ext>
              </a:extLst>
            </p:cNvPr>
            <p:cNvSpPr/>
            <p:nvPr/>
          </p:nvSpPr>
          <p:spPr>
            <a:xfrm rot="5400000">
              <a:off x="7180787" y="2304404"/>
              <a:ext cx="526642" cy="628556"/>
            </a:xfrm>
            <a:custGeom>
              <a:avLst/>
              <a:gdLst>
                <a:gd name="connsiteX0" fmla="*/ 612348 w 1476174"/>
                <a:gd name="connsiteY0" fmla="*/ 42752 h 1854055"/>
                <a:gd name="connsiteX1" fmla="*/ 42754 w 1476174"/>
                <a:gd name="connsiteY1" fmla="*/ 612538 h 1854055"/>
                <a:gd name="connsiteX2" fmla="*/ 30657 w 1476174"/>
                <a:gd name="connsiteY2" fmla="*/ 806181 h 1854055"/>
                <a:gd name="connsiteX3" fmla="*/ 380606 w 1476174"/>
                <a:gd name="connsiteY3" fmla="*/ 1719533 h 1854055"/>
                <a:gd name="connsiteX4" fmla="*/ 526719 w 1476174"/>
                <a:gd name="connsiteY4" fmla="*/ 1853931 h 1854055"/>
                <a:gd name="connsiteX5" fmla="*/ 1329295 w 1476174"/>
                <a:gd name="connsiteY5" fmla="*/ 1853931 h 1854055"/>
                <a:gd name="connsiteX6" fmla="*/ 1476066 w 1476174"/>
                <a:gd name="connsiteY6" fmla="*/ 1707522 h 1854055"/>
                <a:gd name="connsiteX7" fmla="*/ 1475885 w 1476174"/>
                <a:gd name="connsiteY7" fmla="*/ 1700102 h 1854055"/>
                <a:gd name="connsiteX8" fmla="*/ 828185 w 1476174"/>
                <a:gd name="connsiteY8" fmla="*/ 52277 h 1854055"/>
                <a:gd name="connsiteX9" fmla="*/ 621807 w 1476174"/>
                <a:gd name="connsiteY9" fmla="*/ 34094 h 1854055"/>
                <a:gd name="connsiteX10" fmla="*/ 612348 w 1476174"/>
                <a:gd name="connsiteY10" fmla="*/ 42752 h 185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6174" h="1854055">
                  <a:moveTo>
                    <a:pt x="612348" y="42752"/>
                  </a:moveTo>
                  <a:lnTo>
                    <a:pt x="42754" y="612538"/>
                  </a:lnTo>
                  <a:cubicBezTo>
                    <a:pt x="-9405" y="664858"/>
                    <a:pt x="-14587" y="747773"/>
                    <a:pt x="30657" y="806181"/>
                  </a:cubicBezTo>
                  <a:cubicBezTo>
                    <a:pt x="233549" y="1070176"/>
                    <a:pt x="355154" y="1387549"/>
                    <a:pt x="380606" y="1719533"/>
                  </a:cubicBezTo>
                  <a:cubicBezTo>
                    <a:pt x="386816" y="1795581"/>
                    <a:pt x="450423" y="1854083"/>
                    <a:pt x="526719" y="1853931"/>
                  </a:cubicBezTo>
                  <a:lnTo>
                    <a:pt x="1329295" y="1853931"/>
                  </a:lnTo>
                  <a:cubicBezTo>
                    <a:pt x="1410258" y="1854026"/>
                    <a:pt x="1475961" y="1788475"/>
                    <a:pt x="1476066" y="1707522"/>
                  </a:cubicBezTo>
                  <a:cubicBezTo>
                    <a:pt x="1476066" y="1705046"/>
                    <a:pt x="1476009" y="1702569"/>
                    <a:pt x="1475885" y="1700102"/>
                  </a:cubicBezTo>
                  <a:cubicBezTo>
                    <a:pt x="1443557" y="1095303"/>
                    <a:pt x="1216329" y="517221"/>
                    <a:pt x="828185" y="52277"/>
                  </a:cubicBezTo>
                  <a:cubicBezTo>
                    <a:pt x="776217" y="-9731"/>
                    <a:pt x="683824" y="-17875"/>
                    <a:pt x="621807" y="34094"/>
                  </a:cubicBezTo>
                  <a:cubicBezTo>
                    <a:pt x="618530" y="36837"/>
                    <a:pt x="615377" y="39733"/>
                    <a:pt x="612348" y="427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2DE449C-B2E2-4EA5-B8CC-BC6D5240B43F}"/>
              </a:ext>
            </a:extLst>
          </p:cNvPr>
          <p:cNvGrpSpPr/>
          <p:nvPr/>
        </p:nvGrpSpPr>
        <p:grpSpPr>
          <a:xfrm>
            <a:off x="2648312" y="3274121"/>
            <a:ext cx="2779318" cy="843821"/>
            <a:chOff x="3520279" y="1161234"/>
            <a:chExt cx="2779318" cy="84382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1B80C95-C17B-41F9-B3A8-31D4F84C1A71}"/>
                </a:ext>
              </a:extLst>
            </p:cNvPr>
            <p:cNvSpPr txBox="1"/>
            <p:nvPr/>
          </p:nvSpPr>
          <p:spPr>
            <a:xfrm>
              <a:off x="3520279" y="1161234"/>
              <a:ext cx="24268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>Project Progress B</a:t>
              </a:r>
              <a:endParaRPr lang="en-ID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D7D8329-A1A1-4E4E-8903-3DD778CB1E0D}"/>
                </a:ext>
              </a:extLst>
            </p:cNvPr>
            <p:cNvSpPr txBox="1"/>
            <p:nvPr/>
          </p:nvSpPr>
          <p:spPr>
            <a:xfrm>
              <a:off x="3520281" y="1530566"/>
              <a:ext cx="2779316" cy="474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Lorem ipsum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dolor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sit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consectetuer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adipiscing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elit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 Aenean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commodo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ligula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eget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dolor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 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D45E363-8532-4F7F-9016-0E208BA98246}"/>
              </a:ext>
            </a:extLst>
          </p:cNvPr>
          <p:cNvSpPr txBox="1"/>
          <p:nvPr/>
        </p:nvSpPr>
        <p:spPr>
          <a:xfrm>
            <a:off x="1450206" y="3511365"/>
            <a:ext cx="595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75%</a:t>
            </a:r>
            <a:endParaRPr lang="en-ID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AFA58C8-8F96-4CA7-9EA1-FB3BB11A3741}"/>
              </a:ext>
            </a:extLst>
          </p:cNvPr>
          <p:cNvGrpSpPr/>
          <p:nvPr/>
        </p:nvGrpSpPr>
        <p:grpSpPr>
          <a:xfrm>
            <a:off x="683045" y="5039386"/>
            <a:ext cx="1248866" cy="1263650"/>
            <a:chOff x="6096000" y="874545"/>
            <a:chExt cx="1983972" cy="200745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10F56FC-3BE8-4B9F-A1B9-F96B7C01297C}"/>
                </a:ext>
              </a:extLst>
            </p:cNvPr>
            <p:cNvSpPr/>
            <p:nvPr/>
          </p:nvSpPr>
          <p:spPr>
            <a:xfrm rot="16200000" flipH="1">
              <a:off x="6042270" y="1982624"/>
              <a:ext cx="586261" cy="478801"/>
            </a:xfrm>
            <a:custGeom>
              <a:avLst/>
              <a:gdLst>
                <a:gd name="connsiteX0" fmla="*/ -107 w 1643288"/>
                <a:gd name="connsiteY0" fmla="*/ 146947 h 1412321"/>
                <a:gd name="connsiteX1" fmla="*/ -107 w 1643288"/>
                <a:gd name="connsiteY1" fmla="*/ 954667 h 1412321"/>
                <a:gd name="connsiteX2" fmla="*/ 124956 w 1643288"/>
                <a:gd name="connsiteY2" fmla="*/ 1099733 h 1412321"/>
                <a:gd name="connsiteX3" fmla="*/ 839331 w 1643288"/>
                <a:gd name="connsiteY3" fmla="*/ 1385483 h 1412321"/>
                <a:gd name="connsiteX4" fmla="*/ 1027641 w 1643288"/>
                <a:gd name="connsiteY4" fmla="*/ 1369386 h 1412321"/>
                <a:gd name="connsiteX5" fmla="*/ 1600284 w 1643288"/>
                <a:gd name="connsiteY5" fmla="*/ 796838 h 1412321"/>
                <a:gd name="connsiteX6" fmla="*/ 1599988 w 1643288"/>
                <a:gd name="connsiteY6" fmla="*/ 588993 h 1412321"/>
                <a:gd name="connsiteX7" fmla="*/ 1586377 w 1643288"/>
                <a:gd name="connsiteY7" fmla="*/ 577001 h 1412321"/>
                <a:gd name="connsiteX8" fmla="*/ 161151 w 1643288"/>
                <a:gd name="connsiteY8" fmla="*/ 643 h 1412321"/>
                <a:gd name="connsiteX9" fmla="*/ 646 w 1643288"/>
                <a:gd name="connsiteY9" fmla="*/ 131422 h 1412321"/>
                <a:gd name="connsiteX10" fmla="*/ -107 w 1643288"/>
                <a:gd name="connsiteY10" fmla="*/ 146947 h 141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3288" h="1412321">
                  <a:moveTo>
                    <a:pt x="-107" y="146947"/>
                  </a:moveTo>
                  <a:lnTo>
                    <a:pt x="-107" y="954667"/>
                  </a:lnTo>
                  <a:cubicBezTo>
                    <a:pt x="64" y="1027257"/>
                    <a:pt x="53176" y="1088875"/>
                    <a:pt x="124956" y="1099733"/>
                  </a:cubicBezTo>
                  <a:cubicBezTo>
                    <a:pt x="381674" y="1139557"/>
                    <a:pt x="625962" y="1237274"/>
                    <a:pt x="839331" y="1385483"/>
                  </a:cubicBezTo>
                  <a:cubicBezTo>
                    <a:pt x="897710" y="1426460"/>
                    <a:pt x="977063" y="1419678"/>
                    <a:pt x="1027641" y="1369386"/>
                  </a:cubicBezTo>
                  <a:lnTo>
                    <a:pt x="1600284" y="796838"/>
                  </a:lnTo>
                  <a:cubicBezTo>
                    <a:pt x="1657595" y="739364"/>
                    <a:pt x="1657462" y="646305"/>
                    <a:pt x="1599988" y="588993"/>
                  </a:cubicBezTo>
                  <a:cubicBezTo>
                    <a:pt x="1595702" y="584716"/>
                    <a:pt x="1591159" y="580716"/>
                    <a:pt x="1586377" y="577001"/>
                  </a:cubicBezTo>
                  <a:cubicBezTo>
                    <a:pt x="1174288" y="255837"/>
                    <a:pt x="680654" y="56212"/>
                    <a:pt x="161151" y="643"/>
                  </a:cubicBezTo>
                  <a:cubicBezTo>
                    <a:pt x="80713" y="-7567"/>
                    <a:pt x="8856" y="50992"/>
                    <a:pt x="646" y="131422"/>
                  </a:cubicBezTo>
                  <a:cubicBezTo>
                    <a:pt x="122" y="136584"/>
                    <a:pt x="-126" y="141766"/>
                    <a:pt x="-107" y="1469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1F6DE57-5DF7-49FB-A7B8-1DB5A615EA2E}"/>
                </a:ext>
              </a:extLst>
            </p:cNvPr>
            <p:cNvSpPr/>
            <p:nvPr/>
          </p:nvSpPr>
          <p:spPr>
            <a:xfrm rot="16200000" flipH="1">
              <a:off x="6038315" y="1269304"/>
              <a:ext cx="616097" cy="500485"/>
            </a:xfrm>
            <a:custGeom>
              <a:avLst/>
              <a:gdLst>
                <a:gd name="connsiteX0" fmla="*/ 1564889 w 1726921"/>
                <a:gd name="connsiteY0" fmla="*/ 666 h 1476283"/>
                <a:gd name="connsiteX1" fmla="*/ 51366 w 1726921"/>
                <a:gd name="connsiteY1" fmla="*/ 648938 h 1476283"/>
                <a:gd name="connsiteX2" fmla="*/ 34897 w 1726921"/>
                <a:gd name="connsiteY2" fmla="*/ 855459 h 1476283"/>
                <a:gd name="connsiteX3" fmla="*/ 42984 w 1726921"/>
                <a:gd name="connsiteY3" fmla="*/ 864203 h 1476283"/>
                <a:gd name="connsiteX4" fmla="*/ 612388 w 1726921"/>
                <a:gd name="connsiteY4" fmla="*/ 1433321 h 1476283"/>
                <a:gd name="connsiteX5" fmla="*/ 807080 w 1726921"/>
                <a:gd name="connsiteY5" fmla="*/ 1444561 h 1476283"/>
                <a:gd name="connsiteX6" fmla="*/ 1601750 w 1726921"/>
                <a:gd name="connsiteY6" fmla="*/ 1099375 h 1476283"/>
                <a:gd name="connsiteX7" fmla="*/ 1726814 w 1726921"/>
                <a:gd name="connsiteY7" fmla="*/ 954309 h 1476283"/>
                <a:gd name="connsiteX8" fmla="*/ 1726814 w 1726921"/>
                <a:gd name="connsiteY8" fmla="*/ 146684 h 1476283"/>
                <a:gd name="connsiteX9" fmla="*/ 1580252 w 1726921"/>
                <a:gd name="connsiteY9" fmla="*/ -124 h 1476283"/>
                <a:gd name="connsiteX10" fmla="*/ 1564889 w 1726921"/>
                <a:gd name="connsiteY10" fmla="*/ 666 h 1476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6921" h="1476283">
                  <a:moveTo>
                    <a:pt x="1564889" y="666"/>
                  </a:moveTo>
                  <a:cubicBezTo>
                    <a:pt x="1006895" y="60502"/>
                    <a:pt x="479677" y="286321"/>
                    <a:pt x="51366" y="648938"/>
                  </a:cubicBezTo>
                  <a:cubicBezTo>
                    <a:pt x="-10213" y="701420"/>
                    <a:pt x="-17586" y="793880"/>
                    <a:pt x="34897" y="855459"/>
                  </a:cubicBezTo>
                  <a:cubicBezTo>
                    <a:pt x="37469" y="858478"/>
                    <a:pt x="40174" y="861402"/>
                    <a:pt x="42984" y="864203"/>
                  </a:cubicBezTo>
                  <a:lnTo>
                    <a:pt x="612388" y="1433321"/>
                  </a:lnTo>
                  <a:cubicBezTo>
                    <a:pt x="665081" y="1485823"/>
                    <a:pt x="748701" y="1490653"/>
                    <a:pt x="807080" y="1444561"/>
                  </a:cubicBezTo>
                  <a:cubicBezTo>
                    <a:pt x="1038089" y="1263434"/>
                    <a:pt x="1311695" y="1144581"/>
                    <a:pt x="1601750" y="1099375"/>
                  </a:cubicBezTo>
                  <a:cubicBezTo>
                    <a:pt x="1673512" y="1088478"/>
                    <a:pt x="1726604" y="1026890"/>
                    <a:pt x="1726814" y="954309"/>
                  </a:cubicBezTo>
                  <a:lnTo>
                    <a:pt x="1726814" y="146684"/>
                  </a:lnTo>
                  <a:cubicBezTo>
                    <a:pt x="1726880" y="65674"/>
                    <a:pt x="1661272" y="-58"/>
                    <a:pt x="1580252" y="-124"/>
                  </a:cubicBezTo>
                  <a:cubicBezTo>
                    <a:pt x="1575118" y="-134"/>
                    <a:pt x="1569994" y="133"/>
                    <a:pt x="1564889" y="66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6F4C93B-1072-4A2E-B9D3-172CB6CDAB28}"/>
                </a:ext>
              </a:extLst>
            </p:cNvPr>
            <p:cNvSpPr/>
            <p:nvPr/>
          </p:nvSpPr>
          <p:spPr>
            <a:xfrm rot="16200000" flipH="1">
              <a:off x="6493997" y="826558"/>
              <a:ext cx="504094" cy="600067"/>
            </a:xfrm>
            <a:custGeom>
              <a:avLst/>
              <a:gdLst>
                <a:gd name="connsiteX0" fmla="*/ 575795 w 1412975"/>
                <a:gd name="connsiteY0" fmla="*/ 57588 h 1770022"/>
                <a:gd name="connsiteX1" fmla="*/ 104 w 1412975"/>
                <a:gd name="connsiteY1" fmla="*/ 1615307 h 1770022"/>
                <a:gd name="connsiteX2" fmla="*/ 138864 w 1412975"/>
                <a:gd name="connsiteY2" fmla="*/ 1769688 h 1770022"/>
                <a:gd name="connsiteX3" fmla="*/ 146598 w 1412975"/>
                <a:gd name="connsiteY3" fmla="*/ 1769898 h 1770022"/>
                <a:gd name="connsiteX4" fmla="*/ 949080 w 1412975"/>
                <a:gd name="connsiteY4" fmla="*/ 1769898 h 1770022"/>
                <a:gd name="connsiteX5" fmla="*/ 1095288 w 1412975"/>
                <a:gd name="connsiteY5" fmla="*/ 1635691 h 1770022"/>
                <a:gd name="connsiteX6" fmla="*/ 1387515 w 1412975"/>
                <a:gd name="connsiteY6" fmla="*/ 801872 h 1770022"/>
                <a:gd name="connsiteX7" fmla="*/ 1369894 w 1412975"/>
                <a:gd name="connsiteY7" fmla="*/ 615849 h 1770022"/>
                <a:gd name="connsiteX8" fmla="*/ 796394 w 1412975"/>
                <a:gd name="connsiteY8" fmla="*/ 42920 h 1770022"/>
                <a:gd name="connsiteX9" fmla="*/ 588682 w 1412975"/>
                <a:gd name="connsiteY9" fmla="*/ 42863 h 1770022"/>
                <a:gd name="connsiteX10" fmla="*/ 575795 w 1412975"/>
                <a:gd name="connsiteY10" fmla="*/ 57588 h 1770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2975" h="1770022">
                  <a:moveTo>
                    <a:pt x="575795" y="57588"/>
                  </a:moveTo>
                  <a:cubicBezTo>
                    <a:pt x="230952" y="506759"/>
                    <a:pt x="30250" y="1049837"/>
                    <a:pt x="104" y="1615307"/>
                  </a:cubicBezTo>
                  <a:cubicBezTo>
                    <a:pt x="-4211" y="1696260"/>
                    <a:pt x="57921" y="1765373"/>
                    <a:pt x="138864" y="1769688"/>
                  </a:cubicBezTo>
                  <a:cubicBezTo>
                    <a:pt x="141445" y="1769831"/>
                    <a:pt x="144017" y="1769898"/>
                    <a:pt x="146598" y="1769898"/>
                  </a:cubicBezTo>
                  <a:lnTo>
                    <a:pt x="949080" y="1769898"/>
                  </a:lnTo>
                  <a:cubicBezTo>
                    <a:pt x="1025346" y="1770107"/>
                    <a:pt x="1088983" y="1711700"/>
                    <a:pt x="1095288" y="1635691"/>
                  </a:cubicBezTo>
                  <a:cubicBezTo>
                    <a:pt x="1118110" y="1336977"/>
                    <a:pt x="1218875" y="1049474"/>
                    <a:pt x="1387515" y="801872"/>
                  </a:cubicBezTo>
                  <a:cubicBezTo>
                    <a:pt x="1427082" y="743684"/>
                    <a:pt x="1419681" y="665579"/>
                    <a:pt x="1369894" y="615849"/>
                  </a:cubicBezTo>
                  <a:lnTo>
                    <a:pt x="796394" y="42920"/>
                  </a:lnTo>
                  <a:cubicBezTo>
                    <a:pt x="739053" y="-14449"/>
                    <a:pt x="646051" y="-14478"/>
                    <a:pt x="588682" y="42863"/>
                  </a:cubicBezTo>
                  <a:cubicBezTo>
                    <a:pt x="584062" y="47483"/>
                    <a:pt x="579757" y="52397"/>
                    <a:pt x="575795" y="5758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lt1"/>
                </a:solidFill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29F9CC-DA28-4F2F-9D86-BF63102C0F3D}"/>
                </a:ext>
              </a:extLst>
            </p:cNvPr>
            <p:cNvSpPr/>
            <p:nvPr/>
          </p:nvSpPr>
          <p:spPr>
            <a:xfrm rot="16200000" flipH="1">
              <a:off x="6468544" y="2304404"/>
              <a:ext cx="526642" cy="628556"/>
            </a:xfrm>
            <a:custGeom>
              <a:avLst/>
              <a:gdLst>
                <a:gd name="connsiteX0" fmla="*/ 612348 w 1476174"/>
                <a:gd name="connsiteY0" fmla="*/ 42752 h 1854055"/>
                <a:gd name="connsiteX1" fmla="*/ 42754 w 1476174"/>
                <a:gd name="connsiteY1" fmla="*/ 612538 h 1854055"/>
                <a:gd name="connsiteX2" fmla="*/ 30657 w 1476174"/>
                <a:gd name="connsiteY2" fmla="*/ 806181 h 1854055"/>
                <a:gd name="connsiteX3" fmla="*/ 380606 w 1476174"/>
                <a:gd name="connsiteY3" fmla="*/ 1719533 h 1854055"/>
                <a:gd name="connsiteX4" fmla="*/ 526719 w 1476174"/>
                <a:gd name="connsiteY4" fmla="*/ 1853931 h 1854055"/>
                <a:gd name="connsiteX5" fmla="*/ 1329295 w 1476174"/>
                <a:gd name="connsiteY5" fmla="*/ 1853931 h 1854055"/>
                <a:gd name="connsiteX6" fmla="*/ 1476066 w 1476174"/>
                <a:gd name="connsiteY6" fmla="*/ 1707522 h 1854055"/>
                <a:gd name="connsiteX7" fmla="*/ 1475885 w 1476174"/>
                <a:gd name="connsiteY7" fmla="*/ 1700102 h 1854055"/>
                <a:gd name="connsiteX8" fmla="*/ 828185 w 1476174"/>
                <a:gd name="connsiteY8" fmla="*/ 52277 h 1854055"/>
                <a:gd name="connsiteX9" fmla="*/ 621807 w 1476174"/>
                <a:gd name="connsiteY9" fmla="*/ 34094 h 1854055"/>
                <a:gd name="connsiteX10" fmla="*/ 612348 w 1476174"/>
                <a:gd name="connsiteY10" fmla="*/ 42752 h 185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6174" h="1854055">
                  <a:moveTo>
                    <a:pt x="612348" y="42752"/>
                  </a:moveTo>
                  <a:lnTo>
                    <a:pt x="42754" y="612538"/>
                  </a:lnTo>
                  <a:cubicBezTo>
                    <a:pt x="-9405" y="664858"/>
                    <a:pt x="-14587" y="747773"/>
                    <a:pt x="30657" y="806181"/>
                  </a:cubicBezTo>
                  <a:cubicBezTo>
                    <a:pt x="233549" y="1070176"/>
                    <a:pt x="355154" y="1387549"/>
                    <a:pt x="380606" y="1719533"/>
                  </a:cubicBezTo>
                  <a:cubicBezTo>
                    <a:pt x="386816" y="1795581"/>
                    <a:pt x="450423" y="1854083"/>
                    <a:pt x="526719" y="1853931"/>
                  </a:cubicBezTo>
                  <a:lnTo>
                    <a:pt x="1329295" y="1853931"/>
                  </a:lnTo>
                  <a:cubicBezTo>
                    <a:pt x="1410258" y="1854026"/>
                    <a:pt x="1475961" y="1788475"/>
                    <a:pt x="1476066" y="1707522"/>
                  </a:cubicBezTo>
                  <a:cubicBezTo>
                    <a:pt x="1476066" y="1705046"/>
                    <a:pt x="1476009" y="1702569"/>
                    <a:pt x="1475885" y="1700102"/>
                  </a:cubicBezTo>
                  <a:cubicBezTo>
                    <a:pt x="1443557" y="1095303"/>
                    <a:pt x="1216329" y="517221"/>
                    <a:pt x="828185" y="52277"/>
                  </a:cubicBezTo>
                  <a:cubicBezTo>
                    <a:pt x="776217" y="-9731"/>
                    <a:pt x="683824" y="-17875"/>
                    <a:pt x="621807" y="34094"/>
                  </a:cubicBezTo>
                  <a:cubicBezTo>
                    <a:pt x="618530" y="36837"/>
                    <a:pt x="615377" y="39733"/>
                    <a:pt x="612348" y="4275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AE5F5A7-5603-4B83-A79B-BD4CF4DF57BE}"/>
                </a:ext>
              </a:extLst>
            </p:cNvPr>
            <p:cNvSpPr/>
            <p:nvPr/>
          </p:nvSpPr>
          <p:spPr>
            <a:xfrm rot="5400000">
              <a:off x="7547442" y="1982624"/>
              <a:ext cx="586260" cy="478800"/>
            </a:xfrm>
            <a:custGeom>
              <a:avLst/>
              <a:gdLst>
                <a:gd name="connsiteX0" fmla="*/ -107 w 1643288"/>
                <a:gd name="connsiteY0" fmla="*/ 146947 h 1412321"/>
                <a:gd name="connsiteX1" fmla="*/ -107 w 1643288"/>
                <a:gd name="connsiteY1" fmla="*/ 954667 h 1412321"/>
                <a:gd name="connsiteX2" fmla="*/ 124956 w 1643288"/>
                <a:gd name="connsiteY2" fmla="*/ 1099733 h 1412321"/>
                <a:gd name="connsiteX3" fmla="*/ 839331 w 1643288"/>
                <a:gd name="connsiteY3" fmla="*/ 1385483 h 1412321"/>
                <a:gd name="connsiteX4" fmla="*/ 1027641 w 1643288"/>
                <a:gd name="connsiteY4" fmla="*/ 1369386 h 1412321"/>
                <a:gd name="connsiteX5" fmla="*/ 1600284 w 1643288"/>
                <a:gd name="connsiteY5" fmla="*/ 796838 h 1412321"/>
                <a:gd name="connsiteX6" fmla="*/ 1599988 w 1643288"/>
                <a:gd name="connsiteY6" fmla="*/ 588993 h 1412321"/>
                <a:gd name="connsiteX7" fmla="*/ 1586377 w 1643288"/>
                <a:gd name="connsiteY7" fmla="*/ 577001 h 1412321"/>
                <a:gd name="connsiteX8" fmla="*/ 161151 w 1643288"/>
                <a:gd name="connsiteY8" fmla="*/ 643 h 1412321"/>
                <a:gd name="connsiteX9" fmla="*/ 646 w 1643288"/>
                <a:gd name="connsiteY9" fmla="*/ 131422 h 1412321"/>
                <a:gd name="connsiteX10" fmla="*/ -107 w 1643288"/>
                <a:gd name="connsiteY10" fmla="*/ 146947 h 141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3288" h="1412321">
                  <a:moveTo>
                    <a:pt x="-107" y="146947"/>
                  </a:moveTo>
                  <a:lnTo>
                    <a:pt x="-107" y="954667"/>
                  </a:lnTo>
                  <a:cubicBezTo>
                    <a:pt x="64" y="1027257"/>
                    <a:pt x="53176" y="1088875"/>
                    <a:pt x="124956" y="1099733"/>
                  </a:cubicBezTo>
                  <a:cubicBezTo>
                    <a:pt x="381674" y="1139557"/>
                    <a:pt x="625962" y="1237274"/>
                    <a:pt x="839331" y="1385483"/>
                  </a:cubicBezTo>
                  <a:cubicBezTo>
                    <a:pt x="897710" y="1426460"/>
                    <a:pt x="977063" y="1419678"/>
                    <a:pt x="1027641" y="1369386"/>
                  </a:cubicBezTo>
                  <a:lnTo>
                    <a:pt x="1600284" y="796838"/>
                  </a:lnTo>
                  <a:cubicBezTo>
                    <a:pt x="1657595" y="739364"/>
                    <a:pt x="1657462" y="646305"/>
                    <a:pt x="1599988" y="588993"/>
                  </a:cubicBezTo>
                  <a:cubicBezTo>
                    <a:pt x="1595702" y="584716"/>
                    <a:pt x="1591159" y="580716"/>
                    <a:pt x="1586377" y="577001"/>
                  </a:cubicBezTo>
                  <a:cubicBezTo>
                    <a:pt x="1174288" y="255837"/>
                    <a:pt x="680654" y="56212"/>
                    <a:pt x="161151" y="643"/>
                  </a:cubicBezTo>
                  <a:cubicBezTo>
                    <a:pt x="80713" y="-7567"/>
                    <a:pt x="8856" y="50992"/>
                    <a:pt x="646" y="131422"/>
                  </a:cubicBezTo>
                  <a:cubicBezTo>
                    <a:pt x="122" y="136584"/>
                    <a:pt x="-126" y="141766"/>
                    <a:pt x="-107" y="1469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173CE4A-A8D3-4E00-8F92-3A54C09F67A2}"/>
                </a:ext>
              </a:extLst>
            </p:cNvPr>
            <p:cNvSpPr/>
            <p:nvPr/>
          </p:nvSpPr>
          <p:spPr>
            <a:xfrm rot="5400000">
              <a:off x="7521557" y="1269304"/>
              <a:ext cx="616096" cy="500485"/>
            </a:xfrm>
            <a:custGeom>
              <a:avLst/>
              <a:gdLst>
                <a:gd name="connsiteX0" fmla="*/ 1564889 w 1726921"/>
                <a:gd name="connsiteY0" fmla="*/ 666 h 1476283"/>
                <a:gd name="connsiteX1" fmla="*/ 51366 w 1726921"/>
                <a:gd name="connsiteY1" fmla="*/ 648938 h 1476283"/>
                <a:gd name="connsiteX2" fmla="*/ 34897 w 1726921"/>
                <a:gd name="connsiteY2" fmla="*/ 855459 h 1476283"/>
                <a:gd name="connsiteX3" fmla="*/ 42984 w 1726921"/>
                <a:gd name="connsiteY3" fmla="*/ 864203 h 1476283"/>
                <a:gd name="connsiteX4" fmla="*/ 612388 w 1726921"/>
                <a:gd name="connsiteY4" fmla="*/ 1433321 h 1476283"/>
                <a:gd name="connsiteX5" fmla="*/ 807080 w 1726921"/>
                <a:gd name="connsiteY5" fmla="*/ 1444561 h 1476283"/>
                <a:gd name="connsiteX6" fmla="*/ 1601750 w 1726921"/>
                <a:gd name="connsiteY6" fmla="*/ 1099375 h 1476283"/>
                <a:gd name="connsiteX7" fmla="*/ 1726814 w 1726921"/>
                <a:gd name="connsiteY7" fmla="*/ 954309 h 1476283"/>
                <a:gd name="connsiteX8" fmla="*/ 1726814 w 1726921"/>
                <a:gd name="connsiteY8" fmla="*/ 146684 h 1476283"/>
                <a:gd name="connsiteX9" fmla="*/ 1580252 w 1726921"/>
                <a:gd name="connsiteY9" fmla="*/ -124 h 1476283"/>
                <a:gd name="connsiteX10" fmla="*/ 1564889 w 1726921"/>
                <a:gd name="connsiteY10" fmla="*/ 666 h 1476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6921" h="1476283">
                  <a:moveTo>
                    <a:pt x="1564889" y="666"/>
                  </a:moveTo>
                  <a:cubicBezTo>
                    <a:pt x="1006895" y="60502"/>
                    <a:pt x="479677" y="286321"/>
                    <a:pt x="51366" y="648938"/>
                  </a:cubicBezTo>
                  <a:cubicBezTo>
                    <a:pt x="-10213" y="701420"/>
                    <a:pt x="-17586" y="793880"/>
                    <a:pt x="34897" y="855459"/>
                  </a:cubicBezTo>
                  <a:cubicBezTo>
                    <a:pt x="37469" y="858478"/>
                    <a:pt x="40174" y="861402"/>
                    <a:pt x="42984" y="864203"/>
                  </a:cubicBezTo>
                  <a:lnTo>
                    <a:pt x="612388" y="1433321"/>
                  </a:lnTo>
                  <a:cubicBezTo>
                    <a:pt x="665081" y="1485823"/>
                    <a:pt x="748701" y="1490653"/>
                    <a:pt x="807080" y="1444561"/>
                  </a:cubicBezTo>
                  <a:cubicBezTo>
                    <a:pt x="1038089" y="1263434"/>
                    <a:pt x="1311695" y="1144581"/>
                    <a:pt x="1601750" y="1099375"/>
                  </a:cubicBezTo>
                  <a:cubicBezTo>
                    <a:pt x="1673512" y="1088478"/>
                    <a:pt x="1726604" y="1026890"/>
                    <a:pt x="1726814" y="954309"/>
                  </a:cubicBezTo>
                  <a:lnTo>
                    <a:pt x="1726814" y="146684"/>
                  </a:lnTo>
                  <a:cubicBezTo>
                    <a:pt x="1726880" y="65674"/>
                    <a:pt x="1661272" y="-58"/>
                    <a:pt x="1580252" y="-124"/>
                  </a:cubicBezTo>
                  <a:cubicBezTo>
                    <a:pt x="1575118" y="-134"/>
                    <a:pt x="1569994" y="133"/>
                    <a:pt x="1564889" y="6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4C971E8-737A-4696-AC28-81E9E333F0D0}"/>
                </a:ext>
              </a:extLst>
            </p:cNvPr>
            <p:cNvSpPr/>
            <p:nvPr/>
          </p:nvSpPr>
          <p:spPr>
            <a:xfrm rot="5400000">
              <a:off x="7177879" y="826559"/>
              <a:ext cx="504093" cy="600066"/>
            </a:xfrm>
            <a:custGeom>
              <a:avLst/>
              <a:gdLst>
                <a:gd name="connsiteX0" fmla="*/ 575795 w 1412975"/>
                <a:gd name="connsiteY0" fmla="*/ 57588 h 1770022"/>
                <a:gd name="connsiteX1" fmla="*/ 104 w 1412975"/>
                <a:gd name="connsiteY1" fmla="*/ 1615307 h 1770022"/>
                <a:gd name="connsiteX2" fmla="*/ 138864 w 1412975"/>
                <a:gd name="connsiteY2" fmla="*/ 1769688 h 1770022"/>
                <a:gd name="connsiteX3" fmla="*/ 146598 w 1412975"/>
                <a:gd name="connsiteY3" fmla="*/ 1769898 h 1770022"/>
                <a:gd name="connsiteX4" fmla="*/ 949080 w 1412975"/>
                <a:gd name="connsiteY4" fmla="*/ 1769898 h 1770022"/>
                <a:gd name="connsiteX5" fmla="*/ 1095288 w 1412975"/>
                <a:gd name="connsiteY5" fmla="*/ 1635691 h 1770022"/>
                <a:gd name="connsiteX6" fmla="*/ 1387515 w 1412975"/>
                <a:gd name="connsiteY6" fmla="*/ 801872 h 1770022"/>
                <a:gd name="connsiteX7" fmla="*/ 1369894 w 1412975"/>
                <a:gd name="connsiteY7" fmla="*/ 615849 h 1770022"/>
                <a:gd name="connsiteX8" fmla="*/ 796394 w 1412975"/>
                <a:gd name="connsiteY8" fmla="*/ 42920 h 1770022"/>
                <a:gd name="connsiteX9" fmla="*/ 588682 w 1412975"/>
                <a:gd name="connsiteY9" fmla="*/ 42863 h 1770022"/>
                <a:gd name="connsiteX10" fmla="*/ 575795 w 1412975"/>
                <a:gd name="connsiteY10" fmla="*/ 57588 h 1770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2975" h="1770022">
                  <a:moveTo>
                    <a:pt x="575795" y="57588"/>
                  </a:moveTo>
                  <a:cubicBezTo>
                    <a:pt x="230952" y="506759"/>
                    <a:pt x="30250" y="1049837"/>
                    <a:pt x="104" y="1615307"/>
                  </a:cubicBezTo>
                  <a:cubicBezTo>
                    <a:pt x="-4211" y="1696260"/>
                    <a:pt x="57921" y="1765373"/>
                    <a:pt x="138864" y="1769688"/>
                  </a:cubicBezTo>
                  <a:cubicBezTo>
                    <a:pt x="141445" y="1769831"/>
                    <a:pt x="144017" y="1769898"/>
                    <a:pt x="146598" y="1769898"/>
                  </a:cubicBezTo>
                  <a:lnTo>
                    <a:pt x="949080" y="1769898"/>
                  </a:lnTo>
                  <a:cubicBezTo>
                    <a:pt x="1025346" y="1770107"/>
                    <a:pt x="1088983" y="1711700"/>
                    <a:pt x="1095288" y="1635691"/>
                  </a:cubicBezTo>
                  <a:cubicBezTo>
                    <a:pt x="1118110" y="1336977"/>
                    <a:pt x="1218875" y="1049474"/>
                    <a:pt x="1387515" y="801872"/>
                  </a:cubicBezTo>
                  <a:cubicBezTo>
                    <a:pt x="1427082" y="743684"/>
                    <a:pt x="1419681" y="665579"/>
                    <a:pt x="1369894" y="615849"/>
                  </a:cubicBezTo>
                  <a:lnTo>
                    <a:pt x="796394" y="42920"/>
                  </a:lnTo>
                  <a:cubicBezTo>
                    <a:pt x="739053" y="-14449"/>
                    <a:pt x="646051" y="-14478"/>
                    <a:pt x="588682" y="42863"/>
                  </a:cubicBezTo>
                  <a:cubicBezTo>
                    <a:pt x="584062" y="47483"/>
                    <a:pt x="579757" y="52397"/>
                    <a:pt x="575795" y="575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lt1"/>
                </a:solidFill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04DBA55-D05C-4AFA-99ED-7AA1330FDE36}"/>
                </a:ext>
              </a:extLst>
            </p:cNvPr>
            <p:cNvSpPr/>
            <p:nvPr/>
          </p:nvSpPr>
          <p:spPr>
            <a:xfrm rot="5400000">
              <a:off x="7180787" y="2304404"/>
              <a:ext cx="526642" cy="628556"/>
            </a:xfrm>
            <a:custGeom>
              <a:avLst/>
              <a:gdLst>
                <a:gd name="connsiteX0" fmla="*/ 612348 w 1476174"/>
                <a:gd name="connsiteY0" fmla="*/ 42752 h 1854055"/>
                <a:gd name="connsiteX1" fmla="*/ 42754 w 1476174"/>
                <a:gd name="connsiteY1" fmla="*/ 612538 h 1854055"/>
                <a:gd name="connsiteX2" fmla="*/ 30657 w 1476174"/>
                <a:gd name="connsiteY2" fmla="*/ 806181 h 1854055"/>
                <a:gd name="connsiteX3" fmla="*/ 380606 w 1476174"/>
                <a:gd name="connsiteY3" fmla="*/ 1719533 h 1854055"/>
                <a:gd name="connsiteX4" fmla="*/ 526719 w 1476174"/>
                <a:gd name="connsiteY4" fmla="*/ 1853931 h 1854055"/>
                <a:gd name="connsiteX5" fmla="*/ 1329295 w 1476174"/>
                <a:gd name="connsiteY5" fmla="*/ 1853931 h 1854055"/>
                <a:gd name="connsiteX6" fmla="*/ 1476066 w 1476174"/>
                <a:gd name="connsiteY6" fmla="*/ 1707522 h 1854055"/>
                <a:gd name="connsiteX7" fmla="*/ 1475885 w 1476174"/>
                <a:gd name="connsiteY7" fmla="*/ 1700102 h 1854055"/>
                <a:gd name="connsiteX8" fmla="*/ 828185 w 1476174"/>
                <a:gd name="connsiteY8" fmla="*/ 52277 h 1854055"/>
                <a:gd name="connsiteX9" fmla="*/ 621807 w 1476174"/>
                <a:gd name="connsiteY9" fmla="*/ 34094 h 1854055"/>
                <a:gd name="connsiteX10" fmla="*/ 612348 w 1476174"/>
                <a:gd name="connsiteY10" fmla="*/ 42752 h 185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6174" h="1854055">
                  <a:moveTo>
                    <a:pt x="612348" y="42752"/>
                  </a:moveTo>
                  <a:lnTo>
                    <a:pt x="42754" y="612538"/>
                  </a:lnTo>
                  <a:cubicBezTo>
                    <a:pt x="-9405" y="664858"/>
                    <a:pt x="-14587" y="747773"/>
                    <a:pt x="30657" y="806181"/>
                  </a:cubicBezTo>
                  <a:cubicBezTo>
                    <a:pt x="233549" y="1070176"/>
                    <a:pt x="355154" y="1387549"/>
                    <a:pt x="380606" y="1719533"/>
                  </a:cubicBezTo>
                  <a:cubicBezTo>
                    <a:pt x="386816" y="1795581"/>
                    <a:pt x="450423" y="1854083"/>
                    <a:pt x="526719" y="1853931"/>
                  </a:cubicBezTo>
                  <a:lnTo>
                    <a:pt x="1329295" y="1853931"/>
                  </a:lnTo>
                  <a:cubicBezTo>
                    <a:pt x="1410258" y="1854026"/>
                    <a:pt x="1475961" y="1788475"/>
                    <a:pt x="1476066" y="1707522"/>
                  </a:cubicBezTo>
                  <a:cubicBezTo>
                    <a:pt x="1476066" y="1705046"/>
                    <a:pt x="1476009" y="1702569"/>
                    <a:pt x="1475885" y="1700102"/>
                  </a:cubicBezTo>
                  <a:cubicBezTo>
                    <a:pt x="1443557" y="1095303"/>
                    <a:pt x="1216329" y="517221"/>
                    <a:pt x="828185" y="52277"/>
                  </a:cubicBezTo>
                  <a:cubicBezTo>
                    <a:pt x="776217" y="-9731"/>
                    <a:pt x="683824" y="-17875"/>
                    <a:pt x="621807" y="34094"/>
                  </a:cubicBezTo>
                  <a:cubicBezTo>
                    <a:pt x="618530" y="36837"/>
                    <a:pt x="615377" y="39733"/>
                    <a:pt x="612348" y="4275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lt1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E53B97-B02C-43AA-BF8D-AF0F8D659EC3}"/>
              </a:ext>
            </a:extLst>
          </p:cNvPr>
          <p:cNvGrpSpPr/>
          <p:nvPr/>
        </p:nvGrpSpPr>
        <p:grpSpPr>
          <a:xfrm>
            <a:off x="2207742" y="5249301"/>
            <a:ext cx="2779318" cy="843821"/>
            <a:chOff x="3520279" y="1161234"/>
            <a:chExt cx="2779318" cy="843821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FBBE18D-B1C8-44CF-9B27-B2A3E705C7F9}"/>
                </a:ext>
              </a:extLst>
            </p:cNvPr>
            <p:cNvSpPr txBox="1"/>
            <p:nvPr/>
          </p:nvSpPr>
          <p:spPr>
            <a:xfrm>
              <a:off x="3520279" y="1161234"/>
              <a:ext cx="24268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>Project Progress A</a:t>
              </a:r>
              <a:endParaRPr lang="en-ID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58BFE48-6560-40D3-8226-D69E2A7C4E41}"/>
                </a:ext>
              </a:extLst>
            </p:cNvPr>
            <p:cNvSpPr txBox="1"/>
            <p:nvPr/>
          </p:nvSpPr>
          <p:spPr>
            <a:xfrm>
              <a:off x="3520281" y="1530566"/>
              <a:ext cx="2779316" cy="474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Lorem ipsum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dolor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sit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consectetuer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adipiscing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elit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 Aenean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commodo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ligula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eget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D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dolor</a:t>
              </a:r>
              <a:r>
                <a:rPr lang="en-ID" sz="1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 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255A48D-9BBF-4400-A9CF-467A01CEC98A}"/>
              </a:ext>
            </a:extLst>
          </p:cNvPr>
          <p:cNvSpPr txBox="1"/>
          <p:nvPr/>
        </p:nvSpPr>
        <p:spPr>
          <a:xfrm>
            <a:off x="1009636" y="5486545"/>
            <a:ext cx="595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45%</a:t>
            </a:r>
            <a:endParaRPr lang="en-ID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grpSp>
        <p:nvGrpSpPr>
          <p:cNvPr id="62" name="Graphic 4">
            <a:extLst>
              <a:ext uri="{FF2B5EF4-FFF2-40B4-BE49-F238E27FC236}">
                <a16:creationId xmlns:a16="http://schemas.microsoft.com/office/drawing/2014/main" id="{D6F50290-D377-40C8-8264-CDDF9FBC657B}"/>
              </a:ext>
            </a:extLst>
          </p:cNvPr>
          <p:cNvGrpSpPr/>
          <p:nvPr/>
        </p:nvGrpSpPr>
        <p:grpSpPr>
          <a:xfrm>
            <a:off x="5235289" y="5356910"/>
            <a:ext cx="375935" cy="564800"/>
            <a:chOff x="9268674" y="75498"/>
            <a:chExt cx="614121" cy="922647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273A2B2-805B-4ABB-B48B-17D37219FEAD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1306250-20E8-414C-A60F-D703AA3B9852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6183446-BEFE-4C6E-89C3-FF085A368423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1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aphic 69">
            <a:extLst>
              <a:ext uri="{FF2B5EF4-FFF2-40B4-BE49-F238E27FC236}">
                <a16:creationId xmlns:a16="http://schemas.microsoft.com/office/drawing/2014/main" id="{ABDD08DF-9BC5-4654-92E0-B4BF79D67F78}"/>
              </a:ext>
            </a:extLst>
          </p:cNvPr>
          <p:cNvGrpSpPr/>
          <p:nvPr/>
        </p:nvGrpSpPr>
        <p:grpSpPr>
          <a:xfrm>
            <a:off x="6905633" y="1804475"/>
            <a:ext cx="415966" cy="602757"/>
            <a:chOff x="5320703" y="3652300"/>
            <a:chExt cx="1355534" cy="1964239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50BE05D-ACC5-4E78-A1AA-C1FA99913A11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D71AF63-D795-4643-93EB-6A04D71579AD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09B98EC-4A84-4DE9-AB55-1C63E07A05C4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ED02C0F-DA27-4929-B1A9-7D6B99007D6D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534C809-DC2A-4FBA-8B4E-D575B0DAC862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72" name="Graphic 45">
            <a:extLst>
              <a:ext uri="{FF2B5EF4-FFF2-40B4-BE49-F238E27FC236}">
                <a16:creationId xmlns:a16="http://schemas.microsoft.com/office/drawing/2014/main" id="{AA094821-1285-43BE-B14D-81AFE1767536}"/>
              </a:ext>
            </a:extLst>
          </p:cNvPr>
          <p:cNvGrpSpPr/>
          <p:nvPr/>
        </p:nvGrpSpPr>
        <p:grpSpPr>
          <a:xfrm>
            <a:off x="6606009" y="2142761"/>
            <a:ext cx="404883" cy="536723"/>
            <a:chOff x="1869848" y="-91796"/>
            <a:chExt cx="1515808" cy="2009394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F2334D0-5F09-49E7-AA6B-29424DCD3D77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6908657-829F-4A43-AD78-F7EDE49F2A17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424D0E3-B906-40B8-85CA-79495BE8FA41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1B91AFD-C2F0-4F3F-B7B3-B029BB8A1B50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49445B7-2D77-4431-8ED6-4566B70FA4EB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9C3B6325-8569-423F-BAC6-DD002E394E05}"/>
              </a:ext>
            </a:extLst>
          </p:cNvPr>
          <p:cNvSpPr txBox="1"/>
          <p:nvPr/>
        </p:nvSpPr>
        <p:spPr>
          <a:xfrm>
            <a:off x="7430542" y="4242916"/>
            <a:ext cx="3858090" cy="1592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bg1"/>
                </a:solidFill>
                <a:latin typeface="+mj-lt"/>
              </a:rPr>
              <a:t>Roadmaps Infographic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50D83A4-C80D-43C4-8341-D5B0563E7969}"/>
              </a:ext>
            </a:extLst>
          </p:cNvPr>
          <p:cNvSpPr txBox="1"/>
          <p:nvPr/>
        </p:nvSpPr>
        <p:spPr>
          <a:xfrm>
            <a:off x="7430542" y="5909663"/>
            <a:ext cx="4151858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D" sz="1000" dirty="0">
                <a:solidFill>
                  <a:schemeClr val="bg1"/>
                </a:solidFill>
              </a:rPr>
              <a:t>Lorem ipsum </a:t>
            </a:r>
            <a:r>
              <a:rPr lang="en-ID" sz="1000" dirty="0" err="1">
                <a:solidFill>
                  <a:schemeClr val="bg1"/>
                </a:solidFill>
              </a:rPr>
              <a:t>dolor</a:t>
            </a:r>
            <a:r>
              <a:rPr lang="en-ID" sz="1000" dirty="0">
                <a:solidFill>
                  <a:schemeClr val="bg1"/>
                </a:solidFill>
              </a:rPr>
              <a:t> sit </a:t>
            </a:r>
            <a:r>
              <a:rPr lang="en-ID" sz="1000" dirty="0" err="1">
                <a:solidFill>
                  <a:schemeClr val="bg1"/>
                </a:solidFill>
              </a:rPr>
              <a:t>amet</a:t>
            </a:r>
            <a:r>
              <a:rPr lang="en-ID" sz="1000" dirty="0">
                <a:solidFill>
                  <a:schemeClr val="bg1"/>
                </a:solidFill>
              </a:rPr>
              <a:t>, </a:t>
            </a:r>
            <a:r>
              <a:rPr lang="en-ID" sz="1000" dirty="0" err="1">
                <a:solidFill>
                  <a:schemeClr val="bg1"/>
                </a:solidFill>
              </a:rPr>
              <a:t>consectetuer</a:t>
            </a:r>
            <a:r>
              <a:rPr lang="en-ID" sz="1000" dirty="0">
                <a:solidFill>
                  <a:schemeClr val="bg1"/>
                </a:solidFill>
              </a:rPr>
              <a:t> </a:t>
            </a:r>
            <a:r>
              <a:rPr lang="en-ID" sz="1000" dirty="0" err="1">
                <a:solidFill>
                  <a:schemeClr val="bg1"/>
                </a:solidFill>
              </a:rPr>
              <a:t>adipiscing</a:t>
            </a:r>
            <a:r>
              <a:rPr lang="en-ID" sz="1000" dirty="0">
                <a:solidFill>
                  <a:schemeClr val="bg1"/>
                </a:solidFill>
              </a:rPr>
              <a:t> </a:t>
            </a:r>
            <a:r>
              <a:rPr lang="en-ID" sz="1000" dirty="0" err="1">
                <a:solidFill>
                  <a:schemeClr val="bg1"/>
                </a:solidFill>
              </a:rPr>
              <a:t>enean</a:t>
            </a:r>
            <a:r>
              <a:rPr lang="en-ID" sz="1000" dirty="0">
                <a:solidFill>
                  <a:schemeClr val="bg1"/>
                </a:solidFill>
              </a:rPr>
              <a:t> </a:t>
            </a:r>
            <a:r>
              <a:rPr lang="en-ID" sz="1000" dirty="0" err="1">
                <a:solidFill>
                  <a:schemeClr val="bg1"/>
                </a:solidFill>
              </a:rPr>
              <a:t>commodo</a:t>
            </a:r>
            <a:r>
              <a:rPr lang="en-ID" sz="1000" dirty="0">
                <a:solidFill>
                  <a:schemeClr val="bg1"/>
                </a:solidFill>
              </a:rPr>
              <a:t> ligula </a:t>
            </a:r>
            <a:r>
              <a:rPr lang="en-ID" sz="1000" dirty="0" err="1">
                <a:solidFill>
                  <a:schemeClr val="bg1"/>
                </a:solidFill>
              </a:rPr>
              <a:t>eget</a:t>
            </a:r>
            <a:r>
              <a:rPr lang="en-ID" sz="1000" dirty="0">
                <a:solidFill>
                  <a:schemeClr val="bg1"/>
                </a:solidFill>
              </a:rPr>
              <a:t> </a:t>
            </a:r>
            <a:r>
              <a:rPr lang="en-ID" sz="1000" dirty="0" err="1">
                <a:solidFill>
                  <a:schemeClr val="bg1"/>
                </a:solidFill>
              </a:rPr>
              <a:t>dolor</a:t>
            </a:r>
            <a:r>
              <a:rPr lang="en-ID" sz="1000" dirty="0">
                <a:solidFill>
                  <a:schemeClr val="bg1"/>
                </a:solidFill>
              </a:rPr>
              <a:t>. Aenean </a:t>
            </a:r>
            <a:r>
              <a:rPr lang="en-ID" sz="1000" dirty="0" err="1">
                <a:solidFill>
                  <a:schemeClr val="bg1"/>
                </a:solidFill>
              </a:rPr>
              <a:t>massa</a:t>
            </a:r>
            <a:r>
              <a:rPr lang="en-ID" sz="1000" dirty="0">
                <a:solidFill>
                  <a:schemeClr val="bg1"/>
                </a:solidFill>
              </a:rPr>
              <a:t>. Cum sociis </a:t>
            </a:r>
            <a:r>
              <a:rPr lang="en-ID" sz="1000" dirty="0" err="1">
                <a:solidFill>
                  <a:schemeClr val="bg1"/>
                </a:solidFill>
              </a:rPr>
              <a:t>natoque</a:t>
            </a:r>
            <a:r>
              <a:rPr lang="en-ID" sz="1000" dirty="0">
                <a:solidFill>
                  <a:schemeClr val="bg1"/>
                </a:solidFill>
              </a:rPr>
              <a:t> </a:t>
            </a:r>
            <a:r>
              <a:rPr lang="en-ID" sz="1000" dirty="0" err="1">
                <a:solidFill>
                  <a:schemeClr val="bg1"/>
                </a:solidFill>
              </a:rPr>
              <a:t>penatibus</a:t>
            </a:r>
            <a:r>
              <a:rPr lang="en-ID" sz="1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8F91F3A-7710-4B1F-AE22-3B25C38C7112}"/>
              </a:ext>
            </a:extLst>
          </p:cNvPr>
          <p:cNvSpPr txBox="1"/>
          <p:nvPr/>
        </p:nvSpPr>
        <p:spPr>
          <a:xfrm>
            <a:off x="9486665" y="974377"/>
            <a:ext cx="2111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+mj-lt"/>
              </a:rPr>
              <a:t>2026</a:t>
            </a:r>
            <a:endParaRPr lang="en-ID" sz="28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1D5D8DC-AC0C-4F6C-BC05-6FAA7852C395}"/>
              </a:ext>
            </a:extLst>
          </p:cNvPr>
          <p:cNvGrpSpPr/>
          <p:nvPr/>
        </p:nvGrpSpPr>
        <p:grpSpPr>
          <a:xfrm>
            <a:off x="11229974" y="430409"/>
            <a:ext cx="255985" cy="104563"/>
            <a:chOff x="10891441" y="232966"/>
            <a:chExt cx="539750" cy="176214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D5F4F06-E3FF-4147-9C4B-F5AFB826E20A}"/>
                </a:ext>
              </a:extLst>
            </p:cNvPr>
            <p:cNvCxnSpPr/>
            <p:nvPr/>
          </p:nvCxnSpPr>
          <p:spPr>
            <a:xfrm>
              <a:off x="10891441" y="232966"/>
              <a:ext cx="5397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FCDD80D-6B32-4BDE-9A0E-15312BB7E844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321073"/>
              <a:ext cx="36949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AC1F7A12-4D69-42C1-BFEE-9164513F4C9E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409180"/>
              <a:ext cx="1968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0508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aphic 69">
            <a:extLst>
              <a:ext uri="{FF2B5EF4-FFF2-40B4-BE49-F238E27FC236}">
                <a16:creationId xmlns:a16="http://schemas.microsoft.com/office/drawing/2014/main" id="{90C2AFB2-9AED-401F-9AE9-41DEB4FC43F5}"/>
              </a:ext>
            </a:extLst>
          </p:cNvPr>
          <p:cNvGrpSpPr/>
          <p:nvPr/>
        </p:nvGrpSpPr>
        <p:grpSpPr>
          <a:xfrm>
            <a:off x="6838250" y="5153444"/>
            <a:ext cx="415966" cy="602757"/>
            <a:chOff x="5320703" y="3652300"/>
            <a:chExt cx="1355534" cy="1964239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48F72A0-BA10-4484-A2A8-4CA74CED98EC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42000A3-5CB3-41D4-B429-FDBA07EC6DFA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3D33BEB-92D4-4859-A4ED-B1A72EEEA516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50C5600-E1D5-4A78-A7B9-467C44B8FA2F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EF3BE90-77DA-4DF2-A0C4-FB0452F219EF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28" name="Graphic 45">
            <a:extLst>
              <a:ext uri="{FF2B5EF4-FFF2-40B4-BE49-F238E27FC236}">
                <a16:creationId xmlns:a16="http://schemas.microsoft.com/office/drawing/2014/main" id="{F0FA5438-8693-4F60-BF41-E652861369E6}"/>
              </a:ext>
            </a:extLst>
          </p:cNvPr>
          <p:cNvGrpSpPr/>
          <p:nvPr/>
        </p:nvGrpSpPr>
        <p:grpSpPr>
          <a:xfrm>
            <a:off x="9535462" y="3814276"/>
            <a:ext cx="404883" cy="536723"/>
            <a:chOff x="1869848" y="-91796"/>
            <a:chExt cx="1515808" cy="2009394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74AF79E-F86E-4CC4-BB0E-04D545FD8F34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1D1F296-7DA3-4772-8DDC-AE24D3871C1B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A4AF438-544F-45B8-8A54-D1F5D5D1C606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DD2265-C3C9-4022-A6CD-2D21135E9F3F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1B0432F-CF2A-441C-ADDB-B6B6ACFF047D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34" name="Graphic 69">
            <a:extLst>
              <a:ext uri="{FF2B5EF4-FFF2-40B4-BE49-F238E27FC236}">
                <a16:creationId xmlns:a16="http://schemas.microsoft.com/office/drawing/2014/main" id="{4D67285F-9A15-4F68-9D20-EDBBF8FF473E}"/>
              </a:ext>
            </a:extLst>
          </p:cNvPr>
          <p:cNvGrpSpPr/>
          <p:nvPr/>
        </p:nvGrpSpPr>
        <p:grpSpPr>
          <a:xfrm>
            <a:off x="9990231" y="3808232"/>
            <a:ext cx="415966" cy="602757"/>
            <a:chOff x="5320703" y="3652300"/>
            <a:chExt cx="1355534" cy="1964239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AAD2293-E93F-4197-BA7F-0384C1E447BB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4CB67A4-C59E-4C50-90F9-1CEA035E690A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CE5637C-9277-4C0C-AFA2-D80EAFFECBB8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FA89E18-B7E9-44B8-AB39-8CF8D52709A2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97B6312-29BB-48B9-853F-B38C428D75C8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16" name="Graphic 45">
            <a:extLst>
              <a:ext uri="{FF2B5EF4-FFF2-40B4-BE49-F238E27FC236}">
                <a16:creationId xmlns:a16="http://schemas.microsoft.com/office/drawing/2014/main" id="{9F2A06E4-9663-48AE-9FB1-371950C7E77C}"/>
              </a:ext>
            </a:extLst>
          </p:cNvPr>
          <p:cNvGrpSpPr/>
          <p:nvPr/>
        </p:nvGrpSpPr>
        <p:grpSpPr>
          <a:xfrm>
            <a:off x="4804712" y="3651860"/>
            <a:ext cx="404883" cy="536723"/>
            <a:chOff x="1869848" y="-91796"/>
            <a:chExt cx="1515808" cy="200939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F20CC05-147E-4B93-B2C1-A49576D48D8C}"/>
                </a:ext>
              </a:extLst>
            </p:cNvPr>
            <p:cNvSpPr/>
            <p:nvPr/>
          </p:nvSpPr>
          <p:spPr>
            <a:xfrm>
              <a:off x="2614417" y="1249609"/>
              <a:ext cx="136969" cy="667988"/>
            </a:xfrm>
            <a:custGeom>
              <a:avLst/>
              <a:gdLst>
                <a:gd name="connsiteX0" fmla="*/ 136970 w 136969"/>
                <a:gd name="connsiteY0" fmla="*/ 667988 h 667988"/>
                <a:gd name="connsiteX1" fmla="*/ 0 w 136969"/>
                <a:gd name="connsiteY1" fmla="*/ 667988 h 667988"/>
                <a:gd name="connsiteX2" fmla="*/ 15050 w 136969"/>
                <a:gd name="connsiteY2" fmla="*/ 0 h 667988"/>
                <a:gd name="connsiteX3" fmla="*/ 112681 w 136969"/>
                <a:gd name="connsiteY3" fmla="*/ 0 h 66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7988">
                  <a:moveTo>
                    <a:pt x="136970" y="667988"/>
                  </a:moveTo>
                  <a:lnTo>
                    <a:pt x="0" y="667988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20817F9-3AB4-4108-80D3-7C7433F1C96E}"/>
                </a:ext>
              </a:extLst>
            </p:cNvPr>
            <p:cNvSpPr/>
            <p:nvPr/>
          </p:nvSpPr>
          <p:spPr>
            <a:xfrm>
              <a:off x="1869848" y="-91796"/>
              <a:ext cx="1515808" cy="1713737"/>
            </a:xfrm>
            <a:custGeom>
              <a:avLst/>
              <a:gdLst>
                <a:gd name="connsiteX0" fmla="*/ 788861 w 1515808"/>
                <a:gd name="connsiteY0" fmla="*/ 0 h 1713737"/>
                <a:gd name="connsiteX1" fmla="*/ 407099 w 1515808"/>
                <a:gd name="connsiteY1" fmla="*/ 580358 h 1713737"/>
                <a:gd name="connsiteX2" fmla="*/ 547021 w 1515808"/>
                <a:gd name="connsiteY2" fmla="*/ 604838 h 1713737"/>
                <a:gd name="connsiteX3" fmla="*/ 209741 w 1515808"/>
                <a:gd name="connsiteY3" fmla="*/ 1132046 h 1713737"/>
                <a:gd name="connsiteX4" fmla="*/ 385286 w 1515808"/>
                <a:gd name="connsiteY4" fmla="*/ 1130618 h 1713737"/>
                <a:gd name="connsiteX5" fmla="*/ 0 w 1515808"/>
                <a:gd name="connsiteY5" fmla="*/ 1713738 h 1713737"/>
                <a:gd name="connsiteX6" fmla="*/ 856583 w 1515808"/>
                <a:gd name="connsiteY6" fmla="*/ 1647158 h 1713737"/>
                <a:gd name="connsiteX7" fmla="*/ 1515809 w 1515808"/>
                <a:gd name="connsiteY7" fmla="*/ 1675733 h 1713737"/>
                <a:gd name="connsiteX8" fmla="*/ 1221105 w 1515808"/>
                <a:gd name="connsiteY8" fmla="*/ 1126236 h 1713737"/>
                <a:gd name="connsiteX9" fmla="*/ 1387412 w 1515808"/>
                <a:gd name="connsiteY9" fmla="*/ 1139476 h 1713737"/>
                <a:gd name="connsiteX10" fmla="*/ 1019461 w 1515808"/>
                <a:gd name="connsiteY10" fmla="*/ 625507 h 1713737"/>
                <a:gd name="connsiteX11" fmla="*/ 1198626 w 1515808"/>
                <a:gd name="connsiteY11" fmla="*/ 634365 h 1713737"/>
                <a:gd name="connsiteX12" fmla="*/ 957263 w 1515808"/>
                <a:gd name="connsiteY12" fmla="*/ 272034 h 1713737"/>
                <a:gd name="connsiteX13" fmla="*/ 788861 w 1515808"/>
                <a:gd name="connsiteY13" fmla="*/ 0 h 171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5808" h="1713737">
                  <a:moveTo>
                    <a:pt x="788861" y="0"/>
                  </a:moveTo>
                  <a:cubicBezTo>
                    <a:pt x="661607" y="193453"/>
                    <a:pt x="534353" y="386906"/>
                    <a:pt x="407099" y="580358"/>
                  </a:cubicBezTo>
                  <a:cubicBezTo>
                    <a:pt x="454724" y="578739"/>
                    <a:pt x="502730" y="587121"/>
                    <a:pt x="547021" y="604838"/>
                  </a:cubicBezTo>
                  <a:cubicBezTo>
                    <a:pt x="440912" y="784479"/>
                    <a:pt x="328422" y="960406"/>
                    <a:pt x="209741" y="1132046"/>
                  </a:cubicBezTo>
                  <a:cubicBezTo>
                    <a:pt x="268224" y="1131570"/>
                    <a:pt x="326803" y="1131094"/>
                    <a:pt x="385286" y="1130618"/>
                  </a:cubicBezTo>
                  <a:cubicBezTo>
                    <a:pt x="256889" y="1325023"/>
                    <a:pt x="128492" y="1519428"/>
                    <a:pt x="0" y="1713738"/>
                  </a:cubicBezTo>
                  <a:cubicBezTo>
                    <a:pt x="279845" y="1647635"/>
                    <a:pt x="569881" y="1625060"/>
                    <a:pt x="856583" y="1647158"/>
                  </a:cubicBezTo>
                  <a:cubicBezTo>
                    <a:pt x="1076420" y="1664113"/>
                    <a:pt x="1297496" y="1707166"/>
                    <a:pt x="1515809" y="1675733"/>
                  </a:cubicBezTo>
                  <a:cubicBezTo>
                    <a:pt x="1438370" y="1482376"/>
                    <a:pt x="1339310" y="1297686"/>
                    <a:pt x="1221105" y="1126236"/>
                  </a:cubicBezTo>
                  <a:cubicBezTo>
                    <a:pt x="1274826" y="1142048"/>
                    <a:pt x="1331881" y="1146524"/>
                    <a:pt x="1387412" y="1139476"/>
                  </a:cubicBezTo>
                  <a:cubicBezTo>
                    <a:pt x="1253871" y="976313"/>
                    <a:pt x="1130903" y="804482"/>
                    <a:pt x="1019461" y="625507"/>
                  </a:cubicBezTo>
                  <a:cubicBezTo>
                    <a:pt x="1079183" y="628460"/>
                    <a:pt x="1138904" y="631412"/>
                    <a:pt x="1198626" y="634365"/>
                  </a:cubicBezTo>
                  <a:cubicBezTo>
                    <a:pt x="1100614" y="526637"/>
                    <a:pt x="1018985" y="404050"/>
                    <a:pt x="957263" y="272034"/>
                  </a:cubicBezTo>
                  <a:cubicBezTo>
                    <a:pt x="911638" y="174403"/>
                    <a:pt x="873347" y="66866"/>
                    <a:pt x="7888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80959E9-9243-4D07-A027-828FB94A8907}"/>
                </a:ext>
              </a:extLst>
            </p:cNvPr>
            <p:cNvSpPr/>
            <p:nvPr/>
          </p:nvSpPr>
          <p:spPr>
            <a:xfrm>
              <a:off x="1869848" y="-62459"/>
              <a:ext cx="1515713" cy="1684400"/>
            </a:xfrm>
            <a:custGeom>
              <a:avLst/>
              <a:gdLst>
                <a:gd name="connsiteX0" fmla="*/ 1515713 w 1515713"/>
                <a:gd name="connsiteY0" fmla="*/ 1646396 h 1684400"/>
                <a:gd name="connsiteX1" fmla="*/ 1466755 w 1515713"/>
                <a:gd name="connsiteY1" fmla="*/ 1532287 h 1684400"/>
                <a:gd name="connsiteX2" fmla="*/ 1202817 w 1515713"/>
                <a:gd name="connsiteY2" fmla="*/ 1358075 h 1684400"/>
                <a:gd name="connsiteX3" fmla="*/ 1196435 w 1515713"/>
                <a:gd name="connsiteY3" fmla="*/ 1548670 h 1684400"/>
                <a:gd name="connsiteX4" fmla="*/ 924020 w 1515713"/>
                <a:gd name="connsiteY4" fmla="*/ 1372267 h 1684400"/>
                <a:gd name="connsiteX5" fmla="*/ 786479 w 1515713"/>
                <a:gd name="connsiteY5" fmla="*/ 1499235 h 1684400"/>
                <a:gd name="connsiteX6" fmla="*/ 721614 w 1515713"/>
                <a:gd name="connsiteY6" fmla="*/ 1317022 h 1684400"/>
                <a:gd name="connsiteX7" fmla="*/ 483680 w 1515713"/>
                <a:gd name="connsiteY7" fmla="*/ 1429322 h 1684400"/>
                <a:gd name="connsiteX8" fmla="*/ 721138 w 1515713"/>
                <a:gd name="connsiteY8" fmla="*/ 911924 h 1684400"/>
                <a:gd name="connsiteX9" fmla="*/ 476536 w 1515713"/>
                <a:gd name="connsiteY9" fmla="*/ 946499 h 1684400"/>
                <a:gd name="connsiteX10" fmla="*/ 740759 w 1515713"/>
                <a:gd name="connsiteY10" fmla="*/ 445675 h 1684400"/>
                <a:gd name="connsiteX11" fmla="*/ 584168 w 1515713"/>
                <a:gd name="connsiteY11" fmla="*/ 460153 h 1684400"/>
                <a:gd name="connsiteX12" fmla="*/ 769620 w 1515713"/>
                <a:gd name="connsiteY12" fmla="*/ 0 h 1684400"/>
                <a:gd name="connsiteX13" fmla="*/ 407099 w 1515713"/>
                <a:gd name="connsiteY13" fmla="*/ 551021 h 1684400"/>
                <a:gd name="connsiteX14" fmla="*/ 547021 w 1515713"/>
                <a:gd name="connsiteY14" fmla="*/ 575501 h 1684400"/>
                <a:gd name="connsiteX15" fmla="*/ 209741 w 1515713"/>
                <a:gd name="connsiteY15" fmla="*/ 1102709 h 1684400"/>
                <a:gd name="connsiteX16" fmla="*/ 385286 w 1515713"/>
                <a:gd name="connsiteY16" fmla="*/ 1101281 h 1684400"/>
                <a:gd name="connsiteX17" fmla="*/ 0 w 1515713"/>
                <a:gd name="connsiteY17" fmla="*/ 1684401 h 1684400"/>
                <a:gd name="connsiteX18" fmla="*/ 856583 w 1515713"/>
                <a:gd name="connsiteY18" fmla="*/ 1617821 h 1684400"/>
                <a:gd name="connsiteX19" fmla="*/ 1515713 w 1515713"/>
                <a:gd name="connsiteY19" fmla="*/ 1646396 h 16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5713" h="1684400">
                  <a:moveTo>
                    <a:pt x="1515713" y="1646396"/>
                  </a:moveTo>
                  <a:cubicBezTo>
                    <a:pt x="1500283" y="1607915"/>
                    <a:pt x="1483805" y="1570006"/>
                    <a:pt x="1466755" y="1532287"/>
                  </a:cubicBezTo>
                  <a:cubicBezTo>
                    <a:pt x="1380363" y="1471803"/>
                    <a:pt x="1292352" y="1413701"/>
                    <a:pt x="1202817" y="1358075"/>
                  </a:cubicBezTo>
                  <a:cubicBezTo>
                    <a:pt x="1200722" y="1421606"/>
                    <a:pt x="1198531" y="1485138"/>
                    <a:pt x="1196435" y="1548670"/>
                  </a:cubicBezTo>
                  <a:cubicBezTo>
                    <a:pt x="1105662" y="1489901"/>
                    <a:pt x="1014794" y="1431036"/>
                    <a:pt x="924020" y="1372267"/>
                  </a:cubicBezTo>
                  <a:cubicBezTo>
                    <a:pt x="881539" y="1418082"/>
                    <a:pt x="835533" y="1460564"/>
                    <a:pt x="786479" y="1499235"/>
                  </a:cubicBezTo>
                  <a:cubicBezTo>
                    <a:pt x="774192" y="1435703"/>
                    <a:pt x="752189" y="1374077"/>
                    <a:pt x="721614" y="1317022"/>
                  </a:cubicBezTo>
                  <a:cubicBezTo>
                    <a:pt x="644366" y="1358646"/>
                    <a:pt x="564928" y="1396175"/>
                    <a:pt x="483680" y="1429322"/>
                  </a:cubicBezTo>
                  <a:cubicBezTo>
                    <a:pt x="562832" y="1256824"/>
                    <a:pt x="641985" y="1084326"/>
                    <a:pt x="721138" y="911924"/>
                  </a:cubicBezTo>
                  <a:cubicBezTo>
                    <a:pt x="638461" y="908876"/>
                    <a:pt x="555212" y="920687"/>
                    <a:pt x="476536" y="946499"/>
                  </a:cubicBezTo>
                  <a:cubicBezTo>
                    <a:pt x="548069" y="771525"/>
                    <a:pt x="636746" y="603504"/>
                    <a:pt x="740759" y="445675"/>
                  </a:cubicBezTo>
                  <a:cubicBezTo>
                    <a:pt x="688277" y="440055"/>
                    <a:pt x="634746" y="444913"/>
                    <a:pt x="584168" y="460153"/>
                  </a:cubicBezTo>
                  <a:cubicBezTo>
                    <a:pt x="656654" y="311182"/>
                    <a:pt x="718471" y="157353"/>
                    <a:pt x="769620" y="0"/>
                  </a:cubicBezTo>
                  <a:cubicBezTo>
                    <a:pt x="648748" y="183642"/>
                    <a:pt x="527971" y="367284"/>
                    <a:pt x="407099" y="551021"/>
                  </a:cubicBezTo>
                  <a:cubicBezTo>
                    <a:pt x="454724" y="549402"/>
                    <a:pt x="502730" y="557784"/>
                    <a:pt x="547021" y="575501"/>
                  </a:cubicBezTo>
                  <a:cubicBezTo>
                    <a:pt x="440912" y="755142"/>
                    <a:pt x="328422" y="931069"/>
                    <a:pt x="209741" y="1102709"/>
                  </a:cubicBezTo>
                  <a:cubicBezTo>
                    <a:pt x="268224" y="1102233"/>
                    <a:pt x="326803" y="1101757"/>
                    <a:pt x="385286" y="1101281"/>
                  </a:cubicBezTo>
                  <a:cubicBezTo>
                    <a:pt x="256889" y="1295686"/>
                    <a:pt x="128492" y="1490091"/>
                    <a:pt x="0" y="1684401"/>
                  </a:cubicBezTo>
                  <a:cubicBezTo>
                    <a:pt x="279845" y="1618298"/>
                    <a:pt x="569881" y="1595723"/>
                    <a:pt x="856583" y="1617821"/>
                  </a:cubicBezTo>
                  <a:cubicBezTo>
                    <a:pt x="1076420" y="1634871"/>
                    <a:pt x="1297496" y="1677924"/>
                    <a:pt x="1515713" y="164639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D6EEE61-05BB-4E38-9825-EB66F8F18DB2}"/>
                </a:ext>
              </a:extLst>
            </p:cNvPr>
            <p:cNvSpPr/>
            <p:nvPr/>
          </p:nvSpPr>
          <p:spPr>
            <a:xfrm>
              <a:off x="2672299" y="-28899"/>
              <a:ext cx="170799" cy="340002"/>
            </a:xfrm>
            <a:custGeom>
              <a:avLst/>
              <a:gdLst>
                <a:gd name="connsiteX0" fmla="*/ 168623 w 170799"/>
                <a:gd name="connsiteY0" fmla="*/ 313627 h 340002"/>
                <a:gd name="connsiteX1" fmla="*/ 80231 w 170799"/>
                <a:gd name="connsiteY1" fmla="*/ 133033 h 340002"/>
                <a:gd name="connsiteX2" fmla="*/ 15461 w 170799"/>
                <a:gd name="connsiteY2" fmla="*/ 2540 h 340002"/>
                <a:gd name="connsiteX3" fmla="*/ 506 w 170799"/>
                <a:gd name="connsiteY3" fmla="*/ 11208 h 340002"/>
                <a:gd name="connsiteX4" fmla="*/ 141191 w 170799"/>
                <a:gd name="connsiteY4" fmla="*/ 334582 h 340002"/>
                <a:gd name="connsiteX5" fmla="*/ 168623 w 170799"/>
                <a:gd name="connsiteY5" fmla="*/ 313627 h 34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799" h="340002">
                  <a:moveTo>
                    <a:pt x="168623" y="313627"/>
                  </a:moveTo>
                  <a:cubicBezTo>
                    <a:pt x="135666" y="253429"/>
                    <a:pt x="103186" y="198374"/>
                    <a:pt x="80231" y="133033"/>
                  </a:cubicBezTo>
                  <a:cubicBezTo>
                    <a:pt x="64038" y="86741"/>
                    <a:pt x="49084" y="39402"/>
                    <a:pt x="15461" y="2540"/>
                  </a:cubicBezTo>
                  <a:cubicBezTo>
                    <a:pt x="9650" y="-3841"/>
                    <a:pt x="-2637" y="2826"/>
                    <a:pt x="506" y="11208"/>
                  </a:cubicBezTo>
                  <a:cubicBezTo>
                    <a:pt x="43274" y="123317"/>
                    <a:pt x="56704" y="243713"/>
                    <a:pt x="141191" y="334582"/>
                  </a:cubicBezTo>
                  <a:cubicBezTo>
                    <a:pt x="155097" y="349536"/>
                    <a:pt x="177957" y="330581"/>
                    <a:pt x="168623" y="31362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2DBD4AE-7CC0-4871-B6A0-671C0CFFCB13}"/>
                </a:ext>
              </a:extLst>
            </p:cNvPr>
            <p:cNvSpPr/>
            <p:nvPr/>
          </p:nvSpPr>
          <p:spPr>
            <a:xfrm>
              <a:off x="2835356" y="334217"/>
              <a:ext cx="71144" cy="76300"/>
            </a:xfrm>
            <a:custGeom>
              <a:avLst/>
              <a:gdLst>
                <a:gd name="connsiteX0" fmla="*/ 70621 w 71144"/>
                <a:gd name="connsiteY0" fmla="*/ 56428 h 76300"/>
                <a:gd name="connsiteX1" fmla="*/ 24996 w 71144"/>
                <a:gd name="connsiteY1" fmla="*/ 1945 h 76300"/>
                <a:gd name="connsiteX2" fmla="*/ 5279 w 71144"/>
                <a:gd name="connsiteY2" fmla="*/ 27472 h 76300"/>
                <a:gd name="connsiteX3" fmla="*/ 44999 w 71144"/>
                <a:gd name="connsiteY3" fmla="*/ 71287 h 76300"/>
                <a:gd name="connsiteX4" fmla="*/ 70621 w 71144"/>
                <a:gd name="connsiteY4" fmla="*/ 56428 h 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44" h="76300">
                  <a:moveTo>
                    <a:pt x="70621" y="56428"/>
                  </a:moveTo>
                  <a:cubicBezTo>
                    <a:pt x="63572" y="32044"/>
                    <a:pt x="47094" y="14042"/>
                    <a:pt x="24996" y="1945"/>
                  </a:cubicBezTo>
                  <a:cubicBezTo>
                    <a:pt x="9280" y="-6627"/>
                    <a:pt x="-9294" y="15185"/>
                    <a:pt x="5279" y="27472"/>
                  </a:cubicBezTo>
                  <a:cubicBezTo>
                    <a:pt x="20234" y="40236"/>
                    <a:pt x="32997" y="55857"/>
                    <a:pt x="44999" y="71287"/>
                  </a:cubicBezTo>
                  <a:cubicBezTo>
                    <a:pt x="54714" y="83956"/>
                    <a:pt x="74621" y="70239"/>
                    <a:pt x="70621" y="564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22" name="Graphic 69">
            <a:extLst>
              <a:ext uri="{FF2B5EF4-FFF2-40B4-BE49-F238E27FC236}">
                <a16:creationId xmlns:a16="http://schemas.microsoft.com/office/drawing/2014/main" id="{9F429D8E-829A-4E46-B952-BA663CAF855F}"/>
              </a:ext>
            </a:extLst>
          </p:cNvPr>
          <p:cNvGrpSpPr/>
          <p:nvPr/>
        </p:nvGrpSpPr>
        <p:grpSpPr>
          <a:xfrm>
            <a:off x="5259481" y="3631981"/>
            <a:ext cx="415966" cy="602757"/>
            <a:chOff x="5320703" y="3652300"/>
            <a:chExt cx="1355534" cy="196423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DB8C3FB-DB2C-4D33-A26C-440BE5A75E9B}"/>
                </a:ext>
              </a:extLst>
            </p:cNvPr>
            <p:cNvSpPr/>
            <p:nvPr/>
          </p:nvSpPr>
          <p:spPr>
            <a:xfrm>
              <a:off x="5902877" y="4948457"/>
              <a:ext cx="136969" cy="668083"/>
            </a:xfrm>
            <a:custGeom>
              <a:avLst/>
              <a:gdLst>
                <a:gd name="connsiteX0" fmla="*/ 136970 w 136969"/>
                <a:gd name="connsiteY0" fmla="*/ 668084 h 668083"/>
                <a:gd name="connsiteX1" fmla="*/ 0 w 136969"/>
                <a:gd name="connsiteY1" fmla="*/ 668084 h 668083"/>
                <a:gd name="connsiteX2" fmla="*/ 15050 w 136969"/>
                <a:gd name="connsiteY2" fmla="*/ 0 h 668083"/>
                <a:gd name="connsiteX3" fmla="*/ 112681 w 136969"/>
                <a:gd name="connsiteY3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69" h="668083">
                  <a:moveTo>
                    <a:pt x="136970" y="668084"/>
                  </a:moveTo>
                  <a:lnTo>
                    <a:pt x="0" y="668084"/>
                  </a:lnTo>
                  <a:lnTo>
                    <a:pt x="15050" y="0"/>
                  </a:lnTo>
                  <a:lnTo>
                    <a:pt x="112681" y="0"/>
                  </a:lnTo>
                  <a:close/>
                </a:path>
              </a:pathLst>
            </a:custGeom>
            <a:solidFill>
              <a:srgbClr val="B06F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F0E45EB-D079-4C94-8902-1236FB9F4160}"/>
                </a:ext>
              </a:extLst>
            </p:cNvPr>
            <p:cNvSpPr/>
            <p:nvPr/>
          </p:nvSpPr>
          <p:spPr>
            <a:xfrm>
              <a:off x="5320703" y="3652300"/>
              <a:ext cx="1355534" cy="1750070"/>
            </a:xfrm>
            <a:custGeom>
              <a:avLst/>
              <a:gdLst>
                <a:gd name="connsiteX0" fmla="*/ 27724 w 1355534"/>
                <a:gd name="connsiteY0" fmla="*/ 1473607 h 1750070"/>
                <a:gd name="connsiteX1" fmla="*/ 343764 w 1355534"/>
                <a:gd name="connsiteY1" fmla="*/ 1726210 h 1750070"/>
                <a:gd name="connsiteX2" fmla="*/ 761340 w 1355534"/>
                <a:gd name="connsiteY2" fmla="*/ 1736497 h 1750070"/>
                <a:gd name="connsiteX3" fmla="*/ 1257402 w 1355534"/>
                <a:gd name="connsiteY3" fmla="*/ 1526852 h 1750070"/>
                <a:gd name="connsiteX4" fmla="*/ 1347699 w 1355534"/>
                <a:gd name="connsiteY4" fmla="*/ 1274534 h 1750070"/>
                <a:gd name="connsiteX5" fmla="*/ 1348270 w 1355534"/>
                <a:gd name="connsiteY5" fmla="*/ 1149471 h 1750070"/>
                <a:gd name="connsiteX6" fmla="*/ 1143578 w 1355534"/>
                <a:gd name="connsiteY6" fmla="*/ 995452 h 1750070"/>
                <a:gd name="connsiteX7" fmla="*/ 1235018 w 1355534"/>
                <a:gd name="connsiteY7" fmla="*/ 651409 h 1750070"/>
                <a:gd name="connsiteX8" fmla="*/ 964699 w 1355534"/>
                <a:gd name="connsiteY8" fmla="*/ 419856 h 1750070"/>
                <a:gd name="connsiteX9" fmla="*/ 1036422 w 1355534"/>
                <a:gd name="connsiteY9" fmla="*/ 269647 h 1750070"/>
                <a:gd name="connsiteX10" fmla="*/ 944982 w 1355534"/>
                <a:gd name="connsiteY10" fmla="*/ 120009 h 1750070"/>
                <a:gd name="connsiteX11" fmla="*/ 552266 w 1355534"/>
                <a:gd name="connsiteY11" fmla="*/ 6281 h 1750070"/>
                <a:gd name="connsiteX12" fmla="*/ 317189 w 1355534"/>
                <a:gd name="connsiteY12" fmla="*/ 150013 h 1750070"/>
                <a:gd name="connsiteX13" fmla="*/ 334144 w 1355534"/>
                <a:gd name="connsiteY13" fmla="*/ 412903 h 1750070"/>
                <a:gd name="connsiteX14" fmla="*/ 46203 w 1355534"/>
                <a:gd name="connsiteY14" fmla="*/ 636455 h 1750070"/>
                <a:gd name="connsiteX15" fmla="*/ 191745 w 1355534"/>
                <a:gd name="connsiteY15" fmla="*/ 938207 h 1750070"/>
                <a:gd name="connsiteX16" fmla="*/ 56776 w 1355534"/>
                <a:gd name="connsiteY16" fmla="*/ 1024598 h 1750070"/>
                <a:gd name="connsiteX17" fmla="*/ 9817 w 1355534"/>
                <a:gd name="connsiteY17" fmla="*/ 1184238 h 1750070"/>
                <a:gd name="connsiteX18" fmla="*/ 27724 w 1355534"/>
                <a:gd name="connsiteY18" fmla="*/ 1473607 h 175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55534" h="1750070">
                  <a:moveTo>
                    <a:pt x="27724" y="1473607"/>
                  </a:moveTo>
                  <a:cubicBezTo>
                    <a:pt x="79159" y="1603814"/>
                    <a:pt x="208223" y="1691253"/>
                    <a:pt x="343764" y="1726210"/>
                  </a:cubicBezTo>
                  <a:cubicBezTo>
                    <a:pt x="479305" y="1761262"/>
                    <a:pt x="622084" y="1751356"/>
                    <a:pt x="761340" y="1736497"/>
                  </a:cubicBezTo>
                  <a:cubicBezTo>
                    <a:pt x="945458" y="1716876"/>
                    <a:pt x="1149198" y="1677156"/>
                    <a:pt x="1257402" y="1526852"/>
                  </a:cubicBezTo>
                  <a:cubicBezTo>
                    <a:pt x="1310075" y="1453700"/>
                    <a:pt x="1332364" y="1363308"/>
                    <a:pt x="1347699" y="1274534"/>
                  </a:cubicBezTo>
                  <a:cubicBezTo>
                    <a:pt x="1354843" y="1233101"/>
                    <a:pt x="1360748" y="1189667"/>
                    <a:pt x="1348270" y="1149471"/>
                  </a:cubicBezTo>
                  <a:cubicBezTo>
                    <a:pt x="1322077" y="1064603"/>
                    <a:pt x="1227589" y="1024313"/>
                    <a:pt x="1143578" y="995452"/>
                  </a:cubicBezTo>
                  <a:cubicBezTo>
                    <a:pt x="1235113" y="910203"/>
                    <a:pt x="1272166" y="770948"/>
                    <a:pt x="1235018" y="651409"/>
                  </a:cubicBezTo>
                  <a:cubicBezTo>
                    <a:pt x="1197871" y="531965"/>
                    <a:pt x="1088428" y="438144"/>
                    <a:pt x="964699" y="419856"/>
                  </a:cubicBezTo>
                  <a:cubicBezTo>
                    <a:pt x="1019086" y="395472"/>
                    <a:pt x="1045471" y="328511"/>
                    <a:pt x="1036422" y="269647"/>
                  </a:cubicBezTo>
                  <a:cubicBezTo>
                    <a:pt x="1027373" y="210687"/>
                    <a:pt x="989464" y="159824"/>
                    <a:pt x="944982" y="120009"/>
                  </a:cubicBezTo>
                  <a:cubicBezTo>
                    <a:pt x="840112" y="25902"/>
                    <a:pt x="691331" y="-17151"/>
                    <a:pt x="552266" y="6281"/>
                  </a:cubicBezTo>
                  <a:cubicBezTo>
                    <a:pt x="458921" y="21997"/>
                    <a:pt x="367386" y="69717"/>
                    <a:pt x="317189" y="150013"/>
                  </a:cubicBezTo>
                  <a:cubicBezTo>
                    <a:pt x="266992" y="230309"/>
                    <a:pt x="268231" y="344990"/>
                    <a:pt x="334144" y="412903"/>
                  </a:cubicBezTo>
                  <a:cubicBezTo>
                    <a:pt x="210414" y="440525"/>
                    <a:pt x="89446" y="517297"/>
                    <a:pt x="46203" y="636455"/>
                  </a:cubicBezTo>
                  <a:cubicBezTo>
                    <a:pt x="2959" y="755613"/>
                    <a:pt x="67444" y="913346"/>
                    <a:pt x="191745" y="938207"/>
                  </a:cubicBezTo>
                  <a:cubicBezTo>
                    <a:pt x="135833" y="938397"/>
                    <a:pt x="85446" y="976688"/>
                    <a:pt x="56776" y="1024598"/>
                  </a:cubicBezTo>
                  <a:cubicBezTo>
                    <a:pt x="28010" y="1072509"/>
                    <a:pt x="17342" y="1128897"/>
                    <a:pt x="9817" y="1184238"/>
                  </a:cubicBezTo>
                  <a:cubicBezTo>
                    <a:pt x="-3422" y="1281107"/>
                    <a:pt x="-8185" y="1382739"/>
                    <a:pt x="27724" y="147360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8E72A4-D90A-46D6-9EC6-0521E786EE4B}"/>
                </a:ext>
              </a:extLst>
            </p:cNvPr>
            <p:cNvSpPr/>
            <p:nvPr/>
          </p:nvSpPr>
          <p:spPr>
            <a:xfrm>
              <a:off x="5320747" y="4857017"/>
              <a:ext cx="1334414" cy="545402"/>
            </a:xfrm>
            <a:custGeom>
              <a:avLst/>
              <a:gdLst>
                <a:gd name="connsiteX0" fmla="*/ 761391 w 1334414"/>
                <a:gd name="connsiteY0" fmla="*/ 531876 h 545402"/>
                <a:gd name="connsiteX1" fmla="*/ 1257453 w 1334414"/>
                <a:gd name="connsiteY1" fmla="*/ 322231 h 545402"/>
                <a:gd name="connsiteX2" fmla="*/ 1334415 w 1334414"/>
                <a:gd name="connsiteY2" fmla="*/ 137065 h 545402"/>
                <a:gd name="connsiteX3" fmla="*/ 1243165 w 1334414"/>
                <a:gd name="connsiteY3" fmla="*/ 195262 h 545402"/>
                <a:gd name="connsiteX4" fmla="*/ 850926 w 1334414"/>
                <a:gd name="connsiteY4" fmla="*/ 188214 h 545402"/>
                <a:gd name="connsiteX5" fmla="*/ 475450 w 1334414"/>
                <a:gd name="connsiteY5" fmla="*/ 160211 h 545402"/>
                <a:gd name="connsiteX6" fmla="*/ 100356 w 1334414"/>
                <a:gd name="connsiteY6" fmla="*/ 116491 h 545402"/>
                <a:gd name="connsiteX7" fmla="*/ 7201 w 1334414"/>
                <a:gd name="connsiteY7" fmla="*/ 0 h 545402"/>
                <a:gd name="connsiteX8" fmla="*/ 27680 w 1334414"/>
                <a:gd name="connsiteY8" fmla="*/ 268891 h 545402"/>
                <a:gd name="connsiteX9" fmla="*/ 343720 w 1334414"/>
                <a:gd name="connsiteY9" fmla="*/ 521494 h 545402"/>
                <a:gd name="connsiteX10" fmla="*/ 761391 w 1334414"/>
                <a:gd name="connsiteY10" fmla="*/ 531876 h 54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414" h="545402">
                  <a:moveTo>
                    <a:pt x="761391" y="531876"/>
                  </a:moveTo>
                  <a:cubicBezTo>
                    <a:pt x="945509" y="512254"/>
                    <a:pt x="1149249" y="472535"/>
                    <a:pt x="1257453" y="322231"/>
                  </a:cubicBezTo>
                  <a:cubicBezTo>
                    <a:pt x="1296791" y="267557"/>
                    <a:pt x="1319175" y="203168"/>
                    <a:pt x="1334415" y="137065"/>
                  </a:cubicBezTo>
                  <a:cubicBezTo>
                    <a:pt x="1306126" y="159544"/>
                    <a:pt x="1275741" y="179261"/>
                    <a:pt x="1243165" y="195262"/>
                  </a:cubicBezTo>
                  <a:cubicBezTo>
                    <a:pt x="1120769" y="255461"/>
                    <a:pt x="967417" y="259366"/>
                    <a:pt x="850926" y="188214"/>
                  </a:cubicBezTo>
                  <a:cubicBezTo>
                    <a:pt x="753390" y="294703"/>
                    <a:pt x="556032" y="279940"/>
                    <a:pt x="475450" y="160211"/>
                  </a:cubicBezTo>
                  <a:cubicBezTo>
                    <a:pt x="347625" y="176403"/>
                    <a:pt x="206750" y="189166"/>
                    <a:pt x="100356" y="116491"/>
                  </a:cubicBezTo>
                  <a:cubicBezTo>
                    <a:pt x="58541" y="87916"/>
                    <a:pt x="26823" y="46577"/>
                    <a:pt x="7201" y="0"/>
                  </a:cubicBezTo>
                  <a:cubicBezTo>
                    <a:pt x="-3848" y="90583"/>
                    <a:pt x="-5753" y="184309"/>
                    <a:pt x="27680" y="268891"/>
                  </a:cubicBezTo>
                  <a:cubicBezTo>
                    <a:pt x="79115" y="399098"/>
                    <a:pt x="208179" y="486537"/>
                    <a:pt x="343720" y="521494"/>
                  </a:cubicBezTo>
                  <a:cubicBezTo>
                    <a:pt x="479356" y="556546"/>
                    <a:pt x="622135" y="546735"/>
                    <a:pt x="761391" y="53187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A8176D-5BB9-4810-8242-C6130C3213DF}"/>
                </a:ext>
              </a:extLst>
            </p:cNvPr>
            <p:cNvSpPr/>
            <p:nvPr/>
          </p:nvSpPr>
          <p:spPr>
            <a:xfrm>
              <a:off x="5971687" y="3684884"/>
              <a:ext cx="323542" cy="230469"/>
            </a:xfrm>
            <a:custGeom>
              <a:avLst/>
              <a:gdLst>
                <a:gd name="connsiteX0" fmla="*/ 218179 w 323542"/>
                <a:gd name="connsiteY0" fmla="*/ 69138 h 230469"/>
                <a:gd name="connsiteX1" fmla="*/ 5486 w 323542"/>
                <a:gd name="connsiteY1" fmla="*/ 2844 h 230469"/>
                <a:gd name="connsiteX2" fmla="*/ 5486 w 323542"/>
                <a:gd name="connsiteY2" fmla="*/ 17607 h 230469"/>
                <a:gd name="connsiteX3" fmla="*/ 161315 w 323542"/>
                <a:gd name="connsiteY3" fmla="*/ 88664 h 230469"/>
                <a:gd name="connsiteX4" fmla="*/ 234467 w 323542"/>
                <a:gd name="connsiteY4" fmla="*/ 143337 h 230469"/>
                <a:gd name="connsiteX5" fmla="*/ 281616 w 323542"/>
                <a:gd name="connsiteY5" fmla="*/ 219537 h 230469"/>
                <a:gd name="connsiteX6" fmla="*/ 323335 w 323542"/>
                <a:gd name="connsiteY6" fmla="*/ 208203 h 230469"/>
                <a:gd name="connsiteX7" fmla="*/ 218179 w 323542"/>
                <a:gd name="connsiteY7" fmla="*/ 69138 h 23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542" h="230469">
                  <a:moveTo>
                    <a:pt x="218179" y="69138"/>
                  </a:moveTo>
                  <a:cubicBezTo>
                    <a:pt x="159124" y="33895"/>
                    <a:pt x="76257" y="-11920"/>
                    <a:pt x="5486" y="2844"/>
                  </a:cubicBezTo>
                  <a:cubicBezTo>
                    <a:pt x="-2706" y="4558"/>
                    <a:pt x="-896" y="15131"/>
                    <a:pt x="5486" y="17607"/>
                  </a:cubicBezTo>
                  <a:cubicBezTo>
                    <a:pt x="60255" y="39039"/>
                    <a:pt x="111023" y="57231"/>
                    <a:pt x="161315" y="88664"/>
                  </a:cubicBezTo>
                  <a:cubicBezTo>
                    <a:pt x="187318" y="104952"/>
                    <a:pt x="211797" y="122573"/>
                    <a:pt x="234467" y="143337"/>
                  </a:cubicBezTo>
                  <a:cubicBezTo>
                    <a:pt x="257422" y="164388"/>
                    <a:pt x="266280" y="193534"/>
                    <a:pt x="281616" y="219537"/>
                  </a:cubicBezTo>
                  <a:cubicBezTo>
                    <a:pt x="293427" y="239540"/>
                    <a:pt x="321906" y="229920"/>
                    <a:pt x="323335" y="208203"/>
                  </a:cubicBezTo>
                  <a:cubicBezTo>
                    <a:pt x="327526" y="144861"/>
                    <a:pt x="267233" y="98379"/>
                    <a:pt x="218179" y="691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0252CED-1889-4900-A241-16F193C79F0F}"/>
                </a:ext>
              </a:extLst>
            </p:cNvPr>
            <p:cNvSpPr/>
            <p:nvPr/>
          </p:nvSpPr>
          <p:spPr>
            <a:xfrm>
              <a:off x="6261804" y="3932556"/>
              <a:ext cx="50616" cy="78509"/>
            </a:xfrm>
            <a:custGeom>
              <a:avLst/>
              <a:gdLst>
                <a:gd name="connsiteX0" fmla="*/ 50077 w 50616"/>
                <a:gd name="connsiteY0" fmla="*/ 20538 h 78509"/>
                <a:gd name="connsiteX1" fmla="*/ 7500 w 50616"/>
                <a:gd name="connsiteY1" fmla="*/ 20538 h 78509"/>
                <a:gd name="connsiteX2" fmla="*/ 356 w 50616"/>
                <a:gd name="connsiteY2" fmla="*/ 55495 h 78509"/>
                <a:gd name="connsiteX3" fmla="*/ 31217 w 50616"/>
                <a:gd name="connsiteY3" fmla="*/ 73497 h 78509"/>
                <a:gd name="connsiteX4" fmla="*/ 50077 w 50616"/>
                <a:gd name="connsiteY4" fmla="*/ 20538 h 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6" h="78509">
                  <a:moveTo>
                    <a:pt x="50077" y="20538"/>
                  </a:moveTo>
                  <a:cubicBezTo>
                    <a:pt x="46648" y="-6798"/>
                    <a:pt x="10834" y="-6894"/>
                    <a:pt x="7500" y="20538"/>
                  </a:cubicBezTo>
                  <a:cubicBezTo>
                    <a:pt x="6071" y="32349"/>
                    <a:pt x="2357" y="43875"/>
                    <a:pt x="356" y="55495"/>
                  </a:cubicBezTo>
                  <a:cubicBezTo>
                    <a:pt x="-2882" y="74069"/>
                    <a:pt x="16644" y="85689"/>
                    <a:pt x="31217" y="73497"/>
                  </a:cubicBezTo>
                  <a:cubicBezTo>
                    <a:pt x="46553" y="60543"/>
                    <a:pt x="52553" y="40255"/>
                    <a:pt x="50077" y="2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D0CF345-CA69-4CE0-8287-91375D14932C}"/>
              </a:ext>
            </a:extLst>
          </p:cNvPr>
          <p:cNvGrpSpPr/>
          <p:nvPr/>
        </p:nvGrpSpPr>
        <p:grpSpPr>
          <a:xfrm>
            <a:off x="-699579" y="2237921"/>
            <a:ext cx="13663986" cy="3894218"/>
            <a:chOff x="8973030" y="-6730340"/>
            <a:chExt cx="13736814" cy="3914974"/>
          </a:xfrm>
        </p:grpSpPr>
        <p:sp>
          <p:nvSpPr>
            <p:cNvPr id="3" name="Google Shape;557;p14">
              <a:extLst>
                <a:ext uri="{FF2B5EF4-FFF2-40B4-BE49-F238E27FC236}">
                  <a16:creationId xmlns:a16="http://schemas.microsoft.com/office/drawing/2014/main" id="{43D149F7-3C2A-455E-B353-1AA937B7B927}"/>
                </a:ext>
              </a:extLst>
            </p:cNvPr>
            <p:cNvSpPr/>
            <p:nvPr/>
          </p:nvSpPr>
          <p:spPr>
            <a:xfrm rot="1141878">
              <a:off x="8973030" y="-6730340"/>
              <a:ext cx="13736814" cy="3914974"/>
            </a:xfrm>
            <a:custGeom>
              <a:avLst/>
              <a:gdLst/>
              <a:ahLst/>
              <a:cxnLst/>
              <a:rect l="l" t="t" r="r" b="b"/>
              <a:pathLst>
                <a:path w="12797629" h="3914974" extrusionOk="0">
                  <a:moveTo>
                    <a:pt x="1858535" y="49027"/>
                  </a:moveTo>
                  <a:cubicBezTo>
                    <a:pt x="2219575" y="-32580"/>
                    <a:pt x="2602103" y="-13064"/>
                    <a:pt x="2955343" y="113241"/>
                  </a:cubicBezTo>
                  <a:cubicBezTo>
                    <a:pt x="3520528" y="315329"/>
                    <a:pt x="3970577" y="776062"/>
                    <a:pt x="4159033" y="1346035"/>
                  </a:cubicBezTo>
                  <a:cubicBezTo>
                    <a:pt x="4212087" y="1507044"/>
                    <a:pt x="4241746" y="1665288"/>
                    <a:pt x="4270302" y="1818558"/>
                  </a:cubicBezTo>
                  <a:cubicBezTo>
                    <a:pt x="4295907" y="1956170"/>
                    <a:pt x="4320041" y="2086229"/>
                    <a:pt x="4359279" y="2204497"/>
                  </a:cubicBezTo>
                  <a:cubicBezTo>
                    <a:pt x="4415834" y="2375821"/>
                    <a:pt x="4537971" y="2559856"/>
                    <a:pt x="4682952" y="2584542"/>
                  </a:cubicBezTo>
                  <a:cubicBezTo>
                    <a:pt x="4808222" y="2606096"/>
                    <a:pt x="4976782" y="2523382"/>
                    <a:pt x="5155474" y="2435877"/>
                  </a:cubicBezTo>
                  <a:cubicBezTo>
                    <a:pt x="5422777" y="2304896"/>
                    <a:pt x="5755478" y="2142046"/>
                    <a:pt x="6126680" y="2262896"/>
                  </a:cubicBezTo>
                  <a:cubicBezTo>
                    <a:pt x="6454773" y="2369742"/>
                    <a:pt x="6628677" y="2641834"/>
                    <a:pt x="6768499" y="2860502"/>
                  </a:cubicBezTo>
                  <a:cubicBezTo>
                    <a:pt x="6845503" y="2981165"/>
                    <a:pt x="6918269" y="3095013"/>
                    <a:pt x="7000431" y="3161517"/>
                  </a:cubicBezTo>
                  <a:cubicBezTo>
                    <a:pt x="7197732" y="3321418"/>
                    <a:pt x="7541299" y="3249941"/>
                    <a:pt x="7759232" y="3088382"/>
                  </a:cubicBezTo>
                  <a:cubicBezTo>
                    <a:pt x="8035193" y="2883898"/>
                    <a:pt x="8218121" y="2555803"/>
                    <a:pt x="8411920" y="2208550"/>
                  </a:cubicBezTo>
                  <a:lnTo>
                    <a:pt x="8418000" y="2197682"/>
                  </a:lnTo>
                  <a:cubicBezTo>
                    <a:pt x="8606640" y="1859456"/>
                    <a:pt x="8865099" y="1396144"/>
                    <a:pt x="9295435" y="1107104"/>
                  </a:cubicBezTo>
                  <a:cubicBezTo>
                    <a:pt x="9917730" y="689110"/>
                    <a:pt x="10810639" y="748429"/>
                    <a:pt x="11372326" y="1244899"/>
                  </a:cubicBezTo>
                  <a:cubicBezTo>
                    <a:pt x="11580861" y="1429304"/>
                    <a:pt x="11726948" y="1647418"/>
                    <a:pt x="11868244" y="1858349"/>
                  </a:cubicBezTo>
                  <a:cubicBezTo>
                    <a:pt x="11902692" y="1909932"/>
                    <a:pt x="11935483" y="1958750"/>
                    <a:pt x="11969012" y="2007015"/>
                  </a:cubicBezTo>
                  <a:cubicBezTo>
                    <a:pt x="12092071" y="2183865"/>
                    <a:pt x="12259894" y="2397743"/>
                    <a:pt x="12467694" y="2480826"/>
                  </a:cubicBezTo>
                  <a:cubicBezTo>
                    <a:pt x="12527933" y="2504866"/>
                    <a:pt x="12594805" y="2513341"/>
                    <a:pt x="12656518" y="2508367"/>
                  </a:cubicBezTo>
                  <a:lnTo>
                    <a:pt x="12669199" y="2505855"/>
                  </a:lnTo>
                  <a:lnTo>
                    <a:pt x="12797629" y="3160480"/>
                  </a:lnTo>
                  <a:lnTo>
                    <a:pt x="12669146" y="3174817"/>
                  </a:lnTo>
                  <a:cubicBezTo>
                    <a:pt x="12521335" y="3180940"/>
                    <a:pt x="12368214" y="3156313"/>
                    <a:pt x="12221207" y="3097592"/>
                  </a:cubicBezTo>
                  <a:cubicBezTo>
                    <a:pt x="11849270" y="2948928"/>
                    <a:pt x="11599651" y="2639071"/>
                    <a:pt x="11423538" y="2385954"/>
                  </a:cubicBezTo>
                  <a:cubicBezTo>
                    <a:pt x="11386695" y="2333083"/>
                    <a:pt x="11350772" y="2279474"/>
                    <a:pt x="11316138" y="2227710"/>
                  </a:cubicBezTo>
                  <a:cubicBezTo>
                    <a:pt x="11193079" y="2043674"/>
                    <a:pt x="11076653" y="1869956"/>
                    <a:pt x="10932409" y="1742476"/>
                  </a:cubicBezTo>
                  <a:cubicBezTo>
                    <a:pt x="10595471" y="1444778"/>
                    <a:pt x="10039498" y="1407933"/>
                    <a:pt x="9666270" y="1658472"/>
                  </a:cubicBezTo>
                  <a:cubicBezTo>
                    <a:pt x="9390678" y="1843612"/>
                    <a:pt x="9200933" y="2158627"/>
                    <a:pt x="8998658" y="2520987"/>
                  </a:cubicBezTo>
                  <a:lnTo>
                    <a:pt x="8992580" y="2531855"/>
                  </a:lnTo>
                  <a:cubicBezTo>
                    <a:pt x="8783307" y="2907110"/>
                    <a:pt x="8546031" y="3332287"/>
                    <a:pt x="8155119" y="3621881"/>
                  </a:cubicBezTo>
                  <a:cubicBezTo>
                    <a:pt x="7915818" y="3799284"/>
                    <a:pt x="7597302" y="3914974"/>
                    <a:pt x="7280998" y="3914974"/>
                  </a:cubicBezTo>
                  <a:cubicBezTo>
                    <a:pt x="7033959" y="3914974"/>
                    <a:pt x="6788026" y="3844417"/>
                    <a:pt x="6582070" y="3677514"/>
                  </a:cubicBezTo>
                  <a:cubicBezTo>
                    <a:pt x="6416272" y="3543220"/>
                    <a:pt x="6305925" y="3370421"/>
                    <a:pt x="6208472" y="3218071"/>
                  </a:cubicBezTo>
                  <a:cubicBezTo>
                    <a:pt x="6108810" y="3062406"/>
                    <a:pt x="6022964" y="2927742"/>
                    <a:pt x="5920907" y="2894583"/>
                  </a:cubicBezTo>
                  <a:cubicBezTo>
                    <a:pt x="5805953" y="2857186"/>
                    <a:pt x="5639972" y="2938427"/>
                    <a:pt x="5447830" y="3032564"/>
                  </a:cubicBezTo>
                  <a:cubicBezTo>
                    <a:pt x="5194713" y="3156543"/>
                    <a:pt x="4907700" y="3296917"/>
                    <a:pt x="4570948" y="3239442"/>
                  </a:cubicBezTo>
                  <a:cubicBezTo>
                    <a:pt x="4193113" y="3174780"/>
                    <a:pt x="3878098" y="2865845"/>
                    <a:pt x="3728143" y="2413034"/>
                  </a:cubicBezTo>
                  <a:cubicBezTo>
                    <a:pt x="3674905" y="2252025"/>
                    <a:pt x="3645244" y="2093414"/>
                    <a:pt x="3616690" y="1940144"/>
                  </a:cubicBezTo>
                  <a:cubicBezTo>
                    <a:pt x="3591085" y="1802716"/>
                    <a:pt x="3566767" y="1672842"/>
                    <a:pt x="3527713" y="1554572"/>
                  </a:cubicBezTo>
                  <a:cubicBezTo>
                    <a:pt x="3404838" y="1183187"/>
                    <a:pt x="3099772" y="870751"/>
                    <a:pt x="2731332" y="739033"/>
                  </a:cubicBezTo>
                  <a:cubicBezTo>
                    <a:pt x="2362894" y="607318"/>
                    <a:pt x="1928873" y="655583"/>
                    <a:pt x="1598383" y="865040"/>
                  </a:cubicBezTo>
                  <a:cubicBezTo>
                    <a:pt x="1440876" y="964887"/>
                    <a:pt x="1298474" y="1102314"/>
                    <a:pt x="1147599" y="1247664"/>
                  </a:cubicBezTo>
                  <a:cubicBezTo>
                    <a:pt x="1027672" y="1363537"/>
                    <a:pt x="903507" y="1483096"/>
                    <a:pt x="762949" y="1592338"/>
                  </a:cubicBezTo>
                  <a:cubicBezTo>
                    <a:pt x="587756" y="1728499"/>
                    <a:pt x="404273" y="1827252"/>
                    <a:pt x="221516" y="1886926"/>
                  </a:cubicBezTo>
                  <a:lnTo>
                    <a:pt x="128044" y="1910828"/>
                  </a:lnTo>
                  <a:lnTo>
                    <a:pt x="0" y="1258165"/>
                  </a:lnTo>
                  <a:lnTo>
                    <a:pt x="7995" y="1256137"/>
                  </a:lnTo>
                  <a:cubicBezTo>
                    <a:pt x="134531" y="1215471"/>
                    <a:pt x="258557" y="1143027"/>
                    <a:pt x="355456" y="1067681"/>
                  </a:cubicBezTo>
                  <a:cubicBezTo>
                    <a:pt x="468014" y="980362"/>
                    <a:pt x="574124" y="877936"/>
                    <a:pt x="686682" y="769431"/>
                  </a:cubicBezTo>
                  <a:cubicBezTo>
                    <a:pt x="854691" y="607318"/>
                    <a:pt x="1028409" y="439862"/>
                    <a:pt x="1242840" y="303908"/>
                  </a:cubicBezTo>
                  <a:cubicBezTo>
                    <a:pt x="1433024" y="183360"/>
                    <a:pt x="1641912" y="97991"/>
                    <a:pt x="1858535" y="49027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" name="Google Shape;559;p14">
              <a:extLst>
                <a:ext uri="{FF2B5EF4-FFF2-40B4-BE49-F238E27FC236}">
                  <a16:creationId xmlns:a16="http://schemas.microsoft.com/office/drawing/2014/main" id="{91CFD73F-1052-4CEF-8CC0-3430DF7DB13C}"/>
                </a:ext>
              </a:extLst>
            </p:cNvPr>
            <p:cNvSpPr/>
            <p:nvPr/>
          </p:nvSpPr>
          <p:spPr>
            <a:xfrm rot="1141878">
              <a:off x="9029439" y="-6406017"/>
              <a:ext cx="13607436" cy="3250162"/>
            </a:xfrm>
            <a:custGeom>
              <a:avLst/>
              <a:gdLst>
                <a:gd name="csX0" fmla="*/ 8449953 w 8449953"/>
                <a:gd name="csY0" fmla="*/ 1451612 h 1927066"/>
                <a:gd name="csX1" fmla="*/ 8113318 w 8449953"/>
                <a:gd name="csY1" fmla="*/ 1456090 h 1927066"/>
                <a:gd name="csX2" fmla="*/ 7729061 w 8449953"/>
                <a:gd name="csY2" fmla="*/ 1104600 h 1927066"/>
                <a:gd name="csX3" fmla="*/ 7406517 w 8449953"/>
                <a:gd name="csY3" fmla="*/ 687902 h 1927066"/>
                <a:gd name="csX4" fmla="*/ 6415398 w 8449953"/>
                <a:gd name="csY4" fmla="*/ 622148 h 1927066"/>
                <a:gd name="csX5" fmla="*/ 5957304 w 8449953"/>
                <a:gd name="csY5" fmla="*/ 1201156 h 1927066"/>
                <a:gd name="csX6" fmla="*/ 5511989 w 8449953"/>
                <a:gd name="csY6" fmla="*/ 1791632 h 1927066"/>
                <a:gd name="csX7" fmla="*/ 4820696 w 8449953"/>
                <a:gd name="csY7" fmla="*/ 1829752 h 1927066"/>
                <a:gd name="csX8" fmla="*/ 4365660 w 8449953"/>
                <a:gd name="csY8" fmla="*/ 1331244 h 1927066"/>
                <a:gd name="csX9" fmla="*/ 3537398 w 8449953"/>
                <a:gd name="csY9" fmla="*/ 1528834 h 1927066"/>
                <a:gd name="csX10" fmla="*/ 3191588 w 8449953"/>
                <a:gd name="csY10" fmla="*/ 1171119 h 1927066"/>
                <a:gd name="csX11" fmla="*/ 3072750 w 8449953"/>
                <a:gd name="csY11" fmla="*/ 662125 h 1927066"/>
                <a:gd name="csX12" fmla="*/ 2479761 w 8449953"/>
                <a:gd name="csY12" fmla="*/ 54937 h 1927066"/>
                <a:gd name="csX13" fmla="*/ 1636317 w 8449953"/>
                <a:gd name="csY13" fmla="*/ 148762 h 1927066"/>
                <a:gd name="csX14" fmla="*/ 1125576 w 8449953"/>
                <a:gd name="csY14" fmla="*/ 590691 h 1927066"/>
                <a:gd name="csX15" fmla="*/ 824752 w 8449953"/>
                <a:gd name="csY15" fmla="*/ 743424 h 1927066"/>
                <a:gd name="csX16" fmla="*/ 497853 w 8449953"/>
                <a:gd name="csY16" fmla="*/ 722855 h 1927066"/>
                <a:gd name="csX17" fmla="*/ 201850 w 8449953"/>
                <a:gd name="csY17" fmla="*/ 541539 h 1927066"/>
                <a:gd name="csX18" fmla="*/ 0 w 8449953"/>
                <a:gd name="csY18" fmla="*/ 593203 h 1927066"/>
                <a:gd name="csX0" fmla="*/ 8449953 w 8449953"/>
                <a:gd name="csY0" fmla="*/ 1451612 h 1927066"/>
                <a:gd name="csX1" fmla="*/ 8113318 w 8449953"/>
                <a:gd name="csY1" fmla="*/ 1456090 h 1927066"/>
                <a:gd name="csX2" fmla="*/ 7729061 w 8449953"/>
                <a:gd name="csY2" fmla="*/ 1104600 h 1927066"/>
                <a:gd name="csX3" fmla="*/ 7406517 w 8449953"/>
                <a:gd name="csY3" fmla="*/ 687902 h 1927066"/>
                <a:gd name="csX4" fmla="*/ 6415398 w 8449953"/>
                <a:gd name="csY4" fmla="*/ 622148 h 1927066"/>
                <a:gd name="csX5" fmla="*/ 5957304 w 8449953"/>
                <a:gd name="csY5" fmla="*/ 1201156 h 1927066"/>
                <a:gd name="csX6" fmla="*/ 5511989 w 8449953"/>
                <a:gd name="csY6" fmla="*/ 1791632 h 1927066"/>
                <a:gd name="csX7" fmla="*/ 4820696 w 8449953"/>
                <a:gd name="csY7" fmla="*/ 1829752 h 1927066"/>
                <a:gd name="csX8" fmla="*/ 4365660 w 8449953"/>
                <a:gd name="csY8" fmla="*/ 1331244 h 1927066"/>
                <a:gd name="csX9" fmla="*/ 3537398 w 8449953"/>
                <a:gd name="csY9" fmla="*/ 1528834 h 1927066"/>
                <a:gd name="csX10" fmla="*/ 3191588 w 8449953"/>
                <a:gd name="csY10" fmla="*/ 1171119 h 1927066"/>
                <a:gd name="csX11" fmla="*/ 3072750 w 8449953"/>
                <a:gd name="csY11" fmla="*/ 662125 h 1927066"/>
                <a:gd name="csX12" fmla="*/ 2479761 w 8449953"/>
                <a:gd name="csY12" fmla="*/ 54937 h 1927066"/>
                <a:gd name="csX13" fmla="*/ 1636317 w 8449953"/>
                <a:gd name="csY13" fmla="*/ 148762 h 1927066"/>
                <a:gd name="csX14" fmla="*/ 1125576 w 8449953"/>
                <a:gd name="csY14" fmla="*/ 590691 h 1927066"/>
                <a:gd name="csX15" fmla="*/ 824752 w 8449953"/>
                <a:gd name="csY15" fmla="*/ 743424 h 1927066"/>
                <a:gd name="csX16" fmla="*/ 201850 w 8449953"/>
                <a:gd name="csY16" fmla="*/ 541539 h 1927066"/>
                <a:gd name="csX17" fmla="*/ 0 w 8449953"/>
                <a:gd name="csY17" fmla="*/ 593203 h 1927066"/>
                <a:gd name="csX0" fmla="*/ 8449953 w 8449953"/>
                <a:gd name="csY0" fmla="*/ 1451612 h 1927066"/>
                <a:gd name="csX1" fmla="*/ 8113318 w 8449953"/>
                <a:gd name="csY1" fmla="*/ 1456090 h 1927066"/>
                <a:gd name="csX2" fmla="*/ 7729061 w 8449953"/>
                <a:gd name="csY2" fmla="*/ 1104600 h 1927066"/>
                <a:gd name="csX3" fmla="*/ 7406517 w 8449953"/>
                <a:gd name="csY3" fmla="*/ 687902 h 1927066"/>
                <a:gd name="csX4" fmla="*/ 6415398 w 8449953"/>
                <a:gd name="csY4" fmla="*/ 622148 h 1927066"/>
                <a:gd name="csX5" fmla="*/ 5957304 w 8449953"/>
                <a:gd name="csY5" fmla="*/ 1201156 h 1927066"/>
                <a:gd name="csX6" fmla="*/ 5511989 w 8449953"/>
                <a:gd name="csY6" fmla="*/ 1791632 h 1927066"/>
                <a:gd name="csX7" fmla="*/ 4820696 w 8449953"/>
                <a:gd name="csY7" fmla="*/ 1829752 h 1927066"/>
                <a:gd name="csX8" fmla="*/ 4365660 w 8449953"/>
                <a:gd name="csY8" fmla="*/ 1331244 h 1927066"/>
                <a:gd name="csX9" fmla="*/ 3537398 w 8449953"/>
                <a:gd name="csY9" fmla="*/ 1528834 h 1927066"/>
                <a:gd name="csX10" fmla="*/ 3191588 w 8449953"/>
                <a:gd name="csY10" fmla="*/ 1171119 h 1927066"/>
                <a:gd name="csX11" fmla="*/ 3072750 w 8449953"/>
                <a:gd name="csY11" fmla="*/ 662125 h 1927066"/>
                <a:gd name="csX12" fmla="*/ 2479761 w 8449953"/>
                <a:gd name="csY12" fmla="*/ 54937 h 1927066"/>
                <a:gd name="csX13" fmla="*/ 1636317 w 8449953"/>
                <a:gd name="csY13" fmla="*/ 148762 h 1927066"/>
                <a:gd name="csX14" fmla="*/ 1125576 w 8449953"/>
                <a:gd name="csY14" fmla="*/ 590691 h 1927066"/>
                <a:gd name="csX15" fmla="*/ 824752 w 8449953"/>
                <a:gd name="csY15" fmla="*/ 743424 h 1927066"/>
                <a:gd name="csX16" fmla="*/ 0 w 8449953"/>
                <a:gd name="csY16" fmla="*/ 593203 h 1927066"/>
                <a:gd name="csX0" fmla="*/ 7625201 w 7625201"/>
                <a:gd name="csY0" fmla="*/ 1451612 h 1927066"/>
                <a:gd name="csX1" fmla="*/ 7288566 w 7625201"/>
                <a:gd name="csY1" fmla="*/ 1456090 h 1927066"/>
                <a:gd name="csX2" fmla="*/ 6904309 w 7625201"/>
                <a:gd name="csY2" fmla="*/ 1104600 h 1927066"/>
                <a:gd name="csX3" fmla="*/ 6581765 w 7625201"/>
                <a:gd name="csY3" fmla="*/ 687902 h 1927066"/>
                <a:gd name="csX4" fmla="*/ 5590646 w 7625201"/>
                <a:gd name="csY4" fmla="*/ 622148 h 1927066"/>
                <a:gd name="csX5" fmla="*/ 5132552 w 7625201"/>
                <a:gd name="csY5" fmla="*/ 1201156 h 1927066"/>
                <a:gd name="csX6" fmla="*/ 4687237 w 7625201"/>
                <a:gd name="csY6" fmla="*/ 1791632 h 1927066"/>
                <a:gd name="csX7" fmla="*/ 3995944 w 7625201"/>
                <a:gd name="csY7" fmla="*/ 1829752 h 1927066"/>
                <a:gd name="csX8" fmla="*/ 3540908 w 7625201"/>
                <a:gd name="csY8" fmla="*/ 1331244 h 1927066"/>
                <a:gd name="csX9" fmla="*/ 2712646 w 7625201"/>
                <a:gd name="csY9" fmla="*/ 1528834 h 1927066"/>
                <a:gd name="csX10" fmla="*/ 2366836 w 7625201"/>
                <a:gd name="csY10" fmla="*/ 1171119 h 1927066"/>
                <a:gd name="csX11" fmla="*/ 2247998 w 7625201"/>
                <a:gd name="csY11" fmla="*/ 662125 h 1927066"/>
                <a:gd name="csX12" fmla="*/ 1655009 w 7625201"/>
                <a:gd name="csY12" fmla="*/ 54937 h 1927066"/>
                <a:gd name="csX13" fmla="*/ 811565 w 7625201"/>
                <a:gd name="csY13" fmla="*/ 148762 h 1927066"/>
                <a:gd name="csX14" fmla="*/ 300824 w 7625201"/>
                <a:gd name="csY14" fmla="*/ 590691 h 1927066"/>
                <a:gd name="csX15" fmla="*/ 0 w 7625201"/>
                <a:gd name="csY15" fmla="*/ 743424 h 1927066"/>
                <a:gd name="csX0" fmla="*/ 7625201 w 7625201"/>
                <a:gd name="csY0" fmla="*/ 1451612 h 1927066"/>
                <a:gd name="csX1" fmla="*/ 7516423 w 7625201"/>
                <a:gd name="csY1" fmla="*/ 1482612 h 1927066"/>
                <a:gd name="csX2" fmla="*/ 7288566 w 7625201"/>
                <a:gd name="csY2" fmla="*/ 1456090 h 1927066"/>
                <a:gd name="csX3" fmla="*/ 6904309 w 7625201"/>
                <a:gd name="csY3" fmla="*/ 1104600 h 1927066"/>
                <a:gd name="csX4" fmla="*/ 6581765 w 7625201"/>
                <a:gd name="csY4" fmla="*/ 687902 h 1927066"/>
                <a:gd name="csX5" fmla="*/ 5590646 w 7625201"/>
                <a:gd name="csY5" fmla="*/ 622148 h 1927066"/>
                <a:gd name="csX6" fmla="*/ 5132552 w 7625201"/>
                <a:gd name="csY6" fmla="*/ 1201156 h 1927066"/>
                <a:gd name="csX7" fmla="*/ 4687237 w 7625201"/>
                <a:gd name="csY7" fmla="*/ 1791632 h 1927066"/>
                <a:gd name="csX8" fmla="*/ 3995944 w 7625201"/>
                <a:gd name="csY8" fmla="*/ 1829752 h 1927066"/>
                <a:gd name="csX9" fmla="*/ 3540908 w 7625201"/>
                <a:gd name="csY9" fmla="*/ 1331244 h 1927066"/>
                <a:gd name="csX10" fmla="*/ 2712646 w 7625201"/>
                <a:gd name="csY10" fmla="*/ 1528834 h 1927066"/>
                <a:gd name="csX11" fmla="*/ 2366836 w 7625201"/>
                <a:gd name="csY11" fmla="*/ 1171119 h 1927066"/>
                <a:gd name="csX12" fmla="*/ 2247998 w 7625201"/>
                <a:gd name="csY12" fmla="*/ 662125 h 1927066"/>
                <a:gd name="csX13" fmla="*/ 1655009 w 7625201"/>
                <a:gd name="csY13" fmla="*/ 54937 h 1927066"/>
                <a:gd name="csX14" fmla="*/ 811565 w 7625201"/>
                <a:gd name="csY14" fmla="*/ 148762 h 1927066"/>
                <a:gd name="csX15" fmla="*/ 300824 w 7625201"/>
                <a:gd name="csY15" fmla="*/ 590691 h 1927066"/>
                <a:gd name="csX16" fmla="*/ 0 w 7625201"/>
                <a:gd name="csY16" fmla="*/ 743424 h 1927066"/>
                <a:gd name="csX0" fmla="*/ 7516423 w 7516423"/>
                <a:gd name="csY0" fmla="*/ 1482612 h 1927066"/>
                <a:gd name="csX1" fmla="*/ 7288566 w 7516423"/>
                <a:gd name="csY1" fmla="*/ 1456090 h 1927066"/>
                <a:gd name="csX2" fmla="*/ 6904309 w 7516423"/>
                <a:gd name="csY2" fmla="*/ 1104600 h 1927066"/>
                <a:gd name="csX3" fmla="*/ 6581765 w 7516423"/>
                <a:gd name="csY3" fmla="*/ 687902 h 1927066"/>
                <a:gd name="csX4" fmla="*/ 5590646 w 7516423"/>
                <a:gd name="csY4" fmla="*/ 622148 h 1927066"/>
                <a:gd name="csX5" fmla="*/ 5132552 w 7516423"/>
                <a:gd name="csY5" fmla="*/ 1201156 h 1927066"/>
                <a:gd name="csX6" fmla="*/ 4687237 w 7516423"/>
                <a:gd name="csY6" fmla="*/ 1791632 h 1927066"/>
                <a:gd name="csX7" fmla="*/ 3995944 w 7516423"/>
                <a:gd name="csY7" fmla="*/ 1829752 h 1927066"/>
                <a:gd name="csX8" fmla="*/ 3540908 w 7516423"/>
                <a:gd name="csY8" fmla="*/ 1331244 h 1927066"/>
                <a:gd name="csX9" fmla="*/ 2712646 w 7516423"/>
                <a:gd name="csY9" fmla="*/ 1528834 h 1927066"/>
                <a:gd name="csX10" fmla="*/ 2366836 w 7516423"/>
                <a:gd name="csY10" fmla="*/ 1171119 h 1927066"/>
                <a:gd name="csX11" fmla="*/ 2247998 w 7516423"/>
                <a:gd name="csY11" fmla="*/ 662125 h 1927066"/>
                <a:gd name="csX12" fmla="*/ 1655009 w 7516423"/>
                <a:gd name="csY12" fmla="*/ 54937 h 1927066"/>
                <a:gd name="csX13" fmla="*/ 811565 w 7516423"/>
                <a:gd name="csY13" fmla="*/ 148762 h 1927066"/>
                <a:gd name="csX14" fmla="*/ 300824 w 7516423"/>
                <a:gd name="csY14" fmla="*/ 590691 h 1927066"/>
                <a:gd name="csX15" fmla="*/ 0 w 7516423"/>
                <a:gd name="csY15" fmla="*/ 743424 h 19270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516423" h="1927066" extrusionOk="0">
                  <a:moveTo>
                    <a:pt x="7516423" y="1482612"/>
                  </a:moveTo>
                  <a:cubicBezTo>
                    <a:pt x="7460317" y="1483358"/>
                    <a:pt x="7390585" y="1519092"/>
                    <a:pt x="7288566" y="1456090"/>
                  </a:cubicBezTo>
                  <a:cubicBezTo>
                    <a:pt x="7125055" y="1390663"/>
                    <a:pt x="7004797" y="1249325"/>
                    <a:pt x="6904309" y="1104600"/>
                  </a:cubicBezTo>
                  <a:cubicBezTo>
                    <a:pt x="6803712" y="959985"/>
                    <a:pt x="6713819" y="804556"/>
                    <a:pt x="6581765" y="687902"/>
                  </a:cubicBezTo>
                  <a:cubicBezTo>
                    <a:pt x="6314925" y="451974"/>
                    <a:pt x="5886430" y="423575"/>
                    <a:pt x="5590646" y="622148"/>
                  </a:cubicBezTo>
                  <a:cubicBezTo>
                    <a:pt x="5384318" y="760756"/>
                    <a:pt x="5253683" y="984124"/>
                    <a:pt x="5132552" y="1201156"/>
                  </a:cubicBezTo>
                  <a:cubicBezTo>
                    <a:pt x="5011420" y="1418188"/>
                    <a:pt x="4886902" y="1643631"/>
                    <a:pt x="4687237" y="1791632"/>
                  </a:cubicBezTo>
                  <a:cubicBezTo>
                    <a:pt x="4487571" y="1939634"/>
                    <a:pt x="4189056" y="1986273"/>
                    <a:pt x="3995944" y="1829752"/>
                  </a:cubicBezTo>
                  <a:cubicBezTo>
                    <a:pt x="3818234" y="1685683"/>
                    <a:pt x="3758487" y="1402023"/>
                    <a:pt x="3540908" y="1331244"/>
                  </a:cubicBezTo>
                  <a:cubicBezTo>
                    <a:pt x="3264566" y="1241242"/>
                    <a:pt x="2999037" y="1577768"/>
                    <a:pt x="2712646" y="1528834"/>
                  </a:cubicBezTo>
                  <a:cubicBezTo>
                    <a:pt x="2540833" y="1499452"/>
                    <a:pt x="2421558" y="1336706"/>
                    <a:pt x="2366836" y="1171119"/>
                  </a:cubicBezTo>
                  <a:cubicBezTo>
                    <a:pt x="2312005" y="1005641"/>
                    <a:pt x="2302721" y="827712"/>
                    <a:pt x="2247998" y="662125"/>
                  </a:cubicBezTo>
                  <a:cubicBezTo>
                    <a:pt x="2156030" y="384035"/>
                    <a:pt x="1930805" y="153459"/>
                    <a:pt x="1655009" y="54937"/>
                  </a:cubicBezTo>
                  <a:cubicBezTo>
                    <a:pt x="1379213" y="-43585"/>
                    <a:pt x="1058853" y="-7977"/>
                    <a:pt x="811565" y="148762"/>
                  </a:cubicBezTo>
                  <a:cubicBezTo>
                    <a:pt x="621184" y="269457"/>
                    <a:pt x="478862" y="452411"/>
                    <a:pt x="300824" y="590691"/>
                  </a:cubicBezTo>
                  <a:cubicBezTo>
                    <a:pt x="165563" y="689801"/>
                    <a:pt x="187596" y="743005"/>
                    <a:pt x="0" y="743424"/>
                  </a:cubicBezTo>
                </a:path>
              </a:pathLst>
            </a:custGeom>
            <a:noFill/>
            <a:ln w="21825" cap="flat" cmpd="sng">
              <a:solidFill>
                <a:srgbClr val="FFFFFF"/>
              </a:solidFill>
              <a:prstDash val="lg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41C6974-EBFD-4F9C-A973-7DED481CF84F}"/>
              </a:ext>
            </a:extLst>
          </p:cNvPr>
          <p:cNvSpPr txBox="1"/>
          <p:nvPr/>
        </p:nvSpPr>
        <p:spPr>
          <a:xfrm>
            <a:off x="5209595" y="932584"/>
            <a:ext cx="6601405" cy="2537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8800" dirty="0">
                <a:solidFill>
                  <a:schemeClr val="bg1"/>
                </a:solidFill>
                <a:latin typeface="+mj-lt"/>
              </a:rPr>
              <a:t xml:space="preserve">Aplikasi Kalkulus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4E47F-CC15-44DA-8689-8F2A4E1B65DE}"/>
              </a:ext>
            </a:extLst>
          </p:cNvPr>
          <p:cNvSpPr txBox="1"/>
          <p:nvPr/>
        </p:nvSpPr>
        <p:spPr>
          <a:xfrm>
            <a:off x="2213006" y="328206"/>
            <a:ext cx="19136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 xml:space="preserve">Bidang Penerapan Kalkulus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C9A89-4791-42F6-9E83-E86F1B55428C}"/>
              </a:ext>
            </a:extLst>
          </p:cNvPr>
          <p:cNvSpPr txBox="1"/>
          <p:nvPr/>
        </p:nvSpPr>
        <p:spPr>
          <a:xfrm>
            <a:off x="592536" y="320511"/>
            <a:ext cx="17728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chemeClr val="bg1"/>
                </a:solidFill>
                <a:latin typeface="+mj-lt"/>
                <a:cs typeface="Elms Sans SemiBold" pitchFamily="2" charset="0"/>
              </a:rPr>
              <a:t xml:space="preserve">Kalkulus dalam Praktik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B2F239-DA90-449E-BB32-9B74CAEA72E4}"/>
              </a:ext>
            </a:extLst>
          </p:cNvPr>
          <p:cNvCxnSpPr>
            <a:cxnSpLocks/>
          </p:cNvCxnSpPr>
          <p:nvPr/>
        </p:nvCxnSpPr>
        <p:spPr>
          <a:xfrm>
            <a:off x="2215389" y="354280"/>
            <a:ext cx="0" cy="1940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1B305-0AEE-4B5F-BE1A-E741C2BA4E25}"/>
              </a:ext>
            </a:extLst>
          </p:cNvPr>
          <p:cNvGrpSpPr/>
          <p:nvPr/>
        </p:nvGrpSpPr>
        <p:grpSpPr>
          <a:xfrm>
            <a:off x="11229974" y="430409"/>
            <a:ext cx="255985" cy="104563"/>
            <a:chOff x="10891441" y="232966"/>
            <a:chExt cx="539750" cy="176214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5B95C2-D1A3-4D71-9B18-9D2F3055CBB4}"/>
                </a:ext>
              </a:extLst>
            </p:cNvPr>
            <p:cNvCxnSpPr/>
            <p:nvPr/>
          </p:nvCxnSpPr>
          <p:spPr>
            <a:xfrm>
              <a:off x="10891441" y="232966"/>
              <a:ext cx="5397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8F229D8-448F-4823-A9D4-F483A14D4FE7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321073"/>
              <a:ext cx="36949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6DB4B12-93A2-4A04-8D73-A877A16E0D8C}"/>
                </a:ext>
              </a:extLst>
            </p:cNvPr>
            <p:cNvCxnSpPr>
              <a:cxnSpLocks/>
            </p:cNvCxnSpPr>
            <p:nvPr/>
          </p:nvCxnSpPr>
          <p:spPr>
            <a:xfrm>
              <a:off x="10891441" y="409180"/>
              <a:ext cx="19685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98AF347-2BE2-43B7-A146-FB651CF12E74}"/>
              </a:ext>
            </a:extLst>
          </p:cNvPr>
          <p:cNvSpPr txBox="1"/>
          <p:nvPr/>
        </p:nvSpPr>
        <p:spPr>
          <a:xfrm>
            <a:off x="592536" y="5228241"/>
            <a:ext cx="3530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 xml:space="preserve">Menyelesaikan masalah nyata melalui turunan dan integral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A04375-77A8-4E0D-94C4-1DE33E9C4CE7}"/>
              </a:ext>
            </a:extLst>
          </p:cNvPr>
          <p:cNvSpPr txBox="1"/>
          <p:nvPr/>
        </p:nvSpPr>
        <p:spPr>
          <a:xfrm>
            <a:off x="592536" y="5874528"/>
            <a:ext cx="3785382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D" sz="1000" dirty="0">
                <a:solidFill>
                  <a:schemeClr val="bg1"/>
                </a:solidFill>
              </a:rPr>
              <a:t xml:space="preserve">Optimasi fungsi, pemodelan gerak fisika, analisis marginal ekonomi, pertumbuhan populasi biologi, desain teknik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F53E4F-871F-48BA-9C7A-EEB924FFE029}"/>
              </a:ext>
            </a:extLst>
          </p:cNvPr>
          <p:cNvSpPr txBox="1"/>
          <p:nvPr/>
        </p:nvSpPr>
        <p:spPr>
          <a:xfrm>
            <a:off x="592536" y="3167390"/>
            <a:ext cx="1916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+mj-lt"/>
              </a:rPr>
              <a:t xml:space="preserve">2026</a:t>
            </a:r>
          </a:p>
        </p:txBody>
      </p:sp>
      <p:grpSp>
        <p:nvGrpSpPr>
          <p:cNvPr id="52" name="Graphic 4">
            <a:extLst>
              <a:ext uri="{FF2B5EF4-FFF2-40B4-BE49-F238E27FC236}">
                <a16:creationId xmlns:a16="http://schemas.microsoft.com/office/drawing/2014/main" id="{60498702-4D1A-4595-916E-BB941E256AFA}"/>
              </a:ext>
            </a:extLst>
          </p:cNvPr>
          <p:cNvGrpSpPr/>
          <p:nvPr/>
        </p:nvGrpSpPr>
        <p:grpSpPr>
          <a:xfrm>
            <a:off x="3393910" y="1391055"/>
            <a:ext cx="375935" cy="564800"/>
            <a:chOff x="9268674" y="75498"/>
            <a:chExt cx="614121" cy="922647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9701F52-3911-40ED-A978-C2DF637347AE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88EAD5-DA08-4E42-9BF6-F39656CEC57A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2DDB452-39F5-425D-8A93-0CB594627BA7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aphic 4">
            <a:extLst>
              <a:ext uri="{FF2B5EF4-FFF2-40B4-BE49-F238E27FC236}">
                <a16:creationId xmlns:a16="http://schemas.microsoft.com/office/drawing/2014/main" id="{0AF927A0-6EA9-4EB9-8147-092868F1D189}"/>
              </a:ext>
            </a:extLst>
          </p:cNvPr>
          <p:cNvGrpSpPr/>
          <p:nvPr/>
        </p:nvGrpSpPr>
        <p:grpSpPr>
          <a:xfrm>
            <a:off x="3744685" y="3677847"/>
            <a:ext cx="375935" cy="564800"/>
            <a:chOff x="9268674" y="75498"/>
            <a:chExt cx="614121" cy="922647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9F3FA56-D7A2-4E80-B19B-A34D769688E8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812AE72-747B-4802-A83A-4084CBC6250E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F852F31-0145-4222-B3C7-7203BA194E0E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aphic 4">
            <a:extLst>
              <a:ext uri="{FF2B5EF4-FFF2-40B4-BE49-F238E27FC236}">
                <a16:creationId xmlns:a16="http://schemas.microsoft.com/office/drawing/2014/main" id="{5BF1E1FB-1040-475D-BB4F-8259E089EE26}"/>
              </a:ext>
            </a:extLst>
          </p:cNvPr>
          <p:cNvGrpSpPr/>
          <p:nvPr/>
        </p:nvGrpSpPr>
        <p:grpSpPr>
          <a:xfrm>
            <a:off x="5808351" y="4588644"/>
            <a:ext cx="375935" cy="564800"/>
            <a:chOff x="9268674" y="75498"/>
            <a:chExt cx="614121" cy="922647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00D3063-C60C-4F1B-B48C-C1432D163F90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9726556-6D2B-48D9-916A-E9E00AC6A9CF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C2DF919-4426-4644-99E6-3196228C00C0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aphic 4">
            <a:extLst>
              <a:ext uri="{FF2B5EF4-FFF2-40B4-BE49-F238E27FC236}">
                <a16:creationId xmlns:a16="http://schemas.microsoft.com/office/drawing/2014/main" id="{93338BD1-5D1B-4AEC-9A20-BAFCFD4D1E1E}"/>
              </a:ext>
            </a:extLst>
          </p:cNvPr>
          <p:cNvGrpSpPr/>
          <p:nvPr/>
        </p:nvGrpSpPr>
        <p:grpSpPr>
          <a:xfrm>
            <a:off x="8751807" y="4489906"/>
            <a:ext cx="375935" cy="564800"/>
            <a:chOff x="9268674" y="75498"/>
            <a:chExt cx="614121" cy="922647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7C5A89C-41F6-48A3-8C39-1ABD1C6A79ED}"/>
                </a:ext>
              </a:extLst>
            </p:cNvPr>
            <p:cNvSpPr/>
            <p:nvPr/>
          </p:nvSpPr>
          <p:spPr>
            <a:xfrm>
              <a:off x="9329930" y="264970"/>
              <a:ext cx="552865" cy="408459"/>
            </a:xfrm>
            <a:custGeom>
              <a:avLst/>
              <a:gdLst>
                <a:gd name="csX0" fmla="*/ 33305 w 552865"/>
                <a:gd name="csY0" fmla="*/ 464 h 408459"/>
                <a:gd name="csX1" fmla="*/ 532882 w 552865"/>
                <a:gd name="csY1" fmla="*/ 126115 h 408459"/>
                <a:gd name="csX2" fmla="*/ 537424 w 552865"/>
                <a:gd name="csY2" fmla="*/ 177586 h 408459"/>
                <a:gd name="csX3" fmla="*/ 37847 w 552865"/>
                <a:gd name="csY3" fmla="*/ 406181 h 408459"/>
                <a:gd name="csX4" fmla="*/ 0 w 552865"/>
                <a:gd name="csY4" fmla="*/ 381959 h 408459"/>
                <a:gd name="csX5" fmla="*/ 1514 w 552865"/>
                <a:gd name="csY5" fmla="*/ 27713 h 408459"/>
                <a:gd name="csX6" fmla="*/ 33305 w 552865"/>
                <a:gd name="csY6" fmla="*/ 464 h 40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52865" h="408459">
                  <a:moveTo>
                    <a:pt x="33305" y="464"/>
                  </a:moveTo>
                  <a:lnTo>
                    <a:pt x="532882" y="126115"/>
                  </a:lnTo>
                  <a:cubicBezTo>
                    <a:pt x="557104" y="132170"/>
                    <a:pt x="560132" y="166989"/>
                    <a:pt x="537424" y="177586"/>
                  </a:cubicBezTo>
                  <a:lnTo>
                    <a:pt x="37847" y="406181"/>
                  </a:lnTo>
                  <a:cubicBezTo>
                    <a:pt x="19680" y="413750"/>
                    <a:pt x="0" y="401639"/>
                    <a:pt x="0" y="381959"/>
                  </a:cubicBezTo>
                  <a:lnTo>
                    <a:pt x="1514" y="27713"/>
                  </a:lnTo>
                  <a:cubicBezTo>
                    <a:pt x="-1514" y="9547"/>
                    <a:pt x="15139" y="-2564"/>
                    <a:pt x="33305" y="464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638A53B7-5EED-41C9-AA49-7B1642B7E956}"/>
                </a:ext>
              </a:extLst>
            </p:cNvPr>
            <p:cNvSpPr/>
            <p:nvPr/>
          </p:nvSpPr>
          <p:spPr>
            <a:xfrm>
              <a:off x="9326902" y="139782"/>
              <a:ext cx="1513" cy="858364"/>
            </a:xfrm>
            <a:custGeom>
              <a:avLst/>
              <a:gdLst>
                <a:gd name="csX0" fmla="*/ 1514 w 1513"/>
                <a:gd name="csY0" fmla="*/ 0 h 858364"/>
                <a:gd name="csX1" fmla="*/ 0 w 1513"/>
                <a:gd name="csY1" fmla="*/ 858364 h 85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13" h="858364">
                  <a:moveTo>
                    <a:pt x="1514" y="0"/>
                  </a:moveTo>
                  <a:lnTo>
                    <a:pt x="0" y="858364"/>
                  </a:lnTo>
                </a:path>
              </a:pathLst>
            </a:custGeom>
            <a:ln w="34925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0A7BC9C-5F1D-42FF-B12D-34B7FD9F7F38}"/>
                </a:ext>
              </a:extLst>
            </p:cNvPr>
            <p:cNvSpPr/>
            <p:nvPr/>
          </p:nvSpPr>
          <p:spPr>
            <a:xfrm>
              <a:off x="9268674" y="75498"/>
              <a:ext cx="122511" cy="122511"/>
            </a:xfrm>
            <a:custGeom>
              <a:avLst/>
              <a:gdLst>
                <a:gd name="csX0" fmla="*/ 120297 w 122511"/>
                <a:gd name="csY0" fmla="*/ 76395 h 122511"/>
                <a:gd name="csX1" fmla="*/ 46117 w 122511"/>
                <a:gd name="csY1" fmla="*/ 120297 h 122511"/>
                <a:gd name="csX2" fmla="*/ 2215 w 122511"/>
                <a:gd name="csY2" fmla="*/ 46117 h 122511"/>
                <a:gd name="csX3" fmla="*/ 76395 w 122511"/>
                <a:gd name="csY3" fmla="*/ 2215 h 122511"/>
                <a:gd name="csX4" fmla="*/ 120297 w 122511"/>
                <a:gd name="csY4" fmla="*/ 76395 h 122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11" h="122511">
                  <a:moveTo>
                    <a:pt x="120297" y="76395"/>
                  </a:moveTo>
                  <a:cubicBezTo>
                    <a:pt x="112728" y="109700"/>
                    <a:pt x="77908" y="129380"/>
                    <a:pt x="46117" y="120297"/>
                  </a:cubicBezTo>
                  <a:cubicBezTo>
                    <a:pt x="12812" y="112727"/>
                    <a:pt x="-6868" y="77908"/>
                    <a:pt x="2215" y="46117"/>
                  </a:cubicBezTo>
                  <a:cubicBezTo>
                    <a:pt x="9784" y="12812"/>
                    <a:pt x="44603" y="-6868"/>
                    <a:pt x="76395" y="2215"/>
                  </a:cubicBezTo>
                  <a:cubicBezTo>
                    <a:pt x="109700" y="11298"/>
                    <a:pt x="129380" y="44603"/>
                    <a:pt x="120297" y="76395"/>
                  </a:cubicBezTo>
                  <a:close/>
                </a:path>
              </a:pathLst>
            </a:custGeom>
            <a:solidFill>
              <a:schemeClr val="accent2"/>
            </a:solidFill>
            <a:ln w="1513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2453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61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5046E6"/>
      </a:accent1>
      <a:accent2>
        <a:srgbClr val="D2FE39"/>
      </a:accent2>
      <a:accent3>
        <a:srgbClr val="262626"/>
      </a:accent3>
      <a:accent4>
        <a:srgbClr val="3F3F3F"/>
      </a:accent4>
      <a:accent5>
        <a:srgbClr val="595959"/>
      </a:accent5>
      <a:accent6>
        <a:srgbClr val="7F7F7F"/>
      </a:accent6>
      <a:hlink>
        <a:srgbClr val="0563C1"/>
      </a:hlink>
      <a:folHlink>
        <a:srgbClr val="954F72"/>
      </a:folHlink>
    </a:clrScheme>
    <a:fontScheme name="Custom 213">
      <a:majorFont>
        <a:latin typeface="Cal Sans"/>
        <a:ea typeface=""/>
        <a:cs typeface=""/>
      </a:majorFont>
      <a:minorFont>
        <a:latin typeface="Urbani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2210</TotalTime>
  <Words>1058</Words>
  <Application>Microsoft Office PowerPoint</Application>
  <PresentationFormat>Widescreen</PresentationFormat>
  <Paragraphs>214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 Sans</vt:lpstr>
      <vt:lpstr>Urbanist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johan keefie</cp:lastModifiedBy>
  <cp:revision>48</cp:revision>
  <dcterms:created xsi:type="dcterms:W3CDTF">2024-01-10T02:32:59Z</dcterms:created>
  <dcterms:modified xsi:type="dcterms:W3CDTF">2026-08-26T08:28:25Z</dcterms:modified>
</cp:coreProperties>
</file>